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33" r:id="rId1"/>
    <p:sldMasterId id="2147483734" r:id="rId2"/>
  </p:sldMasterIdLst>
  <p:notesMasterIdLst>
    <p:notesMasterId r:id="rId25"/>
  </p:notesMasterIdLst>
  <p:handoutMasterIdLst>
    <p:handoutMasterId r:id="rId26"/>
  </p:handoutMasterIdLst>
  <p:sldIdLst>
    <p:sldId id="579" r:id="rId3"/>
    <p:sldId id="1083" r:id="rId4"/>
    <p:sldId id="1065" r:id="rId5"/>
    <p:sldId id="1081" r:id="rId6"/>
    <p:sldId id="1066" r:id="rId7"/>
    <p:sldId id="1067" r:id="rId8"/>
    <p:sldId id="1084" r:id="rId9"/>
    <p:sldId id="1075" r:id="rId10"/>
    <p:sldId id="1078" r:id="rId11"/>
    <p:sldId id="1085" r:id="rId12"/>
    <p:sldId id="1086" r:id="rId13"/>
    <p:sldId id="1076" r:id="rId14"/>
    <p:sldId id="1082" r:id="rId15"/>
    <p:sldId id="1077" r:id="rId16"/>
    <p:sldId id="1071" r:id="rId17"/>
    <p:sldId id="1080" r:id="rId18"/>
    <p:sldId id="1091" r:id="rId19"/>
    <p:sldId id="1072" r:id="rId20"/>
    <p:sldId id="1090" r:id="rId21"/>
    <p:sldId id="1087" r:id="rId22"/>
    <p:sldId id="1088" r:id="rId23"/>
    <p:sldId id="1089" r:id="rId24"/>
  </p:sldIdLst>
  <p:sldSz cx="12192000" cy="6858000"/>
  <p:notesSz cx="6858000" cy="9144000"/>
  <p:defaultTextStyle>
    <a:defPPr>
      <a:defRPr lang="en-US"/>
    </a:defPPr>
    <a:lvl1pPr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1pPr>
    <a:lvl2pPr marL="457200"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2pPr>
    <a:lvl3pPr marL="914400"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3pPr>
    <a:lvl4pPr marL="1371600"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4pPr>
    <a:lvl5pPr marL="1828800"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5pPr>
    <a:lvl6pPr marL="2286000" algn="l" defTabSz="914400" rtl="0" eaLnBrk="1" latinLnBrk="0" hangingPunct="1">
      <a:defRPr sz="2500" kern="1200">
        <a:solidFill>
          <a:schemeClr val="bg1"/>
        </a:solidFill>
        <a:latin typeface="黑体" panose="02010609060101010101" pitchFamily="49" charset="-122"/>
        <a:ea typeface="黑体" panose="02010609060101010101" pitchFamily="49" charset="-122"/>
        <a:cs typeface="+mn-cs"/>
      </a:defRPr>
    </a:lvl6pPr>
    <a:lvl7pPr marL="2743200" algn="l" defTabSz="914400" rtl="0" eaLnBrk="1" latinLnBrk="0" hangingPunct="1">
      <a:defRPr sz="2500" kern="1200">
        <a:solidFill>
          <a:schemeClr val="bg1"/>
        </a:solidFill>
        <a:latin typeface="黑体" panose="02010609060101010101" pitchFamily="49" charset="-122"/>
        <a:ea typeface="黑体" panose="02010609060101010101" pitchFamily="49" charset="-122"/>
        <a:cs typeface="+mn-cs"/>
      </a:defRPr>
    </a:lvl7pPr>
    <a:lvl8pPr marL="3200400" algn="l" defTabSz="914400" rtl="0" eaLnBrk="1" latinLnBrk="0" hangingPunct="1">
      <a:defRPr sz="2500" kern="1200">
        <a:solidFill>
          <a:schemeClr val="bg1"/>
        </a:solidFill>
        <a:latin typeface="黑体" panose="02010609060101010101" pitchFamily="49" charset="-122"/>
        <a:ea typeface="黑体" panose="02010609060101010101" pitchFamily="49" charset="-122"/>
        <a:cs typeface="+mn-cs"/>
      </a:defRPr>
    </a:lvl8pPr>
    <a:lvl9pPr marL="3657600" algn="l" defTabSz="914400" rtl="0" eaLnBrk="1" latinLnBrk="0" hangingPunct="1">
      <a:defRPr sz="2500" kern="1200">
        <a:solidFill>
          <a:schemeClr val="bg1"/>
        </a:solidFill>
        <a:latin typeface="黑体" panose="02010609060101010101" pitchFamily="49" charset="-122"/>
        <a:ea typeface="黑体" panose="02010609060101010101" pitchFamily="49" charset="-122"/>
        <a:cs typeface="+mn-cs"/>
      </a:defRPr>
    </a:lvl9pPr>
  </p:defaultTextStyle>
  <p:extLst>
    <p:ext uri="{EFAFB233-063F-42B5-8137-9DF3F51BA10A}">
      <p15:sldGuideLst xmlns:p15="http://schemas.microsoft.com/office/powerpoint/2012/main">
        <p15:guide id="1" orient="horz" pos="2205"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516FA7"/>
    <a:srgbClr val="CCECFF"/>
    <a:srgbClr val="CC0000"/>
    <a:srgbClr val="FF9933"/>
    <a:srgbClr val="FFCC00"/>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947" autoAdjust="0"/>
    <p:restoredTop sz="99822" autoAdjust="0"/>
  </p:normalViewPr>
  <p:slideViewPr>
    <p:cSldViewPr>
      <p:cViewPr>
        <p:scale>
          <a:sx n="66" d="100"/>
          <a:sy n="66" d="100"/>
        </p:scale>
        <p:origin x="1644" y="696"/>
      </p:cViewPr>
      <p:guideLst>
        <p:guide orient="horz" pos="2205"/>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41" d="100"/>
          <a:sy n="41" d="100"/>
        </p:scale>
        <p:origin x="-2050"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859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kumimoji="1" sz="1200">
                <a:solidFill>
                  <a:schemeClr val="tx1"/>
                </a:solidFill>
                <a:latin typeface="Times New Roman" pitchFamily="18" charset="0"/>
                <a:ea typeface="宋体" pitchFamily="2" charset="-122"/>
              </a:defRPr>
            </a:lvl1pPr>
          </a:lstStyle>
          <a:p>
            <a:pPr>
              <a:defRPr/>
            </a:pPr>
            <a:endParaRPr lang="zh-CN" altLang="en-US"/>
          </a:p>
        </p:txBody>
      </p:sp>
      <p:sp>
        <p:nvSpPr>
          <p:cNvPr id="238595"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a:solidFill>
                  <a:schemeClr val="tx1"/>
                </a:solidFill>
                <a:latin typeface="Times New Roman" pitchFamily="18" charset="0"/>
                <a:ea typeface="宋体" pitchFamily="2" charset="-122"/>
              </a:defRPr>
            </a:lvl1pPr>
          </a:lstStyle>
          <a:p>
            <a:pPr>
              <a:defRPr/>
            </a:pPr>
            <a:fld id="{F68EEF95-0463-40B9-95D3-5366F77E3DD1}" type="datetime1">
              <a:rPr lang="zh-CN" altLang="en-US"/>
              <a:pPr>
                <a:defRPr/>
              </a:pPr>
              <a:t>2025/6/24</a:t>
            </a:fld>
            <a:endParaRPr lang="en-US" altLang="zh-CN"/>
          </a:p>
        </p:txBody>
      </p:sp>
      <p:sp>
        <p:nvSpPr>
          <p:cNvPr id="238596"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kumimoji="1" sz="1200">
                <a:solidFill>
                  <a:schemeClr val="tx1"/>
                </a:solidFill>
                <a:latin typeface="Times New Roman" pitchFamily="18" charset="0"/>
                <a:ea typeface="宋体" pitchFamily="2" charset="-122"/>
              </a:defRPr>
            </a:lvl1pPr>
          </a:lstStyle>
          <a:p>
            <a:pPr>
              <a:defRPr/>
            </a:pPr>
            <a:endParaRPr lang="en-US" altLang="zh-CN"/>
          </a:p>
        </p:txBody>
      </p:sp>
      <p:sp>
        <p:nvSpPr>
          <p:cNvPr id="238597"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a:defRPr/>
            </a:pPr>
            <a:fld id="{09079EF0-8A58-4A54-A86B-E816BC05EF3E}" type="slidenum">
              <a:rPr lang="zh-CN" altLang="en-US"/>
              <a:pPr>
                <a:defRPr/>
              </a:pPr>
              <a:t>‹#›</a:t>
            </a:fld>
            <a:endParaRPr lang="en-US" altLang="zh-CN"/>
          </a:p>
        </p:txBody>
      </p:sp>
    </p:spTree>
    <p:extLst>
      <p:ext uri="{BB962C8B-B14F-4D97-AF65-F5344CB8AC3E}">
        <p14:creationId xmlns:p14="http://schemas.microsoft.com/office/powerpoint/2010/main" val="36902325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kumimoji="1" sz="1200">
                <a:solidFill>
                  <a:schemeClr val="tx1"/>
                </a:solidFill>
                <a:latin typeface="Times New Roman" pitchFamily="18" charset="0"/>
                <a:ea typeface="宋体" pitchFamily="2" charset="-122"/>
              </a:defRPr>
            </a:lvl1pPr>
          </a:lstStyle>
          <a:p>
            <a:pPr>
              <a:defRPr/>
            </a:pPr>
            <a:endParaRPr lang="zh-CN" altLang="en-US"/>
          </a:p>
        </p:txBody>
      </p:sp>
      <p:sp>
        <p:nvSpPr>
          <p:cNvPr id="614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a:solidFill>
                  <a:schemeClr val="tx1"/>
                </a:solidFill>
                <a:latin typeface="Times New Roman" pitchFamily="18" charset="0"/>
                <a:ea typeface="宋体" pitchFamily="2" charset="-122"/>
              </a:defRPr>
            </a:lvl1pPr>
          </a:lstStyle>
          <a:p>
            <a:pPr>
              <a:defRPr/>
            </a:pPr>
            <a:fld id="{B610BCAF-BDF4-4AAF-A4FC-39F2C5123E91}" type="datetime1">
              <a:rPr lang="zh-CN" altLang="en-US"/>
              <a:pPr>
                <a:defRPr/>
              </a:pPr>
              <a:t>2025/6/24</a:t>
            </a:fld>
            <a:endParaRPr lang="en-US" altLang="zh-CN"/>
          </a:p>
        </p:txBody>
      </p:sp>
      <p:sp>
        <p:nvSpPr>
          <p:cNvPr id="512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kumimoji="1" sz="1200">
                <a:solidFill>
                  <a:schemeClr val="tx1"/>
                </a:solidFill>
                <a:latin typeface="Times New Roman" pitchFamily="18" charset="0"/>
                <a:ea typeface="宋体" pitchFamily="2" charset="-122"/>
              </a:defRPr>
            </a:lvl1pPr>
          </a:lstStyle>
          <a:p>
            <a:pPr>
              <a:defRPr/>
            </a:pPr>
            <a:endParaRPr lang="en-US" altLang="zh-CN"/>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a:defRPr/>
            </a:pPr>
            <a:fld id="{CC45FB4A-3872-424D-936A-7EDE482CFA2A}" type="slidenum">
              <a:rPr lang="zh-CN" altLang="en-US"/>
              <a:pPr>
                <a:defRPr/>
              </a:pPr>
              <a:t>‹#›</a:t>
            </a:fld>
            <a:endParaRPr lang="en-US" altLang="zh-CN"/>
          </a:p>
        </p:txBody>
      </p:sp>
    </p:spTree>
    <p:extLst>
      <p:ext uri="{BB962C8B-B14F-4D97-AF65-F5344CB8AC3E}">
        <p14:creationId xmlns:p14="http://schemas.microsoft.com/office/powerpoint/2010/main" val="2345577249"/>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945B657E-364A-462C-B9D8-6EABE8E7CF14}" type="datetime1">
              <a:rPr lang="zh-CN" altLang="en-US" smtClean="0"/>
              <a:pPr>
                <a:spcBef>
                  <a:spcPct val="0"/>
                </a:spcBef>
              </a:pPr>
              <a:t>2025/6/24</a:t>
            </a:fld>
            <a:endParaRPr lang="en-US" altLang="zh-CN"/>
          </a:p>
        </p:txBody>
      </p:sp>
      <p:sp>
        <p:nvSpPr>
          <p:cNvPr id="9219"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E09A3ED1-1B8D-4837-A2B5-BFA06724529C}" type="slidenum">
              <a:rPr lang="zh-CN" altLang="en-US" smtClean="0"/>
              <a:pPr>
                <a:spcBef>
                  <a:spcPct val="0"/>
                </a:spcBef>
              </a:pPr>
              <a:t>1</a:t>
            </a:fld>
            <a:endParaRPr lang="en-US" altLang="zh-CN"/>
          </a:p>
        </p:txBody>
      </p:sp>
      <p:sp>
        <p:nvSpPr>
          <p:cNvPr id="9220" name="Rectangle 2"/>
          <p:cNvSpPr>
            <a:spLocks noGrp="1" noRot="1" noChangeAspect="1" noChangeArrowheads="1" noTextEdit="1"/>
          </p:cNvSpPr>
          <p:nvPr>
            <p:ph type="sldImg"/>
          </p:nvPr>
        </p:nvSpPr>
        <p:spPr>
          <a:xfrm>
            <a:off x="219075" y="611188"/>
            <a:ext cx="6096000" cy="3429000"/>
          </a:xfrm>
          <a:prstGeom prst="rect">
            <a:avLst/>
          </a:prstGeom>
          <a:ln/>
        </p:spPr>
      </p:sp>
      <p:sp>
        <p:nvSpPr>
          <p:cNvPr id="9221"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39958410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DB6C1139-8AAC-45E8-97B8-4AF1F92BD34C}" type="slidenum">
              <a:rPr lang="en-US" altLang="zh-CN" smtClean="0">
                <a:latin typeface="Arial" panose="020B0604020202020204" pitchFamily="34" charset="0"/>
              </a:rPr>
              <a:pPr>
                <a:spcBef>
                  <a:spcPct val="0"/>
                </a:spcBef>
              </a:pPr>
              <a:t>2</a:t>
            </a:fld>
            <a:endParaRPr lang="en-US" altLang="zh-CN">
              <a:latin typeface="Arial" panose="020B0604020202020204" pitchFamily="34" charset="0"/>
            </a:endParaRPr>
          </a:p>
        </p:txBody>
      </p:sp>
      <p:sp>
        <p:nvSpPr>
          <p:cNvPr id="10243" name="Rectangle 2"/>
          <p:cNvSpPr>
            <a:spLocks noGrp="1" noRot="1" noChangeAspect="1" noChangeArrowheads="1" noTextEdit="1"/>
          </p:cNvSpPr>
          <p:nvPr>
            <p:ph type="sldImg"/>
          </p:nvPr>
        </p:nvSpPr>
        <p:spPr>
          <a:xfrm>
            <a:off x="381000" y="685800"/>
            <a:ext cx="6096000" cy="3429000"/>
          </a:xfrm>
          <a:ln/>
        </p:spPr>
      </p:sp>
      <p:sp>
        <p:nvSpPr>
          <p:cNvPr id="102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14776088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FA2CB703-0736-4CD4-9662-D600FACC734A}" type="slidenum">
              <a:rPr lang="en-US" altLang="zh-CN" smtClean="0">
                <a:latin typeface="Arial" panose="020B0604020202020204" pitchFamily="34" charset="0"/>
              </a:rPr>
              <a:pPr>
                <a:spcBef>
                  <a:spcPct val="0"/>
                </a:spcBef>
              </a:pPr>
              <a:t>3</a:t>
            </a:fld>
            <a:endParaRPr lang="en-US" altLang="zh-CN">
              <a:latin typeface="Arial" panose="020B0604020202020204" pitchFamily="34" charset="0"/>
            </a:endParaRPr>
          </a:p>
        </p:txBody>
      </p:sp>
      <p:sp>
        <p:nvSpPr>
          <p:cNvPr id="12291" name="Rectangle 2"/>
          <p:cNvSpPr>
            <a:spLocks noGrp="1" noRot="1" noChangeAspect="1" noChangeArrowheads="1" noTextEdit="1"/>
          </p:cNvSpPr>
          <p:nvPr>
            <p:ph type="sldImg"/>
          </p:nvPr>
        </p:nvSpPr>
        <p:spPr>
          <a:xfrm>
            <a:off x="381000" y="685800"/>
            <a:ext cx="6096000" cy="3429000"/>
          </a:xfrm>
          <a:ln/>
        </p:spPr>
      </p:sp>
      <p:sp>
        <p:nvSpPr>
          <p:cNvPr id="122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9868943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AFF4280-F653-43B8-880D-3EC83A58F5B0}" type="slidenum">
              <a:rPr lang="en-US" altLang="zh-CN" smtClean="0">
                <a:latin typeface="Arial" panose="020B0604020202020204" pitchFamily="34" charset="0"/>
              </a:rPr>
              <a:pPr>
                <a:spcBef>
                  <a:spcPct val="0"/>
                </a:spcBef>
              </a:pPr>
              <a:t>4</a:t>
            </a:fld>
            <a:endParaRPr lang="en-US" altLang="zh-CN">
              <a:latin typeface="Arial" panose="020B0604020202020204" pitchFamily="34" charset="0"/>
            </a:endParaRPr>
          </a:p>
        </p:txBody>
      </p:sp>
      <p:sp>
        <p:nvSpPr>
          <p:cNvPr id="14339" name="Rectangle 2"/>
          <p:cNvSpPr>
            <a:spLocks noGrp="1" noRot="1" noChangeAspect="1" noChangeArrowheads="1" noTextEdit="1"/>
          </p:cNvSpPr>
          <p:nvPr>
            <p:ph type="sldImg"/>
          </p:nvPr>
        </p:nvSpPr>
        <p:spPr>
          <a:xfrm>
            <a:off x="381000" y="685800"/>
            <a:ext cx="6096000" cy="3429000"/>
          </a:xfrm>
          <a:ln/>
        </p:spPr>
      </p:sp>
      <p:sp>
        <p:nvSpPr>
          <p:cNvPr id="143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4020942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418D4567-F733-44A8-84B0-6E24852D21F0}" type="slidenum">
              <a:rPr lang="en-US" altLang="zh-CN" smtClean="0">
                <a:latin typeface="Arial" panose="020B0604020202020204" pitchFamily="34" charset="0"/>
              </a:rPr>
              <a:pPr>
                <a:spcBef>
                  <a:spcPct val="0"/>
                </a:spcBef>
              </a:pPr>
              <a:t>5</a:t>
            </a:fld>
            <a:endParaRPr lang="en-US" altLang="zh-CN">
              <a:latin typeface="Arial" panose="020B0604020202020204" pitchFamily="34" charset="0"/>
            </a:endParaRPr>
          </a:p>
        </p:txBody>
      </p:sp>
      <p:sp>
        <p:nvSpPr>
          <p:cNvPr id="16387" name="Rectangle 2"/>
          <p:cNvSpPr>
            <a:spLocks noGrp="1" noRot="1" noChangeAspect="1" noChangeArrowheads="1" noTextEdit="1"/>
          </p:cNvSpPr>
          <p:nvPr>
            <p:ph type="sldImg"/>
          </p:nvPr>
        </p:nvSpPr>
        <p:spPr>
          <a:xfrm>
            <a:off x="381000" y="685800"/>
            <a:ext cx="6096000" cy="3429000"/>
          </a:xfrm>
          <a:ln/>
        </p:spPr>
      </p:sp>
      <p:sp>
        <p:nvSpPr>
          <p:cNvPr id="163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8420451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BAD93F71-CEC6-4948-BB5F-C801EFCA088F}" type="slidenum">
              <a:rPr lang="en-US" altLang="zh-CN" smtClean="0">
                <a:latin typeface="Arial" panose="020B0604020202020204" pitchFamily="34" charset="0"/>
              </a:rPr>
              <a:pPr>
                <a:spcBef>
                  <a:spcPct val="0"/>
                </a:spcBef>
              </a:pPr>
              <a:t>6</a:t>
            </a:fld>
            <a:endParaRPr lang="en-US" altLang="zh-CN">
              <a:latin typeface="Arial" panose="020B0604020202020204" pitchFamily="34" charset="0"/>
            </a:endParaRPr>
          </a:p>
        </p:txBody>
      </p:sp>
      <p:sp>
        <p:nvSpPr>
          <p:cNvPr id="18435" name="Rectangle 2"/>
          <p:cNvSpPr>
            <a:spLocks noGrp="1" noRot="1" noChangeAspect="1" noChangeArrowheads="1" noTextEdit="1"/>
          </p:cNvSpPr>
          <p:nvPr>
            <p:ph type="sldImg"/>
          </p:nvPr>
        </p:nvSpPr>
        <p:spPr>
          <a:xfrm>
            <a:off x="381000" y="685800"/>
            <a:ext cx="6096000" cy="3429000"/>
          </a:xfrm>
          <a:ln/>
        </p:spPr>
      </p:sp>
      <p:sp>
        <p:nvSpPr>
          <p:cNvPr id="184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16010979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BAD93F71-CEC6-4948-BB5F-C801EFCA088F}" type="slidenum">
              <a:rPr lang="en-US" altLang="zh-CN" smtClean="0">
                <a:latin typeface="Arial" panose="020B0604020202020204" pitchFamily="34" charset="0"/>
              </a:rPr>
              <a:pPr>
                <a:spcBef>
                  <a:spcPct val="0"/>
                </a:spcBef>
              </a:pPr>
              <a:t>7</a:t>
            </a:fld>
            <a:endParaRPr lang="en-US" altLang="zh-CN">
              <a:latin typeface="Arial" panose="020B0604020202020204" pitchFamily="34" charset="0"/>
            </a:endParaRPr>
          </a:p>
        </p:txBody>
      </p:sp>
      <p:sp>
        <p:nvSpPr>
          <p:cNvPr id="18435" name="Rectangle 2"/>
          <p:cNvSpPr>
            <a:spLocks noGrp="1" noRot="1" noChangeAspect="1" noChangeArrowheads="1" noTextEdit="1"/>
          </p:cNvSpPr>
          <p:nvPr>
            <p:ph type="sldImg"/>
          </p:nvPr>
        </p:nvSpPr>
        <p:spPr>
          <a:xfrm>
            <a:off x="381000" y="685800"/>
            <a:ext cx="6096000" cy="3429000"/>
          </a:xfrm>
          <a:ln/>
        </p:spPr>
      </p:sp>
      <p:sp>
        <p:nvSpPr>
          <p:cNvPr id="184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21276558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65822582-EC15-48B1-AEE5-BB42F4967C84}" type="slidenum">
              <a:rPr lang="en-US" altLang="zh-CN" smtClean="0">
                <a:latin typeface="Arial" panose="020B0604020202020204" pitchFamily="34" charset="0"/>
              </a:rPr>
              <a:pPr>
                <a:spcBef>
                  <a:spcPct val="0"/>
                </a:spcBef>
              </a:pPr>
              <a:t>8</a:t>
            </a:fld>
            <a:endParaRPr lang="en-US" altLang="zh-CN">
              <a:latin typeface="Arial" panose="020B0604020202020204" pitchFamily="34" charset="0"/>
            </a:endParaRPr>
          </a:p>
        </p:txBody>
      </p:sp>
      <p:sp>
        <p:nvSpPr>
          <p:cNvPr id="22531" name="Rectangle 2"/>
          <p:cNvSpPr>
            <a:spLocks noGrp="1" noRot="1" noChangeAspect="1" noChangeArrowheads="1" noTextEdit="1"/>
          </p:cNvSpPr>
          <p:nvPr>
            <p:ph type="sldImg"/>
          </p:nvPr>
        </p:nvSpPr>
        <p:spPr>
          <a:xfrm>
            <a:off x="381000" y="685800"/>
            <a:ext cx="6096000" cy="3429000"/>
          </a:xfrm>
          <a:ln/>
        </p:spPr>
      </p:sp>
      <p:sp>
        <p:nvSpPr>
          <p:cNvPr id="225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18398232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67DCC58-10CF-438B-87F3-672CB399D422}" type="slidenum">
              <a:rPr lang="en-US" altLang="zh-CN" smtClean="0">
                <a:latin typeface="Arial" panose="020B0604020202020204" pitchFamily="34" charset="0"/>
              </a:rPr>
              <a:pPr>
                <a:spcBef>
                  <a:spcPct val="0"/>
                </a:spcBef>
              </a:pPr>
              <a:t>9</a:t>
            </a:fld>
            <a:endParaRPr lang="en-US" altLang="zh-CN">
              <a:latin typeface="Arial" panose="020B0604020202020204" pitchFamily="34" charset="0"/>
            </a:endParaRPr>
          </a:p>
        </p:txBody>
      </p:sp>
      <p:sp>
        <p:nvSpPr>
          <p:cNvPr id="24579" name="Rectangle 2"/>
          <p:cNvSpPr>
            <a:spLocks noGrp="1" noRot="1" noChangeAspect="1" noChangeArrowheads="1" noTextEdit="1"/>
          </p:cNvSpPr>
          <p:nvPr>
            <p:ph type="sldImg"/>
          </p:nvPr>
        </p:nvSpPr>
        <p:spPr>
          <a:xfrm>
            <a:off x="381000" y="685800"/>
            <a:ext cx="6096000" cy="3429000"/>
          </a:xfrm>
          <a:ln/>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27292633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67DCC58-10CF-438B-87F3-672CB399D422}" type="slidenum">
              <a:rPr lang="en-US" altLang="zh-CN" smtClean="0">
                <a:latin typeface="Arial" panose="020B0604020202020204" pitchFamily="34" charset="0"/>
              </a:rPr>
              <a:pPr>
                <a:spcBef>
                  <a:spcPct val="0"/>
                </a:spcBef>
              </a:pPr>
              <a:t>10</a:t>
            </a:fld>
            <a:endParaRPr lang="en-US" altLang="zh-CN">
              <a:latin typeface="Arial" panose="020B0604020202020204" pitchFamily="34" charset="0"/>
            </a:endParaRPr>
          </a:p>
        </p:txBody>
      </p:sp>
      <p:sp>
        <p:nvSpPr>
          <p:cNvPr id="24579" name="Rectangle 2"/>
          <p:cNvSpPr>
            <a:spLocks noGrp="1" noRot="1" noChangeAspect="1" noChangeArrowheads="1" noTextEdit="1"/>
          </p:cNvSpPr>
          <p:nvPr>
            <p:ph type="sldImg"/>
          </p:nvPr>
        </p:nvSpPr>
        <p:spPr>
          <a:xfrm>
            <a:off x="381000" y="685800"/>
            <a:ext cx="6096000" cy="3429000"/>
          </a:xfrm>
          <a:ln/>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2493927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67DCC58-10CF-438B-87F3-672CB399D422}" type="slidenum">
              <a:rPr lang="en-US" altLang="zh-CN" smtClean="0">
                <a:latin typeface="Arial" panose="020B0604020202020204" pitchFamily="34" charset="0"/>
              </a:rPr>
              <a:pPr>
                <a:spcBef>
                  <a:spcPct val="0"/>
                </a:spcBef>
              </a:pPr>
              <a:t>11</a:t>
            </a:fld>
            <a:endParaRPr lang="en-US" altLang="zh-CN">
              <a:latin typeface="Arial" panose="020B0604020202020204" pitchFamily="34" charset="0"/>
            </a:endParaRPr>
          </a:p>
        </p:txBody>
      </p:sp>
      <p:sp>
        <p:nvSpPr>
          <p:cNvPr id="24579" name="Rectangle 2"/>
          <p:cNvSpPr>
            <a:spLocks noGrp="1" noRot="1" noChangeAspect="1" noChangeArrowheads="1" noTextEdit="1"/>
          </p:cNvSpPr>
          <p:nvPr>
            <p:ph type="sldImg"/>
          </p:nvPr>
        </p:nvSpPr>
        <p:spPr>
          <a:xfrm>
            <a:off x="381000" y="685800"/>
            <a:ext cx="6096000" cy="3429000"/>
          </a:xfrm>
          <a:ln/>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11157422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2EFCABCC-8DF6-4957-A5A9-67B8BEF37968}" type="slidenum">
              <a:rPr lang="en-US" altLang="zh-CN" smtClean="0">
                <a:latin typeface="Arial" panose="020B0604020202020204" pitchFamily="34" charset="0"/>
              </a:rPr>
              <a:pPr>
                <a:spcBef>
                  <a:spcPct val="0"/>
                </a:spcBef>
              </a:pPr>
              <a:t>12</a:t>
            </a:fld>
            <a:endParaRPr lang="en-US" altLang="zh-CN">
              <a:latin typeface="Arial" panose="020B0604020202020204" pitchFamily="34" charset="0"/>
            </a:endParaRPr>
          </a:p>
        </p:txBody>
      </p:sp>
      <p:sp>
        <p:nvSpPr>
          <p:cNvPr id="26627" name="Rectangle 2"/>
          <p:cNvSpPr>
            <a:spLocks noGrp="1" noRot="1" noChangeAspect="1" noChangeArrowheads="1" noTextEdit="1"/>
          </p:cNvSpPr>
          <p:nvPr>
            <p:ph type="sldImg"/>
          </p:nvPr>
        </p:nvSpPr>
        <p:spPr>
          <a:xfrm>
            <a:off x="381000" y="685800"/>
            <a:ext cx="6096000" cy="3429000"/>
          </a:xfrm>
          <a:ln/>
        </p:spPr>
      </p:sp>
      <p:sp>
        <p:nvSpPr>
          <p:cNvPr id="266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8775782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2EFCABCC-8DF6-4957-A5A9-67B8BEF37968}" type="slidenum">
              <a:rPr lang="en-US" altLang="zh-CN" smtClean="0">
                <a:latin typeface="Arial" panose="020B0604020202020204" pitchFamily="34" charset="0"/>
              </a:rPr>
              <a:pPr>
                <a:spcBef>
                  <a:spcPct val="0"/>
                </a:spcBef>
              </a:pPr>
              <a:t>13</a:t>
            </a:fld>
            <a:endParaRPr lang="en-US" altLang="zh-CN">
              <a:latin typeface="Arial" panose="020B0604020202020204" pitchFamily="34" charset="0"/>
            </a:endParaRPr>
          </a:p>
        </p:txBody>
      </p:sp>
      <p:sp>
        <p:nvSpPr>
          <p:cNvPr id="26627" name="Rectangle 2"/>
          <p:cNvSpPr>
            <a:spLocks noGrp="1" noRot="1" noChangeAspect="1" noChangeArrowheads="1" noTextEdit="1"/>
          </p:cNvSpPr>
          <p:nvPr>
            <p:ph type="sldImg"/>
          </p:nvPr>
        </p:nvSpPr>
        <p:spPr>
          <a:xfrm>
            <a:off x="381000" y="685800"/>
            <a:ext cx="6096000" cy="3429000"/>
          </a:xfrm>
          <a:ln/>
        </p:spPr>
      </p:sp>
      <p:sp>
        <p:nvSpPr>
          <p:cNvPr id="266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23952066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74252411-3D1E-4A97-BE3D-18DA17D39AAC}" type="slidenum">
              <a:rPr lang="en-US" altLang="zh-CN" smtClean="0">
                <a:latin typeface="Arial" panose="020B0604020202020204" pitchFamily="34" charset="0"/>
              </a:rPr>
              <a:pPr>
                <a:spcBef>
                  <a:spcPct val="0"/>
                </a:spcBef>
              </a:pPr>
              <a:t>14</a:t>
            </a:fld>
            <a:endParaRPr lang="en-US" altLang="zh-CN">
              <a:latin typeface="Arial" panose="020B0604020202020204" pitchFamily="34" charset="0"/>
            </a:endParaRPr>
          </a:p>
        </p:txBody>
      </p:sp>
      <p:sp>
        <p:nvSpPr>
          <p:cNvPr id="28675" name="Rectangle 2"/>
          <p:cNvSpPr>
            <a:spLocks noGrp="1" noRot="1" noChangeAspect="1" noChangeArrowheads="1" noTextEdit="1"/>
          </p:cNvSpPr>
          <p:nvPr>
            <p:ph type="sldImg"/>
          </p:nvPr>
        </p:nvSpPr>
        <p:spPr>
          <a:xfrm>
            <a:off x="381000" y="685800"/>
            <a:ext cx="6096000" cy="3429000"/>
          </a:xfrm>
          <a:ln/>
        </p:spPr>
      </p:sp>
      <p:sp>
        <p:nvSpPr>
          <p:cNvPr id="286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41674304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73FD94E2-A787-4923-A1DB-6241BB855675}" type="slidenum">
              <a:rPr lang="en-US" altLang="zh-CN" smtClean="0">
                <a:latin typeface="Arial" panose="020B0604020202020204" pitchFamily="34" charset="0"/>
              </a:rPr>
              <a:pPr>
                <a:spcBef>
                  <a:spcPct val="0"/>
                </a:spcBef>
              </a:pPr>
              <a:t>15</a:t>
            </a:fld>
            <a:endParaRPr lang="en-US" altLang="zh-CN">
              <a:latin typeface="Arial" panose="020B0604020202020204" pitchFamily="34" charset="0"/>
            </a:endParaRPr>
          </a:p>
        </p:txBody>
      </p:sp>
      <p:sp>
        <p:nvSpPr>
          <p:cNvPr id="34819" name="Rectangle 2"/>
          <p:cNvSpPr>
            <a:spLocks noGrp="1" noRot="1" noChangeAspect="1" noChangeArrowheads="1" noTextEdit="1"/>
          </p:cNvSpPr>
          <p:nvPr>
            <p:ph type="sldImg"/>
          </p:nvPr>
        </p:nvSpPr>
        <p:spPr>
          <a:xfrm>
            <a:off x="381000" y="685800"/>
            <a:ext cx="6096000" cy="3429000"/>
          </a:xfrm>
          <a:ln/>
        </p:spPr>
      </p:sp>
      <p:sp>
        <p:nvSpPr>
          <p:cNvPr id="348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42830295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66DA6F54-F295-48C5-8EE7-8D6924D849BA}" type="slidenum">
              <a:rPr lang="en-US" altLang="zh-CN" smtClean="0">
                <a:latin typeface="Arial" panose="020B0604020202020204" pitchFamily="34" charset="0"/>
              </a:rPr>
              <a:pPr>
                <a:spcBef>
                  <a:spcPct val="0"/>
                </a:spcBef>
              </a:pPr>
              <a:t>16</a:t>
            </a:fld>
            <a:endParaRPr lang="en-US" altLang="zh-CN">
              <a:latin typeface="Arial" panose="020B0604020202020204" pitchFamily="34" charset="0"/>
            </a:endParaRPr>
          </a:p>
        </p:txBody>
      </p:sp>
      <p:sp>
        <p:nvSpPr>
          <p:cNvPr id="36867" name="Rectangle 2"/>
          <p:cNvSpPr>
            <a:spLocks noGrp="1" noRot="1" noChangeAspect="1" noChangeArrowheads="1" noTextEdit="1"/>
          </p:cNvSpPr>
          <p:nvPr>
            <p:ph type="sldImg"/>
          </p:nvPr>
        </p:nvSpPr>
        <p:spPr>
          <a:xfrm>
            <a:off x="381000" y="685800"/>
            <a:ext cx="6096000" cy="3429000"/>
          </a:xfrm>
          <a:ln/>
        </p:spPr>
      </p:sp>
      <p:sp>
        <p:nvSpPr>
          <p:cNvPr id="368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11224940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66DA6F54-F295-48C5-8EE7-8D6924D849BA}" type="slidenum">
              <a:rPr lang="en-US" altLang="zh-CN" smtClean="0">
                <a:latin typeface="Arial" panose="020B0604020202020204" pitchFamily="34" charset="0"/>
              </a:rPr>
              <a:pPr>
                <a:spcBef>
                  <a:spcPct val="0"/>
                </a:spcBef>
              </a:pPr>
              <a:t>17</a:t>
            </a:fld>
            <a:endParaRPr lang="en-US" altLang="zh-CN">
              <a:latin typeface="Arial" panose="020B0604020202020204" pitchFamily="34" charset="0"/>
            </a:endParaRPr>
          </a:p>
        </p:txBody>
      </p:sp>
      <p:sp>
        <p:nvSpPr>
          <p:cNvPr id="36867" name="Rectangle 2"/>
          <p:cNvSpPr>
            <a:spLocks noGrp="1" noRot="1" noChangeAspect="1" noChangeArrowheads="1" noTextEdit="1"/>
          </p:cNvSpPr>
          <p:nvPr>
            <p:ph type="sldImg"/>
          </p:nvPr>
        </p:nvSpPr>
        <p:spPr>
          <a:xfrm>
            <a:off x="381000" y="685800"/>
            <a:ext cx="6096000" cy="3429000"/>
          </a:xfrm>
          <a:ln/>
        </p:spPr>
      </p:sp>
      <p:sp>
        <p:nvSpPr>
          <p:cNvPr id="368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2072354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58144A6C-8E15-49C1-AC48-C431A8E8C84D}" type="slidenum">
              <a:rPr lang="en-US" altLang="zh-CN" smtClean="0">
                <a:latin typeface="Arial" panose="020B0604020202020204" pitchFamily="34" charset="0"/>
              </a:rPr>
              <a:pPr>
                <a:spcBef>
                  <a:spcPct val="0"/>
                </a:spcBef>
              </a:pPr>
              <a:t>18</a:t>
            </a:fld>
            <a:endParaRPr lang="en-US" altLang="zh-CN">
              <a:latin typeface="Arial" panose="020B0604020202020204" pitchFamily="34" charset="0"/>
            </a:endParaRPr>
          </a:p>
        </p:txBody>
      </p:sp>
      <p:sp>
        <p:nvSpPr>
          <p:cNvPr id="38915" name="Rectangle 2"/>
          <p:cNvSpPr>
            <a:spLocks noGrp="1" noRot="1" noChangeAspect="1" noChangeArrowheads="1" noTextEdit="1"/>
          </p:cNvSpPr>
          <p:nvPr>
            <p:ph type="sldImg"/>
          </p:nvPr>
        </p:nvSpPr>
        <p:spPr>
          <a:xfrm>
            <a:off x="381000" y="685800"/>
            <a:ext cx="6096000" cy="3429000"/>
          </a:xfrm>
          <a:ln/>
        </p:spPr>
      </p:sp>
      <p:sp>
        <p:nvSpPr>
          <p:cNvPr id="389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21024393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58144A6C-8E15-49C1-AC48-C431A8E8C84D}" type="slidenum">
              <a:rPr lang="en-US" altLang="zh-CN" smtClean="0">
                <a:latin typeface="Arial" panose="020B0604020202020204" pitchFamily="34" charset="0"/>
              </a:rPr>
              <a:pPr>
                <a:spcBef>
                  <a:spcPct val="0"/>
                </a:spcBef>
              </a:pPr>
              <a:t>19</a:t>
            </a:fld>
            <a:endParaRPr lang="en-US" altLang="zh-CN">
              <a:latin typeface="Arial" panose="020B0604020202020204" pitchFamily="34" charset="0"/>
            </a:endParaRPr>
          </a:p>
        </p:txBody>
      </p:sp>
      <p:sp>
        <p:nvSpPr>
          <p:cNvPr id="38915" name="Rectangle 2"/>
          <p:cNvSpPr>
            <a:spLocks noGrp="1" noRot="1" noChangeAspect="1" noChangeArrowheads="1" noTextEdit="1"/>
          </p:cNvSpPr>
          <p:nvPr>
            <p:ph type="sldImg"/>
          </p:nvPr>
        </p:nvSpPr>
        <p:spPr>
          <a:xfrm>
            <a:off x="381000" y="685800"/>
            <a:ext cx="6096000" cy="3429000"/>
          </a:xfrm>
          <a:ln/>
        </p:spPr>
      </p:sp>
      <p:sp>
        <p:nvSpPr>
          <p:cNvPr id="389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23421330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58144A6C-8E15-49C1-AC48-C431A8E8C84D}" type="slidenum">
              <a:rPr lang="en-US" altLang="zh-CN" smtClean="0">
                <a:latin typeface="Arial" panose="020B0604020202020204" pitchFamily="34" charset="0"/>
              </a:rPr>
              <a:pPr>
                <a:spcBef>
                  <a:spcPct val="0"/>
                </a:spcBef>
              </a:pPr>
              <a:t>20</a:t>
            </a:fld>
            <a:endParaRPr lang="en-US" altLang="zh-CN">
              <a:latin typeface="Arial" panose="020B0604020202020204" pitchFamily="34" charset="0"/>
            </a:endParaRPr>
          </a:p>
        </p:txBody>
      </p:sp>
      <p:sp>
        <p:nvSpPr>
          <p:cNvPr id="38915" name="Rectangle 2"/>
          <p:cNvSpPr>
            <a:spLocks noGrp="1" noRot="1" noChangeAspect="1" noChangeArrowheads="1" noTextEdit="1"/>
          </p:cNvSpPr>
          <p:nvPr>
            <p:ph type="sldImg"/>
          </p:nvPr>
        </p:nvSpPr>
        <p:spPr>
          <a:xfrm>
            <a:off x="381000" y="685800"/>
            <a:ext cx="6096000" cy="3429000"/>
          </a:xfrm>
          <a:ln/>
        </p:spPr>
      </p:sp>
      <p:sp>
        <p:nvSpPr>
          <p:cNvPr id="389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7795769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58144A6C-8E15-49C1-AC48-C431A8E8C84D}" type="slidenum">
              <a:rPr lang="en-US" altLang="zh-CN" smtClean="0">
                <a:latin typeface="Arial" panose="020B0604020202020204" pitchFamily="34" charset="0"/>
              </a:rPr>
              <a:pPr>
                <a:spcBef>
                  <a:spcPct val="0"/>
                </a:spcBef>
              </a:pPr>
              <a:t>21</a:t>
            </a:fld>
            <a:endParaRPr lang="en-US" altLang="zh-CN">
              <a:latin typeface="Arial" panose="020B0604020202020204" pitchFamily="34" charset="0"/>
            </a:endParaRPr>
          </a:p>
        </p:txBody>
      </p:sp>
      <p:sp>
        <p:nvSpPr>
          <p:cNvPr id="38915" name="Rectangle 2"/>
          <p:cNvSpPr>
            <a:spLocks noGrp="1" noRot="1" noChangeAspect="1" noChangeArrowheads="1" noTextEdit="1"/>
          </p:cNvSpPr>
          <p:nvPr>
            <p:ph type="sldImg"/>
          </p:nvPr>
        </p:nvSpPr>
        <p:spPr>
          <a:xfrm>
            <a:off x="381000" y="685800"/>
            <a:ext cx="6096000" cy="3429000"/>
          </a:xfrm>
          <a:ln/>
        </p:spPr>
      </p:sp>
      <p:sp>
        <p:nvSpPr>
          <p:cNvPr id="389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8247800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58144A6C-8E15-49C1-AC48-C431A8E8C84D}" type="slidenum">
              <a:rPr lang="en-US" altLang="zh-CN" smtClean="0">
                <a:latin typeface="Arial" panose="020B0604020202020204" pitchFamily="34" charset="0"/>
              </a:rPr>
              <a:pPr>
                <a:spcBef>
                  <a:spcPct val="0"/>
                </a:spcBef>
              </a:pPr>
              <a:t>22</a:t>
            </a:fld>
            <a:endParaRPr lang="en-US" altLang="zh-CN">
              <a:latin typeface="Arial" panose="020B0604020202020204" pitchFamily="34" charset="0"/>
            </a:endParaRPr>
          </a:p>
        </p:txBody>
      </p:sp>
      <p:sp>
        <p:nvSpPr>
          <p:cNvPr id="38915" name="Rectangle 2"/>
          <p:cNvSpPr>
            <a:spLocks noGrp="1" noRot="1" noChangeAspect="1" noChangeArrowheads="1" noTextEdit="1"/>
          </p:cNvSpPr>
          <p:nvPr>
            <p:ph type="sldImg"/>
          </p:nvPr>
        </p:nvSpPr>
        <p:spPr>
          <a:xfrm>
            <a:off x="381000" y="685800"/>
            <a:ext cx="6096000" cy="3429000"/>
          </a:xfrm>
          <a:ln/>
        </p:spPr>
      </p:sp>
      <p:sp>
        <p:nvSpPr>
          <p:cNvPr id="389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1158542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fld id="{7826C087-FDFB-4327-9302-FA94BE277582}" type="datetime11">
              <a:rPr lang="zh-CN" altLang="en-US"/>
              <a:pPr>
                <a:defRPr/>
              </a:pPr>
              <a:t>20:23:33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5671E99-3B8C-4010-9142-3BA6F244A436}" type="slidenum">
              <a:rPr lang="zh-CN" altLang="en-US"/>
              <a:pPr>
                <a:defRPr/>
              </a:pPr>
              <a:t>‹#›</a:t>
            </a:fld>
            <a:endParaRPr lang="en-US" altLang="zh-CN"/>
          </a:p>
        </p:txBody>
      </p:sp>
    </p:spTree>
    <p:extLst>
      <p:ext uri="{BB962C8B-B14F-4D97-AF65-F5344CB8AC3E}">
        <p14:creationId xmlns:p14="http://schemas.microsoft.com/office/powerpoint/2010/main" val="2430422833"/>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45BD4E4B-6A56-416A-94C5-B675EEE8E4E0}" type="datetime11">
              <a:rPr lang="zh-CN" altLang="en-US"/>
              <a:pPr>
                <a:defRPr/>
              </a:pPr>
              <a:t>20:23:33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6B854F07-8423-49E6-B42B-6D710602D682}" type="slidenum">
              <a:rPr lang="zh-CN" altLang="en-US"/>
              <a:pPr>
                <a:defRPr/>
              </a:pPr>
              <a:t>‹#›</a:t>
            </a:fld>
            <a:endParaRPr lang="en-US" altLang="zh-CN"/>
          </a:p>
        </p:txBody>
      </p:sp>
      <p:cxnSp>
        <p:nvCxnSpPr>
          <p:cNvPr id="7" name="直接连接符 6">
            <a:extLst>
              <a:ext uri="{FF2B5EF4-FFF2-40B4-BE49-F238E27FC236}">
                <a16:creationId xmlns:a16="http://schemas.microsoft.com/office/drawing/2014/main" id="{F3769CC5-8862-43BC-ADBC-96BE1415DE9F}"/>
              </a:ext>
            </a:extLst>
          </p:cNvPr>
          <p:cNvCxnSpPr>
            <a:cxnSpLocks/>
          </p:cNvCxnSpPr>
          <p:nvPr userDrawn="1"/>
        </p:nvCxnSpPr>
        <p:spPr>
          <a:xfrm>
            <a:off x="260349" y="737146"/>
            <a:ext cx="11668299"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8E4839A5-639F-434B-976E-7E1359FE1D7D}"/>
              </a:ext>
            </a:extLst>
          </p:cNvPr>
          <p:cNvCxnSpPr>
            <a:cxnSpLocks/>
          </p:cNvCxnSpPr>
          <p:nvPr userDrawn="1"/>
        </p:nvCxnSpPr>
        <p:spPr>
          <a:xfrm>
            <a:off x="260350" y="768896"/>
            <a:ext cx="5700779"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0803373"/>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A277E08A-259C-49D0-B459-4F8F995F9321}" type="datetime11">
              <a:rPr lang="zh-CN" altLang="en-US"/>
              <a:pPr>
                <a:defRPr/>
              </a:pPr>
              <a:t>20:23:33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E9306CA-DDC5-42E1-8B82-9D7A73EBCC31}" type="slidenum">
              <a:rPr lang="zh-CN" altLang="en-US"/>
              <a:pPr>
                <a:defRPr/>
              </a:pPr>
              <a:t>‹#›</a:t>
            </a:fld>
            <a:endParaRPr lang="en-US" altLang="zh-CN"/>
          </a:p>
        </p:txBody>
      </p:sp>
    </p:spTree>
    <p:extLst>
      <p:ext uri="{BB962C8B-B14F-4D97-AF65-F5344CB8AC3E}">
        <p14:creationId xmlns:p14="http://schemas.microsoft.com/office/powerpoint/2010/main" val="571200969"/>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31DBDD04-7AD7-40CA-9F41-F3B5D7C07155}" type="datetime11">
              <a:rPr lang="zh-CN" altLang="en-US"/>
              <a:pPr>
                <a:defRPr/>
              </a:pPr>
              <a:t>20:23:33</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30C34B65-9E7E-4FF6-973B-8CFE695B7DC4}" type="slidenum">
              <a:rPr lang="zh-CN" altLang="en-US"/>
              <a:pPr>
                <a:defRPr/>
              </a:pPr>
              <a:t>‹#›</a:t>
            </a:fld>
            <a:endParaRPr lang="en-US" altLang="zh-CN"/>
          </a:p>
        </p:txBody>
      </p:sp>
    </p:spTree>
    <p:extLst>
      <p:ext uri="{BB962C8B-B14F-4D97-AF65-F5344CB8AC3E}">
        <p14:creationId xmlns:p14="http://schemas.microsoft.com/office/powerpoint/2010/main" val="1516309766"/>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55D758DB-A37F-44D8-B74B-412FED517B05}" type="datetime11">
              <a:rPr lang="zh-CN" altLang="en-US"/>
              <a:pPr>
                <a:defRPr/>
              </a:pPr>
              <a:t>20:23:33</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2B8B9B78-88C3-4521-83D6-51B4E54E736B}" type="slidenum">
              <a:rPr lang="zh-CN" altLang="en-US"/>
              <a:pPr>
                <a:defRPr/>
              </a:pPr>
              <a:t>‹#›</a:t>
            </a:fld>
            <a:endParaRPr lang="en-US" altLang="zh-CN"/>
          </a:p>
        </p:txBody>
      </p:sp>
    </p:spTree>
    <p:extLst>
      <p:ext uri="{BB962C8B-B14F-4D97-AF65-F5344CB8AC3E}">
        <p14:creationId xmlns:p14="http://schemas.microsoft.com/office/powerpoint/2010/main" val="86173288"/>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ED58DF6A-AEA1-4D16-BAB1-DEF9255549E9}" type="datetime11">
              <a:rPr lang="zh-CN" altLang="en-US"/>
              <a:pPr>
                <a:defRPr/>
              </a:pPr>
              <a:t>20:23:32</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1AFB27B0-3490-47F9-80E0-E23773A25E12}" type="slidenum">
              <a:rPr lang="zh-CN" altLang="en-US"/>
              <a:pPr>
                <a:defRPr/>
              </a:pPr>
              <a:t>‹#›</a:t>
            </a:fld>
            <a:endParaRPr lang="en-US" altLang="zh-CN"/>
          </a:p>
        </p:txBody>
      </p:sp>
    </p:spTree>
    <p:extLst>
      <p:ext uri="{BB962C8B-B14F-4D97-AF65-F5344CB8AC3E}">
        <p14:creationId xmlns:p14="http://schemas.microsoft.com/office/powerpoint/2010/main" val="541323185"/>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6258681D-E464-40D7-941C-7C0FA28C70BE}" type="datetime11">
              <a:rPr lang="zh-CN" altLang="en-US"/>
              <a:pPr>
                <a:defRPr/>
              </a:pPr>
              <a:t>20:23:33</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D4555DB9-1250-420B-B9EA-F43883E7109A}" type="slidenum">
              <a:rPr lang="zh-CN" altLang="en-US"/>
              <a:pPr>
                <a:defRPr/>
              </a:pPr>
              <a:t>‹#›</a:t>
            </a:fld>
            <a:endParaRPr lang="en-US" altLang="zh-CN"/>
          </a:p>
        </p:txBody>
      </p:sp>
    </p:spTree>
    <p:extLst>
      <p:ext uri="{BB962C8B-B14F-4D97-AF65-F5344CB8AC3E}">
        <p14:creationId xmlns:p14="http://schemas.microsoft.com/office/powerpoint/2010/main" val="511068868"/>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FA7D2987-E584-461C-960E-1886E214F5F3}" type="datetime11">
              <a:rPr lang="zh-CN" altLang="en-US"/>
              <a:pPr>
                <a:defRPr/>
              </a:pPr>
              <a:t>20:23:33</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E9F17D9-1B3E-4F94-8CD6-D89A56F6F4A0}" type="slidenum">
              <a:rPr lang="zh-CN" altLang="en-US"/>
              <a:pPr>
                <a:defRPr/>
              </a:pPr>
              <a:t>‹#›</a:t>
            </a:fld>
            <a:endParaRPr lang="en-US" altLang="zh-CN"/>
          </a:p>
        </p:txBody>
      </p:sp>
    </p:spTree>
    <p:extLst>
      <p:ext uri="{BB962C8B-B14F-4D97-AF65-F5344CB8AC3E}">
        <p14:creationId xmlns:p14="http://schemas.microsoft.com/office/powerpoint/2010/main" val="3708859678"/>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3E733D18-1638-47E8-997C-6757F0C5ECCB}" type="datetime11">
              <a:rPr lang="zh-CN" altLang="en-US"/>
              <a:pPr>
                <a:defRPr/>
              </a:pPr>
              <a:t>20:23:33</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3CBEF98B-B539-4781-BCDB-7CE3A0E246B3}" type="slidenum">
              <a:rPr lang="zh-CN" altLang="en-US"/>
              <a:pPr>
                <a:defRPr/>
              </a:pPr>
              <a:t>‹#›</a:t>
            </a:fld>
            <a:endParaRPr lang="en-US" altLang="zh-CN"/>
          </a:p>
        </p:txBody>
      </p:sp>
    </p:spTree>
    <p:extLst>
      <p:ext uri="{BB962C8B-B14F-4D97-AF65-F5344CB8AC3E}">
        <p14:creationId xmlns:p14="http://schemas.microsoft.com/office/powerpoint/2010/main" val="1674915831"/>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F023DAFE-D162-4034-80A1-D6315C104D4D}" type="datetime11">
              <a:rPr lang="zh-CN" altLang="en-US"/>
              <a:pPr>
                <a:defRPr/>
              </a:pPr>
              <a:t>20:23:33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1649438-734D-4B81-9BBE-6B4EC54225D6}" type="slidenum">
              <a:rPr lang="zh-CN" altLang="en-US"/>
              <a:pPr>
                <a:defRPr/>
              </a:pPr>
              <a:t>‹#›</a:t>
            </a:fld>
            <a:endParaRPr lang="en-US" altLang="zh-CN"/>
          </a:p>
        </p:txBody>
      </p:sp>
    </p:spTree>
    <p:extLst>
      <p:ext uri="{BB962C8B-B14F-4D97-AF65-F5344CB8AC3E}">
        <p14:creationId xmlns:p14="http://schemas.microsoft.com/office/powerpoint/2010/main" val="147931013"/>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96F4F324-334D-43BD-BAB7-1442B9BC7945}" type="datetime11">
              <a:rPr lang="zh-CN" altLang="en-US"/>
              <a:pPr>
                <a:defRPr/>
              </a:pPr>
              <a:t>20:23:33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6735732-EF60-4180-8E71-ED435D56D881}" type="slidenum">
              <a:rPr lang="zh-CN" altLang="en-US"/>
              <a:pPr>
                <a:defRPr/>
              </a:pPr>
              <a:t>‹#›</a:t>
            </a:fld>
            <a:endParaRPr lang="en-US" altLang="zh-CN"/>
          </a:p>
        </p:txBody>
      </p:sp>
    </p:spTree>
    <p:extLst>
      <p:ext uri="{BB962C8B-B14F-4D97-AF65-F5344CB8AC3E}">
        <p14:creationId xmlns:p14="http://schemas.microsoft.com/office/powerpoint/2010/main" val="137872135"/>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fld id="{2EE4896E-7391-4A9C-944B-B2A1BB36A01F}" type="datetime11">
              <a:rPr lang="zh-CN" altLang="en-US"/>
              <a:pPr>
                <a:defRPr/>
              </a:pPr>
              <a:t>20:23:33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25502A7-FDF7-43FD-9DEE-07CEE6CD3701}" type="slidenum">
              <a:rPr lang="zh-CN" altLang="en-US"/>
              <a:pPr>
                <a:defRPr/>
              </a:pPr>
              <a:t>‹#›</a:t>
            </a:fld>
            <a:endParaRPr lang="en-US" altLang="zh-CN"/>
          </a:p>
        </p:txBody>
      </p:sp>
    </p:spTree>
    <p:extLst>
      <p:ext uri="{BB962C8B-B14F-4D97-AF65-F5344CB8AC3E}">
        <p14:creationId xmlns:p14="http://schemas.microsoft.com/office/powerpoint/2010/main" val="4264836623"/>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2D5298CE-D8D4-4657-800A-BBE31814A288}" type="datetime11">
              <a:rPr lang="zh-CN" altLang="en-US"/>
              <a:pPr>
                <a:defRPr/>
              </a:pPr>
              <a:t>20:23:33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85D4CF9-08BA-489F-B945-27A8333C414B}" type="slidenum">
              <a:rPr lang="zh-CN" altLang="en-US"/>
              <a:pPr>
                <a:defRPr/>
              </a:pPr>
              <a:t>‹#›</a:t>
            </a:fld>
            <a:endParaRPr lang="en-US" altLang="zh-CN"/>
          </a:p>
        </p:txBody>
      </p:sp>
    </p:spTree>
    <p:extLst>
      <p:ext uri="{BB962C8B-B14F-4D97-AF65-F5344CB8AC3E}">
        <p14:creationId xmlns:p14="http://schemas.microsoft.com/office/powerpoint/2010/main" val="4285521354"/>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FDC3F7BC-4FA1-456D-98AB-8B86E93DAF71}" type="datetime11">
              <a:rPr lang="zh-CN" altLang="en-US"/>
              <a:pPr>
                <a:defRPr/>
              </a:pPr>
              <a:t>20:23:33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BC83B89-BD91-458A-BDDE-6F7B6E0420D6}" type="slidenum">
              <a:rPr lang="zh-CN" altLang="en-US"/>
              <a:pPr>
                <a:defRPr/>
              </a:pPr>
              <a:t>‹#›</a:t>
            </a:fld>
            <a:endParaRPr lang="en-US" altLang="zh-CN"/>
          </a:p>
        </p:txBody>
      </p:sp>
    </p:spTree>
    <p:extLst>
      <p:ext uri="{BB962C8B-B14F-4D97-AF65-F5344CB8AC3E}">
        <p14:creationId xmlns:p14="http://schemas.microsoft.com/office/powerpoint/2010/main" val="2532673070"/>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13DB2C24-7C11-4573-9017-F98ADBB4C0AD}" type="datetime11">
              <a:rPr lang="zh-CN" altLang="en-US"/>
              <a:pPr>
                <a:defRPr/>
              </a:pPr>
              <a:t>20:23:33</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856839E-4D58-4390-AA53-803852173C07}" type="slidenum">
              <a:rPr lang="zh-CN" altLang="en-US"/>
              <a:pPr>
                <a:defRPr/>
              </a:pPr>
              <a:t>‹#›</a:t>
            </a:fld>
            <a:endParaRPr lang="en-US" altLang="zh-CN"/>
          </a:p>
        </p:txBody>
      </p:sp>
    </p:spTree>
    <p:extLst>
      <p:ext uri="{BB962C8B-B14F-4D97-AF65-F5344CB8AC3E}">
        <p14:creationId xmlns:p14="http://schemas.microsoft.com/office/powerpoint/2010/main" val="2973549495"/>
      </p:ext>
    </p:extLst>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4C4A413E-3C09-42CD-BBA0-659E0DF3D586}" type="datetime11">
              <a:rPr lang="zh-CN" altLang="en-US"/>
              <a:pPr>
                <a:defRPr/>
              </a:pPr>
              <a:t>20:23:33</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3641AB2B-9F2B-4B2D-A78B-07E59682AC2B}" type="slidenum">
              <a:rPr lang="zh-CN" altLang="en-US"/>
              <a:pPr>
                <a:defRPr/>
              </a:pPr>
              <a:t>‹#›</a:t>
            </a:fld>
            <a:endParaRPr lang="en-US" altLang="zh-CN"/>
          </a:p>
        </p:txBody>
      </p:sp>
    </p:spTree>
    <p:extLst>
      <p:ext uri="{BB962C8B-B14F-4D97-AF65-F5344CB8AC3E}">
        <p14:creationId xmlns:p14="http://schemas.microsoft.com/office/powerpoint/2010/main" val="3816440089"/>
      </p:ext>
    </p:extLst>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6D6D7576-6C0B-4B66-BF52-E34453B14D39}" type="datetime11">
              <a:rPr lang="zh-CN" altLang="en-US"/>
              <a:pPr>
                <a:defRPr/>
              </a:pPr>
              <a:t>20:23:33</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35413A34-F64E-41F0-9B2A-51728EB36FBB}" type="slidenum">
              <a:rPr lang="zh-CN" altLang="en-US"/>
              <a:pPr>
                <a:defRPr/>
              </a:pPr>
              <a:t>‹#›</a:t>
            </a:fld>
            <a:endParaRPr lang="en-US" altLang="zh-CN"/>
          </a:p>
        </p:txBody>
      </p:sp>
    </p:spTree>
    <p:extLst>
      <p:ext uri="{BB962C8B-B14F-4D97-AF65-F5344CB8AC3E}">
        <p14:creationId xmlns:p14="http://schemas.microsoft.com/office/powerpoint/2010/main" val="1931001405"/>
      </p:ext>
    </p:extLst>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0282F677-E8D1-4C65-94F1-60A812CDF517}" type="datetime11">
              <a:rPr lang="zh-CN" altLang="en-US"/>
              <a:pPr>
                <a:defRPr/>
              </a:pPr>
              <a:t>20:23:33</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0B9588FC-D20F-4CD7-95B6-782C54DFFFF1}" type="slidenum">
              <a:rPr lang="zh-CN" altLang="en-US"/>
              <a:pPr>
                <a:defRPr/>
              </a:pPr>
              <a:t>‹#›</a:t>
            </a:fld>
            <a:endParaRPr lang="en-US" altLang="zh-CN"/>
          </a:p>
        </p:txBody>
      </p:sp>
    </p:spTree>
    <p:extLst>
      <p:ext uri="{BB962C8B-B14F-4D97-AF65-F5344CB8AC3E}">
        <p14:creationId xmlns:p14="http://schemas.microsoft.com/office/powerpoint/2010/main" val="2702576005"/>
      </p:ext>
    </p:extLst>
  </p:cSld>
  <p:clrMapOvr>
    <a:masterClrMapping/>
  </p:clrMapOvr>
  <p:transition spd="slow"/>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D37B3281-8A24-4F21-8C0D-A5423521D9EF}" type="datetime11">
              <a:rPr lang="zh-CN" altLang="en-US"/>
              <a:pPr>
                <a:defRPr/>
              </a:pPr>
              <a:t>20:23:33</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56E335AB-7CC1-40EC-85A1-25003FA353DD}" type="slidenum">
              <a:rPr lang="zh-CN" altLang="en-US"/>
              <a:pPr>
                <a:defRPr/>
              </a:pPr>
              <a:t>‹#›</a:t>
            </a:fld>
            <a:endParaRPr lang="en-US" altLang="zh-CN"/>
          </a:p>
        </p:txBody>
      </p:sp>
    </p:spTree>
    <p:extLst>
      <p:ext uri="{BB962C8B-B14F-4D97-AF65-F5344CB8AC3E}">
        <p14:creationId xmlns:p14="http://schemas.microsoft.com/office/powerpoint/2010/main" val="1657456039"/>
      </p:ext>
    </p:extLst>
  </p:cSld>
  <p:clrMapOvr>
    <a:masterClrMapping/>
  </p:clrMapOvr>
  <p:transition spd="slow"/>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F24419C9-78E2-4BD8-BA29-FC3D06930EAC}" type="datetime11">
              <a:rPr lang="zh-CN" altLang="en-US"/>
              <a:pPr>
                <a:defRPr/>
              </a:pPr>
              <a:t>20:23:33</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2835EE3-675A-48F6-9C9F-A8251541E438}" type="slidenum">
              <a:rPr lang="zh-CN" altLang="en-US"/>
              <a:pPr>
                <a:defRPr/>
              </a:pPr>
              <a:t>‹#›</a:t>
            </a:fld>
            <a:endParaRPr lang="en-US" altLang="zh-CN"/>
          </a:p>
        </p:txBody>
      </p:sp>
    </p:spTree>
    <p:extLst>
      <p:ext uri="{BB962C8B-B14F-4D97-AF65-F5344CB8AC3E}">
        <p14:creationId xmlns:p14="http://schemas.microsoft.com/office/powerpoint/2010/main" val="1675122590"/>
      </p:ext>
    </p:extLst>
  </p:cSld>
  <p:clrMapOvr>
    <a:masterClrMapping/>
  </p:clrMapOvr>
  <p:transition spd="slow"/>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00BE5B62-9450-4F38-8C6C-3A66F4985CE7}" type="datetime11">
              <a:rPr lang="zh-CN" altLang="en-US"/>
              <a:pPr>
                <a:defRPr/>
              </a:pPr>
              <a:t>20:23:33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522EC80-0BCC-4A4C-9EFE-D53D0699D503}" type="slidenum">
              <a:rPr lang="zh-CN" altLang="en-US"/>
              <a:pPr>
                <a:defRPr/>
              </a:pPr>
              <a:t>‹#›</a:t>
            </a:fld>
            <a:endParaRPr lang="en-US" altLang="zh-CN"/>
          </a:p>
        </p:txBody>
      </p:sp>
    </p:spTree>
    <p:extLst>
      <p:ext uri="{BB962C8B-B14F-4D97-AF65-F5344CB8AC3E}">
        <p14:creationId xmlns:p14="http://schemas.microsoft.com/office/powerpoint/2010/main" val="3722488614"/>
      </p:ext>
    </p:extLst>
  </p:cSld>
  <p:clrMapOvr>
    <a:masterClrMapping/>
  </p:clrMapOvr>
  <p:transition spd="slow"/>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A3686848-161D-4310-8506-24D8D4315345}" type="datetime11">
              <a:rPr lang="zh-CN" altLang="en-US"/>
              <a:pPr>
                <a:defRPr/>
              </a:pPr>
              <a:t>20:23:33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910B8E5-0C3C-48BB-859E-3F1284481AC6}" type="slidenum">
              <a:rPr lang="zh-CN" altLang="en-US"/>
              <a:pPr>
                <a:defRPr/>
              </a:pPr>
              <a:t>‹#›</a:t>
            </a:fld>
            <a:endParaRPr lang="en-US" altLang="zh-CN"/>
          </a:p>
        </p:txBody>
      </p:sp>
    </p:spTree>
    <p:extLst>
      <p:ext uri="{BB962C8B-B14F-4D97-AF65-F5344CB8AC3E}">
        <p14:creationId xmlns:p14="http://schemas.microsoft.com/office/powerpoint/2010/main" val="1547016368"/>
      </p:ext>
    </p:extLst>
  </p:cSld>
  <p:clrMapOvr>
    <a:masterClrMapping/>
  </p:clrMapOvr>
  <p:transition spd="slow"/>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1076CD15-C474-46EE-8D08-1712EC506676}" type="datetime11">
              <a:rPr lang="zh-CN" altLang="en-US"/>
              <a:pPr>
                <a:defRPr/>
              </a:pPr>
              <a:t>20:23:33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1A4BA65-F9CC-4965-AA03-CE8AD04A5FD7}" type="slidenum">
              <a:rPr lang="zh-CN" altLang="en-US"/>
              <a:pPr>
                <a:defRPr/>
              </a:pPr>
              <a:t>‹#›</a:t>
            </a:fld>
            <a:endParaRPr lang="en-US" altLang="zh-CN"/>
          </a:p>
        </p:txBody>
      </p:sp>
      <p:cxnSp>
        <p:nvCxnSpPr>
          <p:cNvPr id="7" name="直接连接符 6">
            <a:extLst>
              <a:ext uri="{FF2B5EF4-FFF2-40B4-BE49-F238E27FC236}">
                <a16:creationId xmlns:a16="http://schemas.microsoft.com/office/drawing/2014/main" id="{6386E453-6B59-4145-880B-704C51A28D0A}"/>
              </a:ext>
            </a:extLst>
          </p:cNvPr>
          <p:cNvCxnSpPr>
            <a:cxnSpLocks/>
          </p:cNvCxnSpPr>
          <p:nvPr userDrawn="1"/>
        </p:nvCxnSpPr>
        <p:spPr>
          <a:xfrm>
            <a:off x="260349" y="737146"/>
            <a:ext cx="11668299"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AE5D05C1-F957-4A4F-B4E5-D8BD2162D18C}"/>
              </a:ext>
            </a:extLst>
          </p:cNvPr>
          <p:cNvCxnSpPr>
            <a:cxnSpLocks/>
          </p:cNvCxnSpPr>
          <p:nvPr userDrawn="1"/>
        </p:nvCxnSpPr>
        <p:spPr>
          <a:xfrm>
            <a:off x="260350" y="768896"/>
            <a:ext cx="5700779"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3991886"/>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2118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kumimoji="1" sz="1400">
                <a:solidFill>
                  <a:schemeClr val="tx1"/>
                </a:solidFill>
                <a:latin typeface="Times New Roman" pitchFamily="18" charset="0"/>
                <a:ea typeface="+mn-ea"/>
              </a:defRPr>
            </a:lvl1pPr>
          </a:lstStyle>
          <a:p>
            <a:pPr>
              <a:defRPr/>
            </a:pPr>
            <a:fld id="{BA104AEC-3ADA-48EF-BC70-B6640CAB826B}" type="datetime11">
              <a:rPr lang="zh-CN" altLang="en-US"/>
              <a:pPr>
                <a:defRPr/>
              </a:pPr>
              <a:t>20:23:32</a:t>
            </a:fld>
            <a:endParaRPr lang="en-US" altLang="zh-CN"/>
          </a:p>
        </p:txBody>
      </p:sp>
      <p:sp>
        <p:nvSpPr>
          <p:cNvPr id="22118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kumimoji="1" sz="1400">
                <a:solidFill>
                  <a:schemeClr val="tx1"/>
                </a:solidFill>
                <a:latin typeface="Times New Roman" pitchFamily="18" charset="0"/>
                <a:ea typeface="+mn-ea"/>
              </a:defRPr>
            </a:lvl1pPr>
          </a:lstStyle>
          <a:p>
            <a:pPr>
              <a:defRPr/>
            </a:pPr>
            <a:endParaRPr lang="en-US" altLang="zh-CN"/>
          </a:p>
        </p:txBody>
      </p:sp>
      <p:sp>
        <p:nvSpPr>
          <p:cNvPr id="22119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400">
                <a:solidFill>
                  <a:schemeClr val="tx1"/>
                </a:solidFill>
                <a:latin typeface="Times New Roman" panose="02020603050405020304" pitchFamily="18" charset="0"/>
                <a:ea typeface="宋体" panose="02010600030101010101" pitchFamily="2" charset="-122"/>
              </a:defRPr>
            </a:lvl1pPr>
          </a:lstStyle>
          <a:p>
            <a:pPr>
              <a:defRPr/>
            </a:pPr>
            <a:fld id="{77F905FA-74F6-4A49-9A83-42B40626EB33}"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439" r:id="rId1"/>
    <p:sldLayoutId id="2147484440" r:id="rId2"/>
    <p:sldLayoutId id="2147484441" r:id="rId3"/>
    <p:sldLayoutId id="2147484442" r:id="rId4"/>
    <p:sldLayoutId id="2147484443" r:id="rId5"/>
    <p:sldLayoutId id="2147484444" r:id="rId6"/>
    <p:sldLayoutId id="2147484445" r:id="rId7"/>
    <p:sldLayoutId id="2147484446" r:id="rId8"/>
    <p:sldLayoutId id="2147484447" r:id="rId9"/>
    <p:sldLayoutId id="2147484448" r:id="rId10"/>
    <p:sldLayoutId id="2147484449" r:id="rId11"/>
  </p:sldLayoutIdLst>
  <p:transition spd="slow"/>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178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kumimoji="1" sz="1400">
                <a:solidFill>
                  <a:schemeClr val="tx1"/>
                </a:solidFill>
                <a:latin typeface="Times New Roman" pitchFamily="18" charset="0"/>
                <a:ea typeface="+mn-ea"/>
              </a:defRPr>
            </a:lvl1pPr>
          </a:lstStyle>
          <a:p>
            <a:pPr>
              <a:defRPr/>
            </a:pPr>
            <a:fld id="{54280386-6E33-4625-8234-5D6CCA4EB892}" type="datetime11">
              <a:rPr lang="zh-CN" altLang="en-US"/>
              <a:pPr>
                <a:defRPr/>
              </a:pPr>
              <a:t>20:23:32</a:t>
            </a:fld>
            <a:endParaRPr lang="en-US" altLang="zh-CN"/>
          </a:p>
        </p:txBody>
      </p:sp>
      <p:sp>
        <p:nvSpPr>
          <p:cNvPr id="7178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kumimoji="1" sz="1400">
                <a:solidFill>
                  <a:schemeClr val="tx1"/>
                </a:solidFill>
                <a:latin typeface="Times New Roman" pitchFamily="18" charset="0"/>
                <a:ea typeface="+mn-ea"/>
              </a:defRPr>
            </a:lvl1pPr>
          </a:lstStyle>
          <a:p>
            <a:pPr>
              <a:defRPr/>
            </a:pPr>
            <a:endParaRPr lang="en-US" altLang="zh-CN"/>
          </a:p>
        </p:txBody>
      </p:sp>
      <p:sp>
        <p:nvSpPr>
          <p:cNvPr id="7178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400">
                <a:solidFill>
                  <a:schemeClr val="tx1"/>
                </a:solidFill>
                <a:latin typeface="Times New Roman" panose="02020603050405020304" pitchFamily="18" charset="0"/>
                <a:ea typeface="宋体" panose="02010600030101010101" pitchFamily="2" charset="-122"/>
              </a:defRPr>
            </a:lvl1pPr>
          </a:lstStyle>
          <a:p>
            <a:pPr>
              <a:defRPr/>
            </a:pPr>
            <a:fld id="{9995FFAC-DA55-4DAE-8A20-53497212B857}"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450" r:id="rId1"/>
    <p:sldLayoutId id="2147484451" r:id="rId2"/>
    <p:sldLayoutId id="2147484452" r:id="rId3"/>
    <p:sldLayoutId id="2147484453" r:id="rId4"/>
    <p:sldLayoutId id="2147484454" r:id="rId5"/>
    <p:sldLayoutId id="2147484455" r:id="rId6"/>
    <p:sldLayoutId id="2147484456" r:id="rId7"/>
    <p:sldLayoutId id="2147484457" r:id="rId8"/>
    <p:sldLayoutId id="2147484458" r:id="rId9"/>
    <p:sldLayoutId id="2147484459" r:id="rId10"/>
    <p:sldLayoutId id="2147484460" r:id="rId11"/>
    <p:sldLayoutId id="2147484462" r:id="rId12"/>
  </p:sldLayoutIdLst>
  <p:transition spd="slow"/>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s://baike.baidu.com/item/IPv4/422599"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27">
            <a:extLst>
              <a:ext uri="{FF2B5EF4-FFF2-40B4-BE49-F238E27FC236}">
                <a16:creationId xmlns:a16="http://schemas.microsoft.com/office/drawing/2014/main" id="{584D0ACE-8CC0-4800-8197-C2A974DA0A87}"/>
              </a:ext>
            </a:extLst>
          </p:cNvPr>
          <p:cNvSpPr txBox="1">
            <a:spLocks noChangeArrowheads="1"/>
          </p:cNvSpPr>
          <p:nvPr/>
        </p:nvSpPr>
        <p:spPr bwMode="auto">
          <a:xfrm>
            <a:off x="5105958" y="2492896"/>
            <a:ext cx="1980084" cy="1656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eaLnBrk="1" hangingPunct="1"/>
            <a:r>
              <a:rPr lang="en-US" altLang="zh-CN" sz="3200" kern="0" dirty="0">
                <a:latin typeface="微软雅黑" panose="020B0503020204020204" pitchFamily="34" charset="-122"/>
                <a:ea typeface="微软雅黑" panose="020B0503020204020204" pitchFamily="34" charset="-122"/>
              </a:rPr>
              <a:t>IPV6</a:t>
            </a:r>
            <a:endParaRPr lang="zh-CN" altLang="en-US" sz="3200" kern="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27"/>
          <p:cNvSpPr>
            <a:spLocks noGrp="1" noChangeArrowheads="1"/>
          </p:cNvSpPr>
          <p:nvPr>
            <p:ph type="title" idx="4294967295"/>
          </p:nvPr>
        </p:nvSpPr>
        <p:spPr>
          <a:xfrm>
            <a:off x="335360" y="188640"/>
            <a:ext cx="2088604" cy="453802"/>
          </a:xfrm>
          <a:noFill/>
        </p:spPr>
        <p:txBody>
          <a:bodyPr/>
          <a:lstStyle/>
          <a:p>
            <a:pPr algn="l" eaLnBrk="1" hangingPunct="1"/>
            <a:r>
              <a:rPr lang="en-US" altLang="zh-CN" sz="2800" dirty="0"/>
              <a:t>IPv6</a:t>
            </a:r>
            <a:endParaRPr lang="zh-CN" altLang="en-US" sz="2800" dirty="0"/>
          </a:p>
        </p:txBody>
      </p:sp>
      <p:sp>
        <p:nvSpPr>
          <p:cNvPr id="2" name="矩形 1"/>
          <p:cNvSpPr/>
          <p:nvPr/>
        </p:nvSpPr>
        <p:spPr>
          <a:xfrm>
            <a:off x="354517" y="1196752"/>
            <a:ext cx="11502123" cy="976549"/>
          </a:xfrm>
          <a:prstGeom prst="rect">
            <a:avLst/>
          </a:prstGeom>
        </p:spPr>
        <p:txBody>
          <a:bodyPr wrap="square">
            <a:spAutoFit/>
          </a:bodyPr>
          <a:lstStyle/>
          <a:p>
            <a:pPr>
              <a:lnSpc>
                <a:spcPct val="120000"/>
              </a:lnSpc>
              <a:defRPr/>
            </a:pPr>
            <a:r>
              <a:rPr lang="en-US" altLang="zh-CN" dirty="0">
                <a:solidFill>
                  <a:srgbClr val="333333"/>
                </a:solidFill>
                <a:latin typeface="微软雅黑" panose="020B0503020204020204" pitchFamily="34" charset="-122"/>
                <a:ea typeface="微软雅黑" panose="020B0503020204020204" pitchFamily="34" charset="-122"/>
              </a:rPr>
              <a:t>    IPv6</a:t>
            </a:r>
            <a:r>
              <a:rPr lang="zh-CN" altLang="en-US" dirty="0">
                <a:solidFill>
                  <a:srgbClr val="333333"/>
                </a:solidFill>
                <a:latin typeface="微软雅黑" panose="020B0503020204020204" pitchFamily="34" charset="-122"/>
                <a:ea typeface="微软雅黑" panose="020B0503020204020204" pitchFamily="34" charset="-122"/>
              </a:rPr>
              <a:t>是英文“</a:t>
            </a:r>
            <a:r>
              <a:rPr lang="en-US" altLang="zh-CN" dirty="0">
                <a:solidFill>
                  <a:srgbClr val="333333"/>
                </a:solidFill>
                <a:latin typeface="微软雅黑" panose="020B0503020204020204" pitchFamily="34" charset="-122"/>
                <a:ea typeface="微软雅黑" panose="020B0503020204020204" pitchFamily="34" charset="-122"/>
              </a:rPr>
              <a:t>Internet Protocol Version 6”</a:t>
            </a:r>
            <a:r>
              <a:rPr lang="zh-CN" altLang="en-US" dirty="0">
                <a:solidFill>
                  <a:srgbClr val="333333"/>
                </a:solidFill>
                <a:latin typeface="微软雅黑" panose="020B0503020204020204" pitchFamily="34" charset="-122"/>
                <a:ea typeface="微软雅黑" panose="020B0503020204020204" pitchFamily="34" charset="-122"/>
              </a:rPr>
              <a:t>（互联网协议第</a:t>
            </a:r>
            <a:r>
              <a:rPr lang="en-US" altLang="zh-CN" dirty="0">
                <a:solidFill>
                  <a:srgbClr val="333333"/>
                </a:solidFill>
                <a:latin typeface="微软雅黑" panose="020B0503020204020204" pitchFamily="34" charset="-122"/>
                <a:ea typeface="微软雅黑" panose="020B0503020204020204" pitchFamily="34" charset="-122"/>
              </a:rPr>
              <a:t>6</a:t>
            </a:r>
            <a:r>
              <a:rPr lang="zh-CN" altLang="en-US" dirty="0">
                <a:solidFill>
                  <a:srgbClr val="333333"/>
                </a:solidFill>
                <a:latin typeface="微软雅黑" panose="020B0503020204020204" pitchFamily="34" charset="-122"/>
                <a:ea typeface="微软雅黑" panose="020B0503020204020204" pitchFamily="34" charset="-122"/>
              </a:rPr>
              <a:t>版）的缩写，是用于替代</a:t>
            </a:r>
            <a:r>
              <a:rPr lang="en-US" altLang="zh-CN" dirty="0">
                <a:solidFill>
                  <a:srgbClr val="136EC2"/>
                </a:solidFill>
                <a:latin typeface="微软雅黑" panose="020B0503020204020204" pitchFamily="34" charset="-122"/>
                <a:ea typeface="微软雅黑" panose="020B0503020204020204" pitchFamily="34" charset="-122"/>
                <a:hlinkClick r:id="rId3"/>
              </a:rPr>
              <a:t>IPv4</a:t>
            </a:r>
            <a:r>
              <a:rPr lang="zh-CN" altLang="en-US" dirty="0">
                <a:solidFill>
                  <a:srgbClr val="333333"/>
                </a:solidFill>
                <a:latin typeface="微软雅黑" panose="020B0503020204020204" pitchFamily="34" charset="-122"/>
                <a:ea typeface="微软雅黑" panose="020B0503020204020204" pitchFamily="34" charset="-122"/>
              </a:rPr>
              <a:t>的下一代</a:t>
            </a:r>
            <a:r>
              <a:rPr lang="en-US" altLang="zh-CN" dirty="0">
                <a:solidFill>
                  <a:srgbClr val="333333"/>
                </a:solidFill>
                <a:latin typeface="微软雅黑" panose="020B0503020204020204" pitchFamily="34" charset="-122"/>
                <a:ea typeface="微软雅黑" panose="020B0503020204020204" pitchFamily="34" charset="-122"/>
              </a:rPr>
              <a:t>IP</a:t>
            </a:r>
            <a:r>
              <a:rPr lang="zh-CN" altLang="en-US" dirty="0">
                <a:solidFill>
                  <a:srgbClr val="333333"/>
                </a:solidFill>
                <a:latin typeface="微软雅黑" panose="020B0503020204020204" pitchFamily="34" charset="-122"/>
                <a:ea typeface="微软雅黑" panose="020B0503020204020204" pitchFamily="34" charset="-122"/>
              </a:rPr>
              <a:t>协议</a:t>
            </a:r>
            <a:endParaRPr lang="zh-CN" altLang="en-US" dirty="0">
              <a:latin typeface="微软雅黑" panose="020B0503020204020204" pitchFamily="34" charset="-122"/>
              <a:ea typeface="微软雅黑" panose="020B0503020204020204" pitchFamily="34" charset="-122"/>
            </a:endParaRPr>
          </a:p>
        </p:txBody>
      </p:sp>
      <p:sp>
        <p:nvSpPr>
          <p:cNvPr id="3" name="矩形 2"/>
          <p:cNvSpPr/>
          <p:nvPr/>
        </p:nvSpPr>
        <p:spPr>
          <a:xfrm>
            <a:off x="354517" y="2349277"/>
            <a:ext cx="11502123" cy="1438214"/>
          </a:xfrm>
          <a:prstGeom prst="rect">
            <a:avLst/>
          </a:prstGeom>
        </p:spPr>
        <p:txBody>
          <a:bodyPr wrap="square">
            <a:spAutoFit/>
          </a:bodyPr>
          <a:lstStyle/>
          <a:p>
            <a:pPr>
              <a:lnSpc>
                <a:spcPct val="120000"/>
              </a:lnSpc>
              <a:defRPr/>
            </a:pPr>
            <a:r>
              <a:rPr lang="zh-CN" altLang="en-US" dirty="0">
                <a:solidFill>
                  <a:srgbClr val="333333"/>
                </a:solidFill>
                <a:latin typeface="微软雅黑" panose="020B0503020204020204" pitchFamily="34" charset="-122"/>
                <a:ea typeface="微软雅黑" panose="020B0503020204020204" pitchFamily="34" charset="-122"/>
              </a:rPr>
              <a:t>    由于</a:t>
            </a:r>
            <a:r>
              <a:rPr lang="en-US" altLang="zh-CN" dirty="0">
                <a:solidFill>
                  <a:srgbClr val="333333"/>
                </a:solidFill>
                <a:latin typeface="微软雅黑" panose="020B0503020204020204" pitchFamily="34" charset="-122"/>
                <a:ea typeface="微软雅黑" panose="020B0503020204020204" pitchFamily="34" charset="-122"/>
              </a:rPr>
              <a:t>IPv4</a:t>
            </a:r>
            <a:r>
              <a:rPr lang="zh-CN" altLang="en-US" dirty="0">
                <a:solidFill>
                  <a:srgbClr val="333333"/>
                </a:solidFill>
                <a:latin typeface="微软雅黑" panose="020B0503020204020204" pitchFamily="34" charset="-122"/>
                <a:ea typeface="微软雅黑" panose="020B0503020204020204" pitchFamily="34" charset="-122"/>
              </a:rPr>
              <a:t>最大的问题在于网络地址资源不足，严重制约了互联网的应用和发展。</a:t>
            </a:r>
            <a:r>
              <a:rPr lang="en-US" altLang="zh-CN" dirty="0">
                <a:solidFill>
                  <a:srgbClr val="FF0000"/>
                </a:solidFill>
                <a:latin typeface="微软雅黑" panose="020B0503020204020204" pitchFamily="34" charset="-122"/>
                <a:ea typeface="微软雅黑" panose="020B0503020204020204" pitchFamily="34" charset="-122"/>
              </a:rPr>
              <a:t>IPv6</a:t>
            </a:r>
            <a:r>
              <a:rPr lang="zh-CN" altLang="en-US" dirty="0">
                <a:solidFill>
                  <a:srgbClr val="FF0000"/>
                </a:solidFill>
                <a:latin typeface="微软雅黑" panose="020B0503020204020204" pitchFamily="34" charset="-122"/>
                <a:ea typeface="微软雅黑" panose="020B0503020204020204" pitchFamily="34" charset="-122"/>
              </a:rPr>
              <a:t>采用</a:t>
            </a:r>
            <a:r>
              <a:rPr lang="en-US" altLang="zh-CN" dirty="0">
                <a:solidFill>
                  <a:srgbClr val="FF0000"/>
                </a:solidFill>
                <a:latin typeface="微软雅黑" panose="020B0503020204020204" pitchFamily="34" charset="-122"/>
                <a:ea typeface="微软雅黑" panose="020B0503020204020204" pitchFamily="34" charset="-122"/>
              </a:rPr>
              <a:t>128</a:t>
            </a:r>
            <a:r>
              <a:rPr lang="zh-CN" altLang="en-US" dirty="0">
                <a:solidFill>
                  <a:srgbClr val="FF0000"/>
                </a:solidFill>
                <a:latin typeface="微软雅黑" panose="020B0503020204020204" pitchFamily="34" charset="-122"/>
                <a:ea typeface="微软雅黑" panose="020B0503020204020204" pitchFamily="34" charset="-122"/>
              </a:rPr>
              <a:t>位的</a:t>
            </a:r>
            <a:r>
              <a:rPr lang="en-US" altLang="zh-CN" dirty="0">
                <a:solidFill>
                  <a:srgbClr val="FF0000"/>
                </a:solidFill>
                <a:latin typeface="微软雅黑" panose="020B0503020204020204" pitchFamily="34" charset="-122"/>
                <a:ea typeface="微软雅黑" panose="020B0503020204020204" pitchFamily="34" charset="-122"/>
              </a:rPr>
              <a:t>IP</a:t>
            </a:r>
            <a:r>
              <a:rPr lang="zh-CN" altLang="en-US" dirty="0">
                <a:solidFill>
                  <a:srgbClr val="FF0000"/>
                </a:solidFill>
                <a:latin typeface="微软雅黑" panose="020B0503020204020204" pitchFamily="34" charset="-122"/>
                <a:ea typeface="微软雅黑" panose="020B0503020204020204" pitchFamily="34" charset="-122"/>
              </a:rPr>
              <a:t>地址</a:t>
            </a:r>
            <a:r>
              <a:rPr lang="zh-CN" altLang="en-US" dirty="0">
                <a:solidFill>
                  <a:srgbClr val="333333"/>
                </a:solidFill>
                <a:latin typeface="微软雅黑" panose="020B0503020204020204" pitchFamily="34" charset="-122"/>
                <a:ea typeface="微软雅黑" panose="020B0503020204020204" pitchFamily="34" charset="-122"/>
              </a:rPr>
              <a:t>，</a:t>
            </a:r>
            <a:r>
              <a:rPr lang="en-US" altLang="zh-CN" dirty="0">
                <a:solidFill>
                  <a:srgbClr val="333333"/>
                </a:solidFill>
                <a:latin typeface="微软雅黑" panose="020B0503020204020204" pitchFamily="34" charset="-122"/>
                <a:ea typeface="微软雅黑" panose="020B0503020204020204" pitchFamily="34" charset="-122"/>
              </a:rPr>
              <a:t>IPv6</a:t>
            </a:r>
            <a:r>
              <a:rPr lang="zh-CN" altLang="en-US" dirty="0">
                <a:solidFill>
                  <a:srgbClr val="333333"/>
                </a:solidFill>
                <a:latin typeface="微软雅黑" panose="020B0503020204020204" pitchFamily="34" charset="-122"/>
                <a:ea typeface="微软雅黑" panose="020B0503020204020204" pitchFamily="34" charset="-122"/>
              </a:rPr>
              <a:t>的使用，不仅能解决网络地址资源数量的问题，而且也解决了多种接入设备连入互联网的障碍</a:t>
            </a:r>
            <a:r>
              <a:rPr lang="en-US" altLang="zh-CN" dirty="0">
                <a:solidFill>
                  <a:srgbClr val="333333"/>
                </a:solidFill>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59424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27"/>
          <p:cNvSpPr>
            <a:spLocks noGrp="1" noChangeArrowheads="1"/>
          </p:cNvSpPr>
          <p:nvPr>
            <p:ph type="title" idx="4294967295"/>
          </p:nvPr>
        </p:nvSpPr>
        <p:spPr>
          <a:xfrm>
            <a:off x="263352" y="116632"/>
            <a:ext cx="2447925" cy="669925"/>
          </a:xfrm>
          <a:noFill/>
        </p:spPr>
        <p:txBody>
          <a:bodyPr/>
          <a:lstStyle/>
          <a:p>
            <a:pPr algn="l" eaLnBrk="1" hangingPunct="1"/>
            <a:r>
              <a:rPr lang="en-US" altLang="zh-CN" sz="2800" dirty="0">
                <a:solidFill>
                  <a:srgbClr val="0070C0"/>
                </a:solidFill>
              </a:rPr>
              <a:t>IPv6</a:t>
            </a:r>
            <a:r>
              <a:rPr lang="zh-CN" altLang="en-US" sz="2800" dirty="0">
                <a:solidFill>
                  <a:srgbClr val="0070C0"/>
                </a:solidFill>
              </a:rPr>
              <a:t>地址</a:t>
            </a:r>
          </a:p>
        </p:txBody>
      </p:sp>
      <p:sp>
        <p:nvSpPr>
          <p:cNvPr id="3" name="Rectangle 127">
            <a:extLst>
              <a:ext uri="{FF2B5EF4-FFF2-40B4-BE49-F238E27FC236}">
                <a16:creationId xmlns:a16="http://schemas.microsoft.com/office/drawing/2014/main" id="{A9BC07AF-AA1C-44D4-8E63-0F6E0C2ADEF0}"/>
              </a:ext>
            </a:extLst>
          </p:cNvPr>
          <p:cNvSpPr txBox="1">
            <a:spLocks noChangeArrowheads="1"/>
          </p:cNvSpPr>
          <p:nvPr/>
        </p:nvSpPr>
        <p:spPr bwMode="auto">
          <a:xfrm>
            <a:off x="551384" y="1268760"/>
            <a:ext cx="9217396"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algn="l" eaLnBrk="1" hangingPunct="1"/>
            <a:r>
              <a:rPr lang="en-US" altLang="zh-CN" sz="2400" kern="0" dirty="0">
                <a:latin typeface="微软雅黑" panose="020B0503020204020204" pitchFamily="34" charset="-122"/>
                <a:ea typeface="微软雅黑" panose="020B0503020204020204" pitchFamily="34" charset="-122"/>
              </a:rPr>
              <a:t>IPv6</a:t>
            </a:r>
            <a:r>
              <a:rPr lang="zh-CN" altLang="en-US" sz="2400" kern="0" dirty="0">
                <a:latin typeface="微软雅黑" panose="020B0503020204020204" pitchFamily="34" charset="-122"/>
                <a:ea typeface="微软雅黑" panose="020B0503020204020204" pitchFamily="34" charset="-122"/>
              </a:rPr>
              <a:t>数据报的目的</a:t>
            </a:r>
            <a:r>
              <a:rPr lang="zh-CN" altLang="en-US" sz="2400" kern="0" dirty="0">
                <a:solidFill>
                  <a:schemeClr val="tx1"/>
                </a:solidFill>
                <a:latin typeface="微软雅黑" panose="020B0503020204020204" pitchFamily="34" charset="-122"/>
                <a:ea typeface="微软雅黑" panose="020B0503020204020204" pitchFamily="34" charset="-122"/>
              </a:rPr>
              <a:t>地址有如下三种基本类型：</a:t>
            </a:r>
            <a:endParaRPr lang="zh-CN" altLang="en-US" sz="2400" kern="0" dirty="0">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92E9CACA-5F35-47B4-88C6-B7983C174A49}"/>
              </a:ext>
            </a:extLst>
          </p:cNvPr>
          <p:cNvSpPr/>
          <p:nvPr/>
        </p:nvSpPr>
        <p:spPr>
          <a:xfrm>
            <a:off x="479376" y="2029359"/>
            <a:ext cx="10404649" cy="4274375"/>
          </a:xfrm>
          <a:prstGeom prst="rect">
            <a:avLst/>
          </a:prstGeom>
        </p:spPr>
        <p:txBody>
          <a:bodyPr wrap="square">
            <a:spAutoFit/>
          </a:bodyPr>
          <a:lstStyle/>
          <a:p>
            <a:pPr algn="just">
              <a:lnSpc>
                <a:spcPct val="120000"/>
              </a:lnSpc>
              <a:spcAft>
                <a:spcPts val="600"/>
              </a:spcAft>
              <a:defRPr/>
            </a:pPr>
            <a:r>
              <a:rPr lang="zh-CN" altLang="en-US" sz="2400" b="1" dirty="0">
                <a:solidFill>
                  <a:srgbClr val="333333"/>
                </a:solidFill>
                <a:latin typeface="微软雅黑" panose="020B0503020204020204" pitchFamily="34" charset="-122"/>
                <a:ea typeface="微软雅黑" panose="020B0503020204020204" pitchFamily="34" charset="-122"/>
              </a:rPr>
              <a:t>（</a:t>
            </a:r>
            <a:r>
              <a:rPr lang="en-US" altLang="zh-CN" sz="2400" b="1" dirty="0">
                <a:solidFill>
                  <a:srgbClr val="333333"/>
                </a:solidFill>
                <a:latin typeface="微软雅黑" panose="020B0503020204020204" pitchFamily="34" charset="-122"/>
                <a:ea typeface="微软雅黑" panose="020B0503020204020204" pitchFamily="34" charset="-122"/>
              </a:rPr>
              <a:t>1</a:t>
            </a:r>
            <a:r>
              <a:rPr lang="zh-CN" altLang="en-US" sz="2400" b="1" dirty="0">
                <a:solidFill>
                  <a:srgbClr val="333333"/>
                </a:solidFill>
                <a:latin typeface="微软雅黑" panose="020B0503020204020204" pitchFamily="34" charset="-122"/>
                <a:ea typeface="微软雅黑" panose="020B0503020204020204" pitchFamily="34" charset="-122"/>
              </a:rPr>
              <a:t>）单播地址</a:t>
            </a:r>
            <a:r>
              <a:rPr lang="zh-CN" altLang="en-US" sz="2400" dirty="0">
                <a:solidFill>
                  <a:srgbClr val="333333"/>
                </a:solidFill>
                <a:latin typeface="微软雅黑" panose="020B0503020204020204" pitchFamily="34" charset="-122"/>
                <a:ea typeface="微软雅黑" panose="020B0503020204020204" pitchFamily="34" charset="-122"/>
              </a:rPr>
              <a:t>：用来唯一标识一个接口，类似于</a:t>
            </a:r>
            <a:r>
              <a:rPr lang="en-US" altLang="zh-CN" sz="2400" dirty="0">
                <a:solidFill>
                  <a:srgbClr val="333333"/>
                </a:solidFill>
                <a:latin typeface="微软雅黑" panose="020B0503020204020204" pitchFamily="34" charset="-122"/>
                <a:ea typeface="微软雅黑" panose="020B0503020204020204" pitchFamily="34" charset="-122"/>
              </a:rPr>
              <a:t>IPv4</a:t>
            </a:r>
            <a:r>
              <a:rPr lang="zh-CN" altLang="en-US" sz="2400" dirty="0">
                <a:solidFill>
                  <a:srgbClr val="333333"/>
                </a:solidFill>
                <a:latin typeface="微软雅黑" panose="020B0503020204020204" pitchFamily="34" charset="-122"/>
                <a:ea typeface="微软雅黑" panose="020B0503020204020204" pitchFamily="34" charset="-122"/>
              </a:rPr>
              <a:t>中的单播地址。发送到单播地址的数据报文将被传送给此地址所标识的一个接口。</a:t>
            </a:r>
          </a:p>
          <a:p>
            <a:pPr algn="just">
              <a:lnSpc>
                <a:spcPct val="120000"/>
              </a:lnSpc>
              <a:spcAft>
                <a:spcPts val="600"/>
              </a:spcAft>
              <a:defRPr/>
            </a:pPr>
            <a:r>
              <a:rPr lang="zh-CN" altLang="en-US" sz="2400" b="1" dirty="0">
                <a:solidFill>
                  <a:srgbClr val="333333"/>
                </a:solidFill>
                <a:latin typeface="微软雅黑" panose="020B0503020204020204" pitchFamily="34" charset="-122"/>
                <a:ea typeface="微软雅黑" panose="020B0503020204020204" pitchFamily="34" charset="-122"/>
              </a:rPr>
              <a:t>（</a:t>
            </a:r>
            <a:r>
              <a:rPr lang="en-US" altLang="zh-CN" sz="2400" b="1" dirty="0">
                <a:solidFill>
                  <a:srgbClr val="333333"/>
                </a:solidFill>
                <a:latin typeface="微软雅黑" panose="020B0503020204020204" pitchFamily="34" charset="-122"/>
                <a:ea typeface="微软雅黑" panose="020B0503020204020204" pitchFamily="34" charset="-122"/>
              </a:rPr>
              <a:t>2</a:t>
            </a:r>
            <a:r>
              <a:rPr lang="zh-CN" altLang="en-US" sz="2400" b="1" dirty="0">
                <a:solidFill>
                  <a:srgbClr val="333333"/>
                </a:solidFill>
                <a:latin typeface="微软雅黑" panose="020B0503020204020204" pitchFamily="34" charset="-122"/>
                <a:ea typeface="微软雅黑" panose="020B0503020204020204" pitchFamily="34" charset="-122"/>
              </a:rPr>
              <a:t>）任播地址：</a:t>
            </a:r>
            <a:r>
              <a:rPr lang="zh-CN" altLang="en-US" sz="2400" dirty="0">
                <a:solidFill>
                  <a:srgbClr val="333333"/>
                </a:solidFill>
                <a:latin typeface="微软雅黑" panose="020B0503020204020204" pitchFamily="34" charset="-122"/>
                <a:ea typeface="微软雅黑" panose="020B0503020204020204" pitchFamily="34" charset="-122"/>
              </a:rPr>
              <a:t>用来标识一组接口（通常这组接口属于不同的节点）。发送到任播地址的数据报文被传送给此地址所标识的一组接口中距离源节点最近（根据使用的路由协议进行度量）的一个接口（路由器）。</a:t>
            </a:r>
          </a:p>
          <a:p>
            <a:pPr algn="just">
              <a:lnSpc>
                <a:spcPct val="120000"/>
              </a:lnSpc>
              <a:spcAft>
                <a:spcPts val="600"/>
              </a:spcAft>
              <a:defRPr/>
            </a:pPr>
            <a:r>
              <a:rPr lang="zh-CN" altLang="en-US" sz="2400" b="1" dirty="0">
                <a:solidFill>
                  <a:srgbClr val="333333"/>
                </a:solidFill>
                <a:latin typeface="微软雅黑" panose="020B0503020204020204" pitchFamily="34" charset="-122"/>
                <a:ea typeface="微软雅黑" panose="020B0503020204020204" pitchFamily="34" charset="-122"/>
              </a:rPr>
              <a:t>（</a:t>
            </a:r>
            <a:r>
              <a:rPr lang="en-US" altLang="zh-CN" sz="2400" b="1" dirty="0">
                <a:solidFill>
                  <a:srgbClr val="333333"/>
                </a:solidFill>
                <a:latin typeface="微软雅黑" panose="020B0503020204020204" pitchFamily="34" charset="-122"/>
                <a:ea typeface="微软雅黑" panose="020B0503020204020204" pitchFamily="34" charset="-122"/>
              </a:rPr>
              <a:t>3</a:t>
            </a:r>
            <a:r>
              <a:rPr lang="zh-CN" altLang="en-US" sz="2400" b="1" dirty="0">
                <a:solidFill>
                  <a:srgbClr val="333333"/>
                </a:solidFill>
                <a:latin typeface="微软雅黑" panose="020B0503020204020204" pitchFamily="34" charset="-122"/>
                <a:ea typeface="微软雅黑" panose="020B0503020204020204" pitchFamily="34" charset="-122"/>
              </a:rPr>
              <a:t>）组播地址</a:t>
            </a:r>
            <a:r>
              <a:rPr lang="zh-CN" altLang="en-US" sz="2400" dirty="0">
                <a:solidFill>
                  <a:srgbClr val="333333"/>
                </a:solidFill>
                <a:latin typeface="微软雅黑" panose="020B0503020204020204" pitchFamily="34" charset="-122"/>
                <a:ea typeface="微软雅黑" panose="020B0503020204020204" pitchFamily="34" charset="-122"/>
              </a:rPr>
              <a:t>：用来标识一组接口（通常这组接口属于不同的节点），类似于</a:t>
            </a:r>
            <a:r>
              <a:rPr lang="en-US" altLang="zh-CN" sz="2400" dirty="0">
                <a:solidFill>
                  <a:srgbClr val="333333"/>
                </a:solidFill>
                <a:latin typeface="微软雅黑" panose="020B0503020204020204" pitchFamily="34" charset="-122"/>
                <a:ea typeface="微软雅黑" panose="020B0503020204020204" pitchFamily="34" charset="-122"/>
              </a:rPr>
              <a:t>IPv4</a:t>
            </a:r>
            <a:r>
              <a:rPr lang="zh-CN" altLang="en-US" sz="2400" dirty="0">
                <a:solidFill>
                  <a:srgbClr val="333333"/>
                </a:solidFill>
                <a:latin typeface="微软雅黑" panose="020B0503020204020204" pitchFamily="34" charset="-122"/>
                <a:ea typeface="微软雅黑" panose="020B0503020204020204" pitchFamily="34" charset="-122"/>
              </a:rPr>
              <a:t>中的组播地址。发送到组播地址的数据报文被传送给此地址所标识的所有接口。</a:t>
            </a:r>
            <a:endParaRPr lang="en-US" altLang="zh-CN" sz="2400" dirty="0">
              <a:solidFill>
                <a:srgbClr val="333333"/>
              </a:solidFill>
              <a:latin typeface="微软雅黑" panose="020B0503020204020204" pitchFamily="34" charset="-122"/>
              <a:ea typeface="微软雅黑" panose="020B0503020204020204" pitchFamily="34" charset="-122"/>
            </a:endParaRPr>
          </a:p>
          <a:p>
            <a:pPr algn="just">
              <a:lnSpc>
                <a:spcPct val="120000"/>
              </a:lnSpc>
              <a:spcAft>
                <a:spcPts val="600"/>
              </a:spcAft>
              <a:defRPr/>
            </a:pPr>
            <a:endParaRPr lang="en-US" altLang="zh-CN" sz="2400" dirty="0">
              <a:solidFill>
                <a:srgbClr val="333333"/>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6527" y="908720"/>
            <a:ext cx="11358310" cy="3892669"/>
          </a:xfrm>
          <a:prstGeom prst="rect">
            <a:avLst/>
          </a:prstGeom>
        </p:spPr>
        <p:txBody>
          <a:bodyPr wrap="square">
            <a:spAutoFit/>
          </a:bodyPr>
          <a:lstStyle/>
          <a:p>
            <a:pPr>
              <a:lnSpc>
                <a:spcPct val="120000"/>
              </a:lnSpc>
              <a:defRPr/>
            </a:pPr>
            <a:r>
              <a:rPr lang="zh-CN" altLang="en-US" sz="2600" b="1" dirty="0">
                <a:solidFill>
                  <a:srgbClr val="333333"/>
                </a:solidFill>
                <a:latin typeface="微软雅黑" panose="020B0503020204020204" pitchFamily="34" charset="-122"/>
                <a:ea typeface="微软雅黑" panose="020B0503020204020204" pitchFamily="34" charset="-122"/>
              </a:rPr>
              <a:t>一、</a:t>
            </a:r>
            <a:r>
              <a:rPr lang="zh-CN" altLang="en-US" sz="2600" b="1" dirty="0">
                <a:solidFill>
                  <a:srgbClr val="FF0000"/>
                </a:solidFill>
                <a:latin typeface="微软雅黑" panose="020B0503020204020204" pitchFamily="34" charset="-122"/>
                <a:ea typeface="微软雅黑" panose="020B0503020204020204" pitchFamily="34" charset="-122"/>
              </a:rPr>
              <a:t>冒号十六进制表示法</a:t>
            </a:r>
            <a:br>
              <a:rPr lang="zh-CN" altLang="en-US" sz="2600" dirty="0">
                <a:latin typeface="微软雅黑" panose="020B0503020204020204" pitchFamily="34" charset="-122"/>
                <a:ea typeface="微软雅黑" panose="020B0503020204020204" pitchFamily="34" charset="-122"/>
              </a:rPr>
            </a:br>
            <a:r>
              <a:rPr lang="zh-CN" altLang="en-US" sz="2600" dirty="0">
                <a:solidFill>
                  <a:srgbClr val="333333"/>
                </a:solidFill>
                <a:latin typeface="微软雅黑" panose="020B0503020204020204" pitchFamily="34" charset="-122"/>
                <a:ea typeface="微软雅黑" panose="020B0503020204020204" pitchFamily="34" charset="-122"/>
              </a:rPr>
              <a:t>　　</a:t>
            </a:r>
            <a:r>
              <a:rPr lang="zh-CN" altLang="en-US" sz="2600" dirty="0">
                <a:solidFill>
                  <a:srgbClr val="0070C0"/>
                </a:solidFill>
                <a:latin typeface="微软雅黑" panose="020B0503020204020204" pitchFamily="34" charset="-122"/>
                <a:ea typeface="微软雅黑" panose="020B0503020204020204" pitchFamily="34" charset="-122"/>
              </a:rPr>
              <a:t>格式为</a:t>
            </a:r>
            <a:r>
              <a:rPr lang="en-US" altLang="zh-CN" sz="2600" dirty="0">
                <a:solidFill>
                  <a:srgbClr val="0070C0"/>
                </a:solidFill>
                <a:latin typeface="微软雅黑" panose="020B0503020204020204" pitchFamily="34" charset="-122"/>
                <a:ea typeface="微软雅黑" panose="020B0503020204020204" pitchFamily="34" charset="-122"/>
              </a:rPr>
              <a:t>X:X:X:X:X:X:X:X</a:t>
            </a:r>
            <a:r>
              <a:rPr lang="zh-CN" altLang="en-US" sz="2600" dirty="0">
                <a:solidFill>
                  <a:srgbClr val="0070C0"/>
                </a:solidFill>
                <a:latin typeface="微软雅黑" panose="020B0503020204020204" pitchFamily="34" charset="-122"/>
                <a:ea typeface="微软雅黑" panose="020B0503020204020204" pitchFamily="34" charset="-122"/>
              </a:rPr>
              <a:t>，其中每个</a:t>
            </a:r>
            <a:r>
              <a:rPr lang="en-US" altLang="zh-CN" sz="2600" dirty="0">
                <a:solidFill>
                  <a:srgbClr val="0070C0"/>
                </a:solidFill>
                <a:latin typeface="微软雅黑" panose="020B0503020204020204" pitchFamily="34" charset="-122"/>
                <a:ea typeface="微软雅黑" panose="020B0503020204020204" pitchFamily="34" charset="-122"/>
              </a:rPr>
              <a:t>X</a:t>
            </a:r>
            <a:r>
              <a:rPr lang="zh-CN" altLang="en-US" sz="2600" dirty="0">
                <a:solidFill>
                  <a:srgbClr val="0070C0"/>
                </a:solidFill>
                <a:latin typeface="微软雅黑" panose="020B0503020204020204" pitchFamily="34" charset="-122"/>
                <a:ea typeface="微软雅黑" panose="020B0503020204020204" pitchFamily="34" charset="-122"/>
              </a:rPr>
              <a:t>表示地址中的</a:t>
            </a:r>
            <a:r>
              <a:rPr lang="en-US" altLang="zh-CN" sz="2600" dirty="0">
                <a:solidFill>
                  <a:srgbClr val="0070C0"/>
                </a:solidFill>
                <a:latin typeface="微软雅黑" panose="020B0503020204020204" pitchFamily="34" charset="-122"/>
                <a:ea typeface="微软雅黑" panose="020B0503020204020204" pitchFamily="34" charset="-122"/>
              </a:rPr>
              <a:t>16b</a:t>
            </a:r>
            <a:r>
              <a:rPr lang="zh-CN" altLang="en-US" sz="2600" dirty="0">
                <a:solidFill>
                  <a:srgbClr val="0070C0"/>
                </a:solidFill>
                <a:latin typeface="微软雅黑" panose="020B0503020204020204" pitchFamily="34" charset="-122"/>
                <a:ea typeface="微软雅黑" panose="020B0503020204020204" pitchFamily="34" charset="-122"/>
              </a:rPr>
              <a:t>，以十六进制表示</a:t>
            </a:r>
            <a:r>
              <a:rPr lang="zh-CN" altLang="en-US" sz="2600" dirty="0">
                <a:solidFill>
                  <a:srgbClr val="333333"/>
                </a:solidFill>
                <a:latin typeface="微软雅黑" panose="020B0503020204020204" pitchFamily="34" charset="-122"/>
                <a:ea typeface="微软雅黑" panose="020B0503020204020204" pitchFamily="34" charset="-122"/>
              </a:rPr>
              <a:t>例如：</a:t>
            </a:r>
            <a:br>
              <a:rPr lang="zh-CN" altLang="en-US" sz="2600" dirty="0">
                <a:latin typeface="微软雅黑" panose="020B0503020204020204" pitchFamily="34" charset="-122"/>
                <a:ea typeface="微软雅黑" panose="020B0503020204020204" pitchFamily="34" charset="-122"/>
              </a:rPr>
            </a:br>
            <a:r>
              <a:rPr lang="zh-CN" altLang="en-US" sz="2600" dirty="0">
                <a:solidFill>
                  <a:srgbClr val="333333"/>
                </a:solidFill>
                <a:latin typeface="微软雅黑" panose="020B0503020204020204" pitchFamily="34" charset="-122"/>
                <a:ea typeface="微软雅黑" panose="020B0503020204020204" pitchFamily="34" charset="-122"/>
              </a:rPr>
              <a:t>　　</a:t>
            </a:r>
            <a:r>
              <a:rPr lang="en-US" altLang="zh-CN" sz="2600" dirty="0">
                <a:solidFill>
                  <a:srgbClr val="333333"/>
                </a:solidFill>
                <a:latin typeface="微软雅黑" panose="020B0503020204020204" pitchFamily="34" charset="-122"/>
                <a:ea typeface="微软雅黑" panose="020B0503020204020204" pitchFamily="34" charset="-122"/>
              </a:rPr>
              <a:t>ABCD:EF01:2345:6789:ABCD:EF01:2345:6789</a:t>
            </a:r>
            <a:br>
              <a:rPr lang="en-US" altLang="zh-CN" sz="2600" dirty="0">
                <a:latin typeface="微软雅黑" panose="020B0503020204020204" pitchFamily="34" charset="-122"/>
                <a:ea typeface="微软雅黑" panose="020B0503020204020204" pitchFamily="34" charset="-122"/>
              </a:rPr>
            </a:br>
            <a:r>
              <a:rPr lang="zh-CN" altLang="en-US" sz="2600" dirty="0">
                <a:solidFill>
                  <a:srgbClr val="333333"/>
                </a:solidFill>
                <a:latin typeface="微软雅黑" panose="020B0503020204020204" pitchFamily="34" charset="-122"/>
                <a:ea typeface="微软雅黑" panose="020B0503020204020204" pitchFamily="34" charset="-122"/>
              </a:rPr>
              <a:t>　　这种表示法中，每个</a:t>
            </a:r>
            <a:r>
              <a:rPr lang="en-US" altLang="zh-CN" sz="2600" dirty="0">
                <a:solidFill>
                  <a:srgbClr val="333333"/>
                </a:solidFill>
                <a:latin typeface="微软雅黑" panose="020B0503020204020204" pitchFamily="34" charset="-122"/>
                <a:ea typeface="微软雅黑" panose="020B0503020204020204" pitchFamily="34" charset="-122"/>
              </a:rPr>
              <a:t>X</a:t>
            </a:r>
            <a:r>
              <a:rPr lang="zh-CN" altLang="en-US" sz="2600" dirty="0">
                <a:solidFill>
                  <a:srgbClr val="333333"/>
                </a:solidFill>
                <a:latin typeface="微软雅黑" panose="020B0503020204020204" pitchFamily="34" charset="-122"/>
                <a:ea typeface="微软雅黑" panose="020B0503020204020204" pitchFamily="34" charset="-122"/>
              </a:rPr>
              <a:t>的前导</a:t>
            </a:r>
            <a:r>
              <a:rPr lang="en-US" altLang="zh-CN" sz="2600" dirty="0">
                <a:solidFill>
                  <a:srgbClr val="333333"/>
                </a:solidFill>
                <a:latin typeface="微软雅黑" panose="020B0503020204020204" pitchFamily="34" charset="-122"/>
                <a:ea typeface="微软雅黑" panose="020B0503020204020204" pitchFamily="34" charset="-122"/>
              </a:rPr>
              <a:t>0</a:t>
            </a:r>
            <a:r>
              <a:rPr lang="zh-CN" altLang="en-US" sz="2600" dirty="0">
                <a:solidFill>
                  <a:srgbClr val="333333"/>
                </a:solidFill>
                <a:latin typeface="微软雅黑" panose="020B0503020204020204" pitchFamily="34" charset="-122"/>
                <a:ea typeface="微软雅黑" panose="020B0503020204020204" pitchFamily="34" charset="-122"/>
              </a:rPr>
              <a:t>是可以省略的</a:t>
            </a:r>
            <a:r>
              <a:rPr lang="en-US" altLang="zh-CN" sz="2600" dirty="0">
                <a:solidFill>
                  <a:srgbClr val="333333"/>
                </a:solidFill>
                <a:latin typeface="微软雅黑" panose="020B0503020204020204" pitchFamily="34" charset="-122"/>
                <a:ea typeface="微软雅黑" panose="020B0503020204020204" pitchFamily="34" charset="-122"/>
              </a:rPr>
              <a:t>.</a:t>
            </a:r>
          </a:p>
          <a:p>
            <a:pPr>
              <a:lnSpc>
                <a:spcPct val="120000"/>
              </a:lnSpc>
              <a:defRPr/>
            </a:pPr>
            <a:r>
              <a:rPr lang="zh-CN" altLang="en-US" sz="2600" dirty="0">
                <a:solidFill>
                  <a:srgbClr val="333333"/>
                </a:solidFill>
                <a:latin typeface="微软雅黑" panose="020B0503020204020204" pitchFamily="34" charset="-122"/>
                <a:ea typeface="微软雅黑" panose="020B0503020204020204" pitchFamily="34" charset="-122"/>
              </a:rPr>
              <a:t>例如：</a:t>
            </a:r>
            <a:br>
              <a:rPr lang="zh-CN" altLang="en-US" sz="2600" dirty="0">
                <a:latin typeface="微软雅黑" panose="020B0503020204020204" pitchFamily="34" charset="-122"/>
                <a:ea typeface="微软雅黑" panose="020B0503020204020204" pitchFamily="34" charset="-122"/>
              </a:rPr>
            </a:br>
            <a:r>
              <a:rPr lang="zh-CN" altLang="en-US" sz="2600" dirty="0">
                <a:solidFill>
                  <a:srgbClr val="333333"/>
                </a:solidFill>
                <a:latin typeface="微软雅黑" panose="020B0503020204020204" pitchFamily="34" charset="-122"/>
                <a:ea typeface="微软雅黑" panose="020B0503020204020204" pitchFamily="34" charset="-122"/>
              </a:rPr>
              <a:t>　　</a:t>
            </a:r>
            <a:r>
              <a:rPr lang="en-US" altLang="zh-CN" sz="2600" dirty="0">
                <a:solidFill>
                  <a:srgbClr val="333333"/>
                </a:solidFill>
                <a:latin typeface="微软雅黑" panose="020B0503020204020204" pitchFamily="34" charset="-122"/>
                <a:ea typeface="微软雅黑" panose="020B0503020204020204" pitchFamily="34" charset="-122"/>
              </a:rPr>
              <a:t>2001:0DB8:0000:0023:0008:0800:200C:417A</a:t>
            </a:r>
          </a:p>
          <a:p>
            <a:pPr>
              <a:lnSpc>
                <a:spcPct val="120000"/>
              </a:lnSpc>
              <a:defRPr/>
            </a:pPr>
            <a:r>
              <a:rPr lang="en-US" altLang="zh-CN" sz="2600" dirty="0">
                <a:solidFill>
                  <a:srgbClr val="333333"/>
                </a:solidFill>
                <a:latin typeface="微软雅黑" panose="020B0503020204020204" pitchFamily="34" charset="-122"/>
                <a:ea typeface="微软雅黑" panose="020B0503020204020204" pitchFamily="34" charset="-122"/>
              </a:rPr>
              <a:t>      → 2001:DB8:0:23:8:800:200C:417A</a:t>
            </a:r>
            <a:endParaRPr lang="zh-CN" altLang="en-US" sz="2600" dirty="0">
              <a:latin typeface="微软雅黑" panose="020B0503020204020204" pitchFamily="34" charset="-122"/>
              <a:ea typeface="微软雅黑" panose="020B0503020204020204" pitchFamily="34" charset="-122"/>
            </a:endParaRPr>
          </a:p>
        </p:txBody>
      </p:sp>
      <p:sp>
        <p:nvSpPr>
          <p:cNvPr id="6" name="Rectangle 127"/>
          <p:cNvSpPr txBox="1">
            <a:spLocks noChangeArrowheads="1"/>
          </p:cNvSpPr>
          <p:nvPr/>
        </p:nvSpPr>
        <p:spPr bwMode="auto">
          <a:xfrm>
            <a:off x="263352" y="2141"/>
            <a:ext cx="4536504" cy="741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en-US" altLang="zh-CN" sz="2800" b="1" kern="0" dirty="0"/>
              <a:t>IPv6</a:t>
            </a:r>
            <a:r>
              <a:rPr lang="zh-CN" altLang="en-US" sz="2800" b="1" kern="0" dirty="0">
                <a:solidFill>
                  <a:schemeClr val="tx1"/>
                </a:solidFill>
              </a:rPr>
              <a:t>地址的标识（</a:t>
            </a:r>
            <a:r>
              <a:rPr lang="en-US" altLang="zh-CN" sz="2800" b="1" kern="0" dirty="0">
                <a:solidFill>
                  <a:schemeClr val="tx1"/>
                </a:solidFill>
              </a:rPr>
              <a:t>128</a:t>
            </a:r>
            <a:r>
              <a:rPr lang="zh-CN" altLang="en-US" sz="2800" b="1" kern="0" dirty="0">
                <a:solidFill>
                  <a:schemeClr val="tx1"/>
                </a:solidFill>
              </a:rPr>
              <a:t>位）</a:t>
            </a:r>
            <a:endParaRPr lang="zh-CN" altLang="en-US" sz="2800" b="1" kern="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A9222E5-F3C9-4C09-A7A8-6578C99E1584}"/>
              </a:ext>
            </a:extLst>
          </p:cNvPr>
          <p:cNvSpPr/>
          <p:nvPr/>
        </p:nvSpPr>
        <p:spPr>
          <a:xfrm>
            <a:off x="293777" y="980728"/>
            <a:ext cx="11449271" cy="4486741"/>
          </a:xfrm>
          <a:prstGeom prst="rect">
            <a:avLst/>
          </a:prstGeom>
        </p:spPr>
        <p:txBody>
          <a:bodyPr wrap="square">
            <a:spAutoFit/>
          </a:bodyPr>
          <a:lstStyle/>
          <a:p>
            <a:pPr>
              <a:lnSpc>
                <a:spcPct val="120000"/>
              </a:lnSpc>
              <a:defRPr/>
            </a:pPr>
            <a:r>
              <a:rPr lang="zh-CN" altLang="en-US" sz="2400" b="1" dirty="0">
                <a:solidFill>
                  <a:schemeClr val="tx1"/>
                </a:solidFill>
                <a:latin typeface="微软雅黑" panose="020B0503020204020204" pitchFamily="34" charset="-122"/>
                <a:ea typeface="微软雅黑" panose="020B0503020204020204" pitchFamily="34" charset="-122"/>
              </a:rPr>
              <a:t>二、</a:t>
            </a:r>
            <a:r>
              <a:rPr lang="en-US" altLang="zh-CN" sz="2400" b="1" dirty="0">
                <a:solidFill>
                  <a:schemeClr val="tx1"/>
                </a:solidFill>
                <a:latin typeface="微软雅黑" panose="020B0503020204020204" pitchFamily="34" charset="-122"/>
                <a:ea typeface="微软雅黑" panose="020B0503020204020204" pitchFamily="34" charset="-122"/>
              </a:rPr>
              <a:t>0</a:t>
            </a:r>
            <a:r>
              <a:rPr lang="zh-CN" altLang="en-US" sz="2400" b="1" dirty="0">
                <a:solidFill>
                  <a:schemeClr val="tx1"/>
                </a:solidFill>
                <a:latin typeface="微软雅黑" panose="020B0503020204020204" pitchFamily="34" charset="-122"/>
                <a:ea typeface="微软雅黑" panose="020B0503020204020204" pitchFamily="34" charset="-122"/>
              </a:rPr>
              <a:t>位压缩</a:t>
            </a:r>
            <a:br>
              <a:rPr lang="zh-CN" altLang="en-US" sz="2400" dirty="0">
                <a:solidFill>
                  <a:schemeClr val="tx1"/>
                </a:solidFill>
                <a:latin typeface="微软雅黑" panose="020B0503020204020204" pitchFamily="34" charset="-122"/>
                <a:ea typeface="微软雅黑" panose="020B0503020204020204" pitchFamily="34" charset="-122"/>
              </a:rPr>
            </a:br>
            <a:r>
              <a:rPr lang="zh-CN" altLang="en-US" sz="2400" dirty="0">
                <a:solidFill>
                  <a:schemeClr val="tx1"/>
                </a:solidFill>
                <a:latin typeface="微软雅黑" panose="020B0503020204020204" pitchFamily="34" charset="-122"/>
                <a:ea typeface="微软雅黑" panose="020B0503020204020204" pitchFamily="34" charset="-122"/>
              </a:rPr>
              <a:t>　　在某些情况下，一个</a:t>
            </a:r>
            <a:r>
              <a:rPr lang="en-US" altLang="zh-CN" sz="2400" dirty="0">
                <a:solidFill>
                  <a:schemeClr val="tx1"/>
                </a:solidFill>
                <a:latin typeface="微软雅黑" panose="020B0503020204020204" pitchFamily="34" charset="-122"/>
                <a:ea typeface="微软雅黑" panose="020B0503020204020204" pitchFamily="34" charset="-122"/>
              </a:rPr>
              <a:t>IPv6</a:t>
            </a:r>
            <a:r>
              <a:rPr lang="zh-CN" altLang="en-US" sz="2400" dirty="0">
                <a:solidFill>
                  <a:schemeClr val="tx1"/>
                </a:solidFill>
                <a:latin typeface="微软雅黑" panose="020B0503020204020204" pitchFamily="34" charset="-122"/>
                <a:ea typeface="微软雅黑" panose="020B0503020204020204" pitchFamily="34" charset="-122"/>
              </a:rPr>
              <a:t>地址中间可能包含很长的一段</a:t>
            </a:r>
            <a:r>
              <a:rPr lang="en-US" altLang="zh-CN" sz="2400" dirty="0">
                <a:solidFill>
                  <a:schemeClr val="tx1"/>
                </a:solidFill>
                <a:latin typeface="微软雅黑" panose="020B0503020204020204" pitchFamily="34" charset="-122"/>
                <a:ea typeface="微软雅黑" panose="020B0503020204020204" pitchFamily="34" charset="-122"/>
              </a:rPr>
              <a:t>0</a:t>
            </a:r>
            <a:r>
              <a:rPr lang="zh-CN" altLang="en-US" sz="2400" dirty="0">
                <a:solidFill>
                  <a:schemeClr val="tx1"/>
                </a:solidFill>
                <a:latin typeface="微软雅黑" panose="020B0503020204020204" pitchFamily="34" charset="-122"/>
                <a:ea typeface="微软雅黑" panose="020B0503020204020204" pitchFamily="34" charset="-122"/>
              </a:rPr>
              <a:t>，可以把连续的一段</a:t>
            </a:r>
            <a:r>
              <a:rPr lang="en-US" altLang="zh-CN" sz="2400" dirty="0">
                <a:solidFill>
                  <a:schemeClr val="tx1"/>
                </a:solidFill>
                <a:latin typeface="微软雅黑" panose="020B0503020204020204" pitchFamily="34" charset="-122"/>
                <a:ea typeface="微软雅黑" panose="020B0503020204020204" pitchFamily="34" charset="-122"/>
              </a:rPr>
              <a:t>0</a:t>
            </a:r>
            <a:r>
              <a:rPr lang="zh-CN" altLang="en-US" sz="2400" dirty="0">
                <a:solidFill>
                  <a:schemeClr val="tx1"/>
                </a:solidFill>
                <a:latin typeface="微软雅黑" panose="020B0503020204020204" pitchFamily="34" charset="-122"/>
                <a:ea typeface="微软雅黑" panose="020B0503020204020204" pitchFamily="34" charset="-122"/>
              </a:rPr>
              <a:t>压缩为“</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en-US" sz="2400" dirty="0">
                <a:solidFill>
                  <a:schemeClr val="tx1"/>
                </a:solidFill>
                <a:latin typeface="微软雅黑" panose="020B0503020204020204" pitchFamily="34" charset="-122"/>
                <a:ea typeface="微软雅黑" panose="020B0503020204020204" pitchFamily="34" charset="-122"/>
              </a:rPr>
              <a:t>。但为保证地址解析的唯一性，地址中”</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en-US" sz="2400" dirty="0">
                <a:solidFill>
                  <a:schemeClr val="tx1"/>
                </a:solidFill>
                <a:latin typeface="微软雅黑" panose="020B0503020204020204" pitchFamily="34" charset="-122"/>
                <a:ea typeface="微软雅黑" panose="020B0503020204020204" pitchFamily="34" charset="-122"/>
              </a:rPr>
              <a:t>只能出现一次，例如：</a:t>
            </a:r>
            <a:br>
              <a:rPr lang="zh-CN" altLang="en-US" sz="2400" dirty="0">
                <a:solidFill>
                  <a:schemeClr val="tx1"/>
                </a:solidFill>
                <a:latin typeface="微软雅黑" panose="020B0503020204020204" pitchFamily="34" charset="-122"/>
                <a:ea typeface="微软雅黑" panose="020B0503020204020204" pitchFamily="34" charset="-122"/>
              </a:rPr>
            </a:br>
            <a:r>
              <a:rPr lang="zh-CN" altLang="en-US" sz="2400" dirty="0">
                <a:solidFill>
                  <a:schemeClr val="tx1"/>
                </a:solidFill>
                <a:latin typeface="微软雅黑" panose="020B0503020204020204" pitchFamily="34" charset="-122"/>
                <a:ea typeface="微软雅黑" panose="020B0503020204020204" pitchFamily="34" charset="-122"/>
              </a:rPr>
              <a:t>　　</a:t>
            </a:r>
            <a:r>
              <a:rPr lang="en-US" altLang="zh-CN" sz="2400" dirty="0">
                <a:solidFill>
                  <a:schemeClr val="tx1"/>
                </a:solidFill>
                <a:latin typeface="微软雅黑" panose="020B0503020204020204" pitchFamily="34" charset="-122"/>
                <a:ea typeface="微软雅黑" panose="020B0503020204020204" pitchFamily="34" charset="-122"/>
              </a:rPr>
              <a:t>FF01:0:0:0:0:0:0:1101 → FF01::1101</a:t>
            </a:r>
            <a:br>
              <a:rPr lang="zh-CN" altLang="en-US" sz="2400" dirty="0">
                <a:solidFill>
                  <a:schemeClr val="tx1"/>
                </a:solidFill>
                <a:latin typeface="微软雅黑" panose="020B0503020204020204" pitchFamily="34" charset="-122"/>
                <a:ea typeface="微软雅黑" panose="020B0503020204020204" pitchFamily="34" charset="-122"/>
              </a:rPr>
            </a:br>
            <a:r>
              <a:rPr lang="zh-CN" altLang="en-US" sz="2400" dirty="0">
                <a:solidFill>
                  <a:schemeClr val="tx1"/>
                </a:solidFill>
                <a:latin typeface="微软雅黑" panose="020B0503020204020204" pitchFamily="34" charset="-122"/>
                <a:ea typeface="微软雅黑" panose="020B0503020204020204" pitchFamily="34" charset="-122"/>
              </a:rPr>
              <a:t>　　</a:t>
            </a:r>
            <a:r>
              <a:rPr lang="en-US" altLang="zh-CN" sz="2400" dirty="0">
                <a:solidFill>
                  <a:schemeClr val="tx1"/>
                </a:solidFill>
                <a:latin typeface="微软雅黑" panose="020B0503020204020204" pitchFamily="34" charset="-122"/>
                <a:ea typeface="微软雅黑" panose="020B0503020204020204" pitchFamily="34" charset="-122"/>
              </a:rPr>
              <a:t>0:0:0:0:0:0:0:1 → ::1</a:t>
            </a:r>
            <a:br>
              <a:rPr lang="zh-CN" altLang="en-US" sz="2400" dirty="0">
                <a:solidFill>
                  <a:schemeClr val="tx1"/>
                </a:solidFill>
                <a:latin typeface="微软雅黑" panose="020B0503020204020204" pitchFamily="34" charset="-122"/>
                <a:ea typeface="微软雅黑" panose="020B0503020204020204" pitchFamily="34" charset="-122"/>
              </a:rPr>
            </a:br>
            <a:r>
              <a:rPr lang="zh-CN" altLang="en-US" sz="2400" dirty="0">
                <a:solidFill>
                  <a:schemeClr val="tx1"/>
                </a:solidFill>
                <a:latin typeface="微软雅黑" panose="020B0503020204020204" pitchFamily="34" charset="-122"/>
                <a:ea typeface="微软雅黑" panose="020B0503020204020204" pitchFamily="34" charset="-122"/>
              </a:rPr>
              <a:t>　　</a:t>
            </a:r>
            <a:r>
              <a:rPr lang="en-US" altLang="zh-CN" sz="2400" dirty="0">
                <a:solidFill>
                  <a:schemeClr val="tx1"/>
                </a:solidFill>
                <a:latin typeface="微软雅黑" panose="020B0503020204020204" pitchFamily="34" charset="-122"/>
                <a:ea typeface="微软雅黑" panose="020B0503020204020204" pitchFamily="34" charset="-122"/>
              </a:rPr>
              <a:t>0:0:0:0:0:0:0:0 → ::</a:t>
            </a:r>
          </a:p>
          <a:p>
            <a:pPr>
              <a:lnSpc>
                <a:spcPct val="120000"/>
              </a:lnSpc>
              <a:defRPr/>
            </a:pPr>
            <a:endParaRPr lang="en-US" altLang="zh-CN" sz="2400" dirty="0">
              <a:solidFill>
                <a:schemeClr val="tx1"/>
              </a:solidFill>
              <a:latin typeface="微软雅黑" panose="020B0503020204020204" pitchFamily="34" charset="-122"/>
              <a:ea typeface="微软雅黑" panose="020B0503020204020204" pitchFamily="34" charset="-122"/>
            </a:endParaRPr>
          </a:p>
          <a:p>
            <a:pPr>
              <a:lnSpc>
                <a:spcPct val="120000"/>
              </a:lnSpc>
              <a:defRPr/>
            </a:pPr>
            <a:r>
              <a:rPr lang="en-US" altLang="zh-CN" sz="2400" dirty="0">
                <a:solidFill>
                  <a:schemeClr val="tx1"/>
                </a:solidFill>
                <a:latin typeface="微软雅黑" panose="020B0503020204020204" pitchFamily="34" charset="-122"/>
                <a:ea typeface="微软雅黑" panose="020B0503020204020204" pitchFamily="34" charset="-122"/>
              </a:rPr>
              <a:t>       4BF5:0000:0000:0000:BA5F:039A:000A:2176 </a:t>
            </a:r>
          </a:p>
          <a:p>
            <a:pPr>
              <a:lnSpc>
                <a:spcPct val="120000"/>
              </a:lnSpc>
              <a:defRPr/>
            </a:pPr>
            <a:r>
              <a:rPr lang="en-US" altLang="zh-CN" sz="2400" dirty="0">
                <a:solidFill>
                  <a:schemeClr val="tx1"/>
                </a:solidFill>
                <a:latin typeface="微软雅黑" panose="020B0503020204020204" pitchFamily="34" charset="-122"/>
                <a:ea typeface="微软雅黑" panose="020B0503020204020204" pitchFamily="34" charset="-122"/>
              </a:rPr>
              <a:t>       </a:t>
            </a:r>
            <a:r>
              <a:rPr lang="zh-CN" altLang="en-US" sz="2400" dirty="0">
                <a:solidFill>
                  <a:schemeClr val="tx1"/>
                </a:solidFill>
                <a:latin typeface="微软雅黑" panose="020B0503020204020204" pitchFamily="34" charset="-122"/>
                <a:ea typeface="微软雅黑" panose="020B0503020204020204" pitchFamily="34" charset="-122"/>
              </a:rPr>
              <a:t>缩写为：</a:t>
            </a:r>
            <a:r>
              <a:rPr lang="en-US" altLang="zh-CN" sz="1400" dirty="0">
                <a:solidFill>
                  <a:schemeClr val="tx1"/>
                </a:solidFill>
                <a:latin typeface="微软雅黑" panose="020B0503020204020204" pitchFamily="34" charset="-122"/>
                <a:ea typeface="微软雅黑" panose="020B0503020204020204" pitchFamily="34" charset="-122"/>
              </a:rPr>
              <a:t> </a:t>
            </a:r>
            <a:r>
              <a:rPr lang="en-US" altLang="zh-CN" sz="2400" dirty="0">
                <a:solidFill>
                  <a:schemeClr val="tx1"/>
                </a:solidFill>
                <a:latin typeface="微软雅黑" panose="020B0503020204020204" pitchFamily="34" charset="-122"/>
                <a:ea typeface="微软雅黑" panose="020B0503020204020204" pitchFamily="34" charset="-122"/>
              </a:rPr>
              <a:t>4BF5:0:0:0:BA5F:039A:A:2176 </a:t>
            </a:r>
          </a:p>
          <a:p>
            <a:pPr>
              <a:lnSpc>
                <a:spcPct val="120000"/>
              </a:lnSpc>
              <a:defRPr/>
            </a:pPr>
            <a:r>
              <a:rPr lang="en-US" altLang="zh-CN" sz="2400" dirty="0">
                <a:solidFill>
                  <a:schemeClr val="tx1"/>
                </a:solidFill>
                <a:latin typeface="微软雅黑" panose="020B0503020204020204" pitchFamily="34" charset="-122"/>
                <a:ea typeface="微软雅黑" panose="020B0503020204020204" pitchFamily="34" charset="-122"/>
              </a:rPr>
              <a:t>       </a:t>
            </a:r>
            <a:r>
              <a:rPr lang="zh-CN" altLang="en-US" sz="2400" dirty="0">
                <a:solidFill>
                  <a:schemeClr val="tx1"/>
                </a:solidFill>
                <a:latin typeface="微软雅黑" panose="020B0503020204020204" pitchFamily="34" charset="-122"/>
                <a:ea typeface="微软雅黑" panose="020B0503020204020204" pitchFamily="34" charset="-122"/>
              </a:rPr>
              <a:t>还可以进一步缩写为：</a:t>
            </a:r>
            <a:r>
              <a:rPr lang="en-US" altLang="zh-CN" sz="2400" dirty="0">
                <a:solidFill>
                  <a:schemeClr val="tx1"/>
                </a:solidFill>
                <a:latin typeface="微软雅黑" panose="020B0503020204020204" pitchFamily="34" charset="-122"/>
                <a:ea typeface="微软雅黑" panose="020B0503020204020204" pitchFamily="34" charset="-122"/>
              </a:rPr>
              <a:t>4BF5::BA5F:039A:A:2176 </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8" name="Rectangle 127">
            <a:extLst>
              <a:ext uri="{FF2B5EF4-FFF2-40B4-BE49-F238E27FC236}">
                <a16:creationId xmlns:a16="http://schemas.microsoft.com/office/drawing/2014/main" id="{67F70CBC-15D5-44B5-B24A-AAF34D5B036D}"/>
              </a:ext>
            </a:extLst>
          </p:cNvPr>
          <p:cNvSpPr txBox="1">
            <a:spLocks noChangeArrowheads="1"/>
          </p:cNvSpPr>
          <p:nvPr/>
        </p:nvSpPr>
        <p:spPr bwMode="auto">
          <a:xfrm>
            <a:off x="263352" y="2141"/>
            <a:ext cx="4536504" cy="741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en-US" altLang="zh-CN" sz="2800" b="1" kern="0" dirty="0"/>
              <a:t>IPv6</a:t>
            </a:r>
            <a:r>
              <a:rPr lang="zh-CN" altLang="en-US" sz="2800" b="1" kern="0" dirty="0">
                <a:solidFill>
                  <a:schemeClr val="tx1"/>
                </a:solidFill>
              </a:rPr>
              <a:t>地址的标识（</a:t>
            </a:r>
            <a:r>
              <a:rPr lang="en-US" altLang="zh-CN" sz="2800" b="1" kern="0" dirty="0">
                <a:solidFill>
                  <a:schemeClr val="tx1"/>
                </a:solidFill>
              </a:rPr>
              <a:t>128</a:t>
            </a:r>
            <a:r>
              <a:rPr lang="zh-CN" altLang="en-US" sz="2800" b="1" kern="0" dirty="0">
                <a:solidFill>
                  <a:schemeClr val="tx1"/>
                </a:solidFill>
              </a:rPr>
              <a:t>位）</a:t>
            </a:r>
            <a:endParaRPr lang="zh-CN" altLang="en-US" sz="2800" b="1" kern="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27"/>
          <p:cNvSpPr>
            <a:spLocks noGrp="1" noChangeArrowheads="1"/>
          </p:cNvSpPr>
          <p:nvPr>
            <p:ph type="title" idx="4294967295"/>
          </p:nvPr>
        </p:nvSpPr>
        <p:spPr>
          <a:xfrm>
            <a:off x="191344" y="22289"/>
            <a:ext cx="2664296" cy="814016"/>
          </a:xfrm>
          <a:noFill/>
        </p:spPr>
        <p:txBody>
          <a:bodyPr/>
          <a:lstStyle/>
          <a:p>
            <a:pPr algn="l" eaLnBrk="1" hangingPunct="1"/>
            <a:r>
              <a:rPr lang="en-US" altLang="zh-CN" sz="2800" b="1" dirty="0">
                <a:latin typeface="微软雅黑" panose="020B0503020204020204" pitchFamily="34" charset="-122"/>
                <a:ea typeface="微软雅黑" panose="020B0503020204020204" pitchFamily="34" charset="-122"/>
              </a:rPr>
              <a:t>IPv6</a:t>
            </a:r>
            <a:r>
              <a:rPr lang="zh-CN" altLang="en-US" sz="2800" b="1" dirty="0">
                <a:solidFill>
                  <a:schemeClr val="tx1"/>
                </a:solidFill>
                <a:latin typeface="微软雅黑" panose="020B0503020204020204" pitchFamily="34" charset="-122"/>
                <a:ea typeface="微软雅黑" panose="020B0503020204020204" pitchFamily="34" charset="-122"/>
              </a:rPr>
              <a:t>地址分类</a:t>
            </a:r>
            <a:endParaRPr lang="zh-CN" altLang="en-US" sz="2800" b="1" dirty="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14A90CD1-2559-4DCF-BF27-EA12EA30D4F8}"/>
              </a:ext>
            </a:extLst>
          </p:cNvPr>
          <p:cNvPicPr>
            <a:picLocks noChangeAspect="1"/>
          </p:cNvPicPr>
          <p:nvPr/>
        </p:nvPicPr>
        <p:blipFill>
          <a:blip r:embed="rId3"/>
          <a:stretch>
            <a:fillRect/>
          </a:stretch>
        </p:blipFill>
        <p:spPr>
          <a:xfrm>
            <a:off x="551384" y="980728"/>
            <a:ext cx="10760416" cy="2808312"/>
          </a:xfrm>
          <a:prstGeom prst="rect">
            <a:avLst/>
          </a:prstGeom>
        </p:spPr>
      </p:pic>
      <p:sp>
        <p:nvSpPr>
          <p:cNvPr id="7" name="文本框 6">
            <a:extLst>
              <a:ext uri="{FF2B5EF4-FFF2-40B4-BE49-F238E27FC236}">
                <a16:creationId xmlns:a16="http://schemas.microsoft.com/office/drawing/2014/main" id="{030FDDE3-1B6C-4D84-A29F-D2E23D8E887F}"/>
              </a:ext>
            </a:extLst>
          </p:cNvPr>
          <p:cNvSpPr txBox="1"/>
          <p:nvPr/>
        </p:nvSpPr>
        <p:spPr>
          <a:xfrm>
            <a:off x="545026" y="4005064"/>
            <a:ext cx="11383621" cy="2270750"/>
          </a:xfrm>
          <a:prstGeom prst="rect">
            <a:avLst/>
          </a:prstGeom>
          <a:noFill/>
        </p:spPr>
        <p:txBody>
          <a:bodyPr wrap="square">
            <a:spAutoFit/>
          </a:bodyPr>
          <a:lstStyle/>
          <a:p>
            <a:pPr>
              <a:lnSpc>
                <a:spcPct val="120000"/>
              </a:lnSpc>
            </a:pPr>
            <a:r>
              <a:rPr lang="en-US" altLang="zh-CN" sz="2400" dirty="0">
                <a:solidFill>
                  <a:schemeClr val="tx1"/>
                </a:solidFill>
                <a:latin typeface="微软雅黑" panose="020B0503020204020204" pitchFamily="34" charset="-122"/>
                <a:ea typeface="微软雅黑" panose="020B0503020204020204" pitchFamily="34" charset="-122"/>
              </a:rPr>
              <a:t>1</a:t>
            </a:r>
            <a:r>
              <a:rPr lang="zh-CN" altLang="en-US" sz="2400" dirty="0">
                <a:solidFill>
                  <a:schemeClr val="tx1"/>
                </a:solidFill>
                <a:latin typeface="微软雅黑" panose="020B0503020204020204" pitchFamily="34" charset="-122"/>
                <a:ea typeface="微软雅黑" panose="020B0503020204020204" pitchFamily="34" charset="-122"/>
              </a:rPr>
              <a:t>)</a:t>
            </a:r>
            <a:r>
              <a:rPr lang="zh-CN" altLang="en-US" sz="2400" b="1" dirty="0">
                <a:solidFill>
                  <a:srgbClr val="0070C0"/>
                </a:solidFill>
                <a:latin typeface="微软雅黑" panose="020B0503020204020204" pitchFamily="34" charset="-122"/>
                <a:ea typeface="微软雅黑" panose="020B0503020204020204" pitchFamily="34" charset="-122"/>
              </a:rPr>
              <a:t>未指明地址</a:t>
            </a:r>
            <a:r>
              <a:rPr lang="zh-CN" altLang="en-US" sz="2400" dirty="0">
                <a:solidFill>
                  <a:schemeClr val="tx1"/>
                </a:solidFill>
                <a:latin typeface="微软雅黑" panose="020B0503020204020204" pitchFamily="34" charset="-122"/>
                <a:ea typeface="微软雅黑" panose="020B0503020204020204" pitchFamily="34" charset="-122"/>
              </a:rPr>
              <a:t>:该地址不能用作目的地址，只能用于还未配置</a:t>
            </a:r>
            <a:r>
              <a:rPr lang="en-US" altLang="zh-CN" sz="2400" dirty="0">
                <a:solidFill>
                  <a:schemeClr val="tx1"/>
                </a:solidFill>
                <a:latin typeface="微软雅黑" panose="020B0503020204020204" pitchFamily="34" charset="-122"/>
                <a:ea typeface="微软雅黑" panose="020B0503020204020204" pitchFamily="34" charset="-122"/>
              </a:rPr>
              <a:t>I</a:t>
            </a:r>
            <a:r>
              <a:rPr lang="zh-CN" altLang="en-US" sz="2400" dirty="0">
                <a:solidFill>
                  <a:schemeClr val="tx1"/>
                </a:solidFill>
                <a:latin typeface="微软雅黑" panose="020B0503020204020204" pitchFamily="34" charset="-122"/>
                <a:ea typeface="微软雅黑" panose="020B0503020204020204" pitchFamily="34" charset="-122"/>
              </a:rPr>
              <a:t>Pv6地址的主机作为源地址</a:t>
            </a:r>
            <a:endParaRPr lang="en-US" altLang="zh-CN" sz="2400" dirty="0">
              <a:solidFill>
                <a:schemeClr val="tx1"/>
              </a:solidFill>
              <a:latin typeface="微软雅黑" panose="020B0503020204020204" pitchFamily="34" charset="-122"/>
              <a:ea typeface="微软雅黑" panose="020B0503020204020204" pitchFamily="34" charset="-122"/>
            </a:endParaRPr>
          </a:p>
          <a:p>
            <a:pPr>
              <a:lnSpc>
                <a:spcPct val="120000"/>
              </a:lnSpc>
            </a:pPr>
            <a:r>
              <a:rPr lang="zh-CN" altLang="en-US" sz="2400" dirty="0">
                <a:solidFill>
                  <a:schemeClr val="tx1"/>
                </a:solidFill>
                <a:latin typeface="微软雅黑" panose="020B0503020204020204" pitchFamily="34" charset="-122"/>
                <a:ea typeface="微软雅黑" panose="020B0503020204020204" pitchFamily="34" charset="-122"/>
              </a:rPr>
              <a:t>2)</a:t>
            </a:r>
            <a:r>
              <a:rPr lang="zh-CN" altLang="en-US" sz="2400" b="1" dirty="0">
                <a:solidFill>
                  <a:srgbClr val="0070C0"/>
                </a:solidFill>
                <a:latin typeface="微软雅黑" panose="020B0503020204020204" pitchFamily="34" charset="-122"/>
                <a:ea typeface="微软雅黑" panose="020B0503020204020204" pitchFamily="34" charset="-122"/>
              </a:rPr>
              <a:t>环回地址</a:t>
            </a:r>
            <a:r>
              <a:rPr lang="zh-CN" altLang="en-US" sz="2400" dirty="0">
                <a:solidFill>
                  <a:schemeClr val="tx1"/>
                </a:solidFill>
                <a:latin typeface="微软雅黑" panose="020B0503020204020204" pitchFamily="34" charset="-122"/>
                <a:ea typeface="微软雅黑" panose="020B0503020204020204" pitchFamily="34" charset="-122"/>
              </a:rPr>
              <a:t>:该地址的作用与IPv4的环回地址作用相同。</a:t>
            </a:r>
            <a:endParaRPr lang="en-US" altLang="zh-CN" sz="2400" dirty="0">
              <a:solidFill>
                <a:schemeClr val="tx1"/>
              </a:solidFill>
              <a:latin typeface="微软雅黑" panose="020B0503020204020204" pitchFamily="34" charset="-122"/>
              <a:ea typeface="微软雅黑" panose="020B0503020204020204" pitchFamily="34" charset="-122"/>
            </a:endParaRPr>
          </a:p>
          <a:p>
            <a:pPr>
              <a:lnSpc>
                <a:spcPct val="120000"/>
              </a:lnSpc>
            </a:pPr>
            <a:r>
              <a:rPr lang="zh-CN" altLang="en-US" sz="2400" dirty="0">
                <a:solidFill>
                  <a:schemeClr val="tx1"/>
                </a:solidFill>
                <a:latin typeface="微软雅黑" panose="020B0503020204020204" pitchFamily="34" charset="-122"/>
                <a:ea typeface="微软雅黑" panose="020B0503020204020204" pitchFamily="34" charset="-122"/>
              </a:rPr>
              <a:t>3)</a:t>
            </a:r>
            <a:r>
              <a:rPr lang="zh-CN" altLang="en-US" sz="2400" b="1" dirty="0">
                <a:solidFill>
                  <a:srgbClr val="0070C0"/>
                </a:solidFill>
                <a:latin typeface="微软雅黑" panose="020B0503020204020204" pitchFamily="34" charset="-122"/>
                <a:ea typeface="微软雅黑" panose="020B0503020204020204" pitchFamily="34" charset="-122"/>
              </a:rPr>
              <a:t>多播地址</a:t>
            </a:r>
            <a:r>
              <a:rPr lang="zh-CN" altLang="en-US" sz="2400" dirty="0">
                <a:solidFill>
                  <a:schemeClr val="tx1"/>
                </a:solidFill>
                <a:latin typeface="微软雅黑" panose="020B0503020204020204" pitchFamily="34" charset="-122"/>
                <a:ea typeface="微软雅黑" panose="020B0503020204020204" pitchFamily="34" charset="-122"/>
              </a:rPr>
              <a:t>:该地址的作用和IPv4的一样。这类地址占Pv6 地址空间的 1/256。</a:t>
            </a:r>
            <a:endParaRPr lang="en-US" altLang="zh-CN" sz="2400" dirty="0">
              <a:solidFill>
                <a:schemeClr val="tx1"/>
              </a:solidFill>
              <a:latin typeface="微软雅黑" panose="020B0503020204020204" pitchFamily="34" charset="-122"/>
              <a:ea typeface="微软雅黑" panose="020B0503020204020204" pitchFamily="34" charset="-122"/>
            </a:endParaRPr>
          </a:p>
          <a:p>
            <a:pPr>
              <a:lnSpc>
                <a:spcPct val="120000"/>
              </a:lnSpc>
            </a:pPr>
            <a:r>
              <a:rPr lang="en-US" altLang="zh-CN" sz="2400" dirty="0">
                <a:solidFill>
                  <a:schemeClr val="tx1"/>
                </a:solidFill>
                <a:latin typeface="微软雅黑" panose="020B0503020204020204" pitchFamily="34" charset="-122"/>
                <a:ea typeface="微软雅黑" panose="020B0503020204020204" pitchFamily="34" charset="-122"/>
              </a:rPr>
              <a:t>4)</a:t>
            </a:r>
            <a:r>
              <a:rPr lang="zh-CN" altLang="en-US" sz="2400" b="1" dirty="0">
                <a:solidFill>
                  <a:srgbClr val="0070C0"/>
                </a:solidFill>
                <a:latin typeface="微软雅黑" panose="020B0503020204020204" pitchFamily="34" charset="-122"/>
                <a:ea typeface="微软雅黑" panose="020B0503020204020204" pitchFamily="34" charset="-122"/>
              </a:rPr>
              <a:t>本地链路单播地址</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en-US" sz="2400" dirty="0">
                <a:solidFill>
                  <a:schemeClr val="tx1"/>
                </a:solidFill>
                <a:latin typeface="微软雅黑" panose="020B0503020204020204" pitchFamily="34" charset="-122"/>
                <a:ea typeface="微软雅黑" panose="020B0503020204020204" pitchFamily="34" charset="-122"/>
              </a:rPr>
              <a:t>该地址的作用类似于</a:t>
            </a:r>
            <a:r>
              <a:rPr lang="en-US" altLang="zh-CN" sz="2400" dirty="0">
                <a:solidFill>
                  <a:schemeClr val="tx1"/>
                </a:solidFill>
                <a:latin typeface="微软雅黑" panose="020B0503020204020204" pitchFamily="34" charset="-122"/>
                <a:ea typeface="微软雅黑" panose="020B0503020204020204" pitchFamily="34" charset="-122"/>
              </a:rPr>
              <a:t>IPv4</a:t>
            </a:r>
            <a:r>
              <a:rPr lang="zh-CN" altLang="en-US" sz="2400" dirty="0">
                <a:solidFill>
                  <a:schemeClr val="tx1"/>
                </a:solidFill>
                <a:latin typeface="微软雅黑" panose="020B0503020204020204" pitchFamily="34" charset="-122"/>
                <a:ea typeface="微软雅黑" panose="020B0503020204020204" pitchFamily="34" charset="-122"/>
              </a:rPr>
              <a:t>的私有</a:t>
            </a:r>
            <a:r>
              <a:rPr lang="en-US" altLang="zh-CN" sz="2400" dirty="0">
                <a:solidFill>
                  <a:schemeClr val="tx1"/>
                </a:solidFill>
                <a:latin typeface="微软雅黑" panose="020B0503020204020204" pitchFamily="34" charset="-122"/>
                <a:ea typeface="微软雅黑" panose="020B0503020204020204" pitchFamily="34" charset="-122"/>
              </a:rPr>
              <a:t>IP </a:t>
            </a:r>
            <a:r>
              <a:rPr lang="zh-CN" altLang="en-US" sz="2400" dirty="0">
                <a:solidFill>
                  <a:schemeClr val="tx1"/>
                </a:solidFill>
                <a:latin typeface="微软雅黑" panose="020B0503020204020204" pitchFamily="34" charset="-122"/>
                <a:ea typeface="微软雅黑" panose="020B0503020204020204" pitchFamily="34" charset="-122"/>
              </a:rPr>
              <a:t>地址。</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27"/>
          <p:cNvSpPr>
            <a:spLocks noGrp="1" noChangeArrowheads="1"/>
          </p:cNvSpPr>
          <p:nvPr>
            <p:ph type="title" idx="4294967295"/>
          </p:nvPr>
        </p:nvSpPr>
        <p:spPr>
          <a:xfrm>
            <a:off x="191344" y="22289"/>
            <a:ext cx="2664296" cy="814016"/>
          </a:xfrm>
          <a:noFill/>
        </p:spPr>
        <p:txBody>
          <a:bodyPr/>
          <a:lstStyle/>
          <a:p>
            <a:pPr algn="l" eaLnBrk="1" hangingPunct="1"/>
            <a:r>
              <a:rPr lang="en-US" altLang="zh-CN" sz="2800" b="1" dirty="0">
                <a:latin typeface="微软雅黑" panose="020B0503020204020204" pitchFamily="34" charset="-122"/>
                <a:ea typeface="微软雅黑" panose="020B0503020204020204" pitchFamily="34" charset="-122"/>
              </a:rPr>
              <a:t>IPv6</a:t>
            </a:r>
            <a:r>
              <a:rPr lang="zh-CN" altLang="en-US" sz="2800" b="1" dirty="0">
                <a:solidFill>
                  <a:schemeClr val="tx1"/>
                </a:solidFill>
                <a:latin typeface="微软雅黑" panose="020B0503020204020204" pitchFamily="34" charset="-122"/>
                <a:ea typeface="微软雅黑" panose="020B0503020204020204" pitchFamily="34" charset="-122"/>
              </a:rPr>
              <a:t>地址分类</a:t>
            </a:r>
            <a:endParaRPr lang="zh-CN" altLang="en-US" sz="2800" b="1"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030FDDE3-1B6C-4D84-A29F-D2E23D8E887F}"/>
              </a:ext>
            </a:extLst>
          </p:cNvPr>
          <p:cNvSpPr txBox="1"/>
          <p:nvPr/>
        </p:nvSpPr>
        <p:spPr>
          <a:xfrm>
            <a:off x="335360" y="1110864"/>
            <a:ext cx="11483774" cy="1827552"/>
          </a:xfrm>
          <a:prstGeom prst="rect">
            <a:avLst/>
          </a:prstGeom>
          <a:noFill/>
        </p:spPr>
        <p:txBody>
          <a:bodyPr wrap="square">
            <a:spAutoFit/>
          </a:bodyPr>
          <a:lstStyle/>
          <a:p>
            <a:pPr algn="just">
              <a:lnSpc>
                <a:spcPct val="120000"/>
              </a:lnSpc>
            </a:pPr>
            <a:r>
              <a:rPr lang="en-US" altLang="zh-CN" sz="2400" dirty="0">
                <a:solidFill>
                  <a:schemeClr val="tx1"/>
                </a:solidFill>
                <a:latin typeface="微软雅黑" panose="020B0503020204020204" pitchFamily="34" charset="-122"/>
                <a:ea typeface="微软雅黑" panose="020B0503020204020204" pitchFamily="34" charset="-122"/>
              </a:rPr>
              <a:t>5)</a:t>
            </a:r>
            <a:r>
              <a:rPr lang="zh-CN" altLang="en-US" sz="2400" b="1" dirty="0">
                <a:solidFill>
                  <a:srgbClr val="0070C0"/>
                </a:solidFill>
                <a:latin typeface="微软雅黑" panose="020B0503020204020204" pitchFamily="34" charset="-122"/>
                <a:ea typeface="微软雅黑" panose="020B0503020204020204" pitchFamily="34" charset="-122"/>
              </a:rPr>
              <a:t>全球单播地址</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en-US" sz="2400" dirty="0">
                <a:solidFill>
                  <a:schemeClr val="tx1"/>
                </a:solidFill>
                <a:latin typeface="微软雅黑" panose="020B0503020204020204" pitchFamily="34" charset="-122"/>
                <a:ea typeface="微软雅黑" panose="020B0503020204020204" pitchFamily="34" charset="-122"/>
              </a:rPr>
              <a:t>用得最多的地址。</a:t>
            </a:r>
            <a:r>
              <a:rPr lang="en-US" altLang="zh-CN" sz="2400" dirty="0">
                <a:solidFill>
                  <a:schemeClr val="tx1"/>
                </a:solidFill>
                <a:latin typeface="微软雅黑" panose="020B0503020204020204" pitchFamily="34" charset="-122"/>
                <a:ea typeface="微软雅黑" panose="020B0503020204020204" pitchFamily="34" charset="-122"/>
              </a:rPr>
              <a:t>IPv6</a:t>
            </a:r>
            <a:r>
              <a:rPr lang="zh-CN" altLang="en-US" sz="2400" dirty="0">
                <a:solidFill>
                  <a:schemeClr val="tx1"/>
                </a:solidFill>
                <a:latin typeface="微软雅黑" panose="020B0503020204020204" pitchFamily="34" charset="-122"/>
                <a:ea typeface="微软雅黑" panose="020B0503020204020204" pitchFamily="34" charset="-122"/>
              </a:rPr>
              <a:t>全球单播地址采用下图所示的三级结构</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en-US" sz="2400" dirty="0">
                <a:solidFill>
                  <a:schemeClr val="tx1"/>
                </a:solidFill>
                <a:latin typeface="微软雅黑" panose="020B0503020204020204" pitchFamily="34" charset="-122"/>
                <a:ea typeface="微软雅黑" panose="020B0503020204020204" pitchFamily="34" charset="-122"/>
              </a:rPr>
              <a:t>第一级为全球路由选择前缀，占</a:t>
            </a:r>
            <a:r>
              <a:rPr lang="en-US" altLang="zh-CN" sz="2400" dirty="0">
                <a:solidFill>
                  <a:schemeClr val="tx1"/>
                </a:solidFill>
                <a:latin typeface="微软雅黑" panose="020B0503020204020204" pitchFamily="34" charset="-122"/>
                <a:ea typeface="微软雅黑" panose="020B0503020204020204" pitchFamily="34" charset="-122"/>
              </a:rPr>
              <a:t>48</a:t>
            </a:r>
            <a:r>
              <a:rPr lang="zh-CN" altLang="en-US" sz="2400" dirty="0">
                <a:solidFill>
                  <a:schemeClr val="tx1"/>
                </a:solidFill>
                <a:latin typeface="微软雅黑" panose="020B0503020204020204" pitchFamily="34" charset="-122"/>
                <a:ea typeface="微软雅黑" panose="020B0503020204020204" pitchFamily="34" charset="-122"/>
              </a:rPr>
              <a:t>位，相当于</a:t>
            </a:r>
            <a:r>
              <a:rPr lang="en-US" altLang="zh-CN" sz="2400" dirty="0">
                <a:solidFill>
                  <a:schemeClr val="tx1"/>
                </a:solidFill>
                <a:latin typeface="微软雅黑" panose="020B0503020204020204" pitchFamily="34" charset="-122"/>
                <a:ea typeface="微软雅黑" panose="020B0503020204020204" pitchFamily="34" charset="-122"/>
              </a:rPr>
              <a:t>Pv4</a:t>
            </a:r>
            <a:r>
              <a:rPr lang="zh-CN" altLang="en-US" sz="2400" dirty="0">
                <a:solidFill>
                  <a:schemeClr val="tx1"/>
                </a:solidFill>
                <a:latin typeface="微软雅黑" panose="020B0503020204020204" pitchFamily="34" charset="-122"/>
                <a:ea typeface="微软雅黑" panose="020B0503020204020204" pitchFamily="34" charset="-122"/>
              </a:rPr>
              <a:t>分类地址中的网络号</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en-US" sz="2400" dirty="0">
                <a:solidFill>
                  <a:schemeClr val="tx1"/>
                </a:solidFill>
                <a:latin typeface="微软雅黑" panose="020B0503020204020204" pitchFamily="34" charset="-122"/>
                <a:ea typeface="微软雅黑" panose="020B0503020204020204" pitchFamily="34" charset="-122"/>
              </a:rPr>
              <a:t>第二级为子网标识符，占</a:t>
            </a:r>
            <a:r>
              <a:rPr lang="en-US" altLang="zh-CN" sz="2400" dirty="0">
                <a:solidFill>
                  <a:schemeClr val="tx1"/>
                </a:solidFill>
                <a:latin typeface="微软雅黑" panose="020B0503020204020204" pitchFamily="34" charset="-122"/>
                <a:ea typeface="微软雅黑" panose="020B0503020204020204" pitchFamily="34" charset="-122"/>
              </a:rPr>
              <a:t>16</a:t>
            </a:r>
            <a:r>
              <a:rPr lang="zh-CN" altLang="en-US" sz="2400" dirty="0">
                <a:solidFill>
                  <a:schemeClr val="tx1"/>
                </a:solidFill>
                <a:latin typeface="微软雅黑" panose="020B0503020204020204" pitchFamily="34" charset="-122"/>
                <a:ea typeface="微软雅黑" panose="020B0503020204020204" pitchFamily="34" charset="-122"/>
              </a:rPr>
              <a:t>位，用于各机构构建自己的子网</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en-US" sz="2400" dirty="0">
                <a:solidFill>
                  <a:schemeClr val="tx1"/>
                </a:solidFill>
                <a:latin typeface="微软雅黑" panose="020B0503020204020204" pitchFamily="34" charset="-122"/>
                <a:ea typeface="微软雅黑" panose="020B0503020204020204" pitchFamily="34" charset="-122"/>
              </a:rPr>
              <a:t>第三级为接口标识符，相当于</a:t>
            </a:r>
            <a:r>
              <a:rPr lang="en-US" altLang="zh-CN" sz="2400" dirty="0">
                <a:solidFill>
                  <a:schemeClr val="tx1"/>
                </a:solidFill>
                <a:latin typeface="微软雅黑" panose="020B0503020204020204" pitchFamily="34" charset="-122"/>
                <a:ea typeface="微软雅黑" panose="020B0503020204020204" pitchFamily="34" charset="-122"/>
              </a:rPr>
              <a:t>IPv4</a:t>
            </a:r>
            <a:r>
              <a:rPr lang="zh-CN" altLang="en-US" sz="2400" dirty="0">
                <a:solidFill>
                  <a:schemeClr val="tx1"/>
                </a:solidFill>
                <a:latin typeface="微软雅黑" panose="020B0503020204020204" pitchFamily="34" charset="-122"/>
                <a:ea typeface="微软雅黑" panose="020B0503020204020204" pitchFamily="34" charset="-122"/>
              </a:rPr>
              <a:t>分类地址中的主机号。</a:t>
            </a:r>
          </a:p>
        </p:txBody>
      </p:sp>
      <p:pic>
        <p:nvPicPr>
          <p:cNvPr id="4" name="图片 3">
            <a:extLst>
              <a:ext uri="{FF2B5EF4-FFF2-40B4-BE49-F238E27FC236}">
                <a16:creationId xmlns:a16="http://schemas.microsoft.com/office/drawing/2014/main" id="{C2163B26-A4EE-4EBF-89C5-C9656AE35599}"/>
              </a:ext>
            </a:extLst>
          </p:cNvPr>
          <p:cNvPicPr>
            <a:picLocks noChangeAspect="1"/>
          </p:cNvPicPr>
          <p:nvPr/>
        </p:nvPicPr>
        <p:blipFill>
          <a:blip r:embed="rId3"/>
          <a:stretch>
            <a:fillRect/>
          </a:stretch>
        </p:blipFill>
        <p:spPr>
          <a:xfrm>
            <a:off x="335360" y="2996952"/>
            <a:ext cx="11648290" cy="1299881"/>
          </a:xfrm>
          <a:prstGeom prst="rect">
            <a:avLst/>
          </a:prstGeom>
        </p:spPr>
      </p:pic>
      <p:sp>
        <p:nvSpPr>
          <p:cNvPr id="8" name="文本框 7">
            <a:extLst>
              <a:ext uri="{FF2B5EF4-FFF2-40B4-BE49-F238E27FC236}">
                <a16:creationId xmlns:a16="http://schemas.microsoft.com/office/drawing/2014/main" id="{59103551-7512-4D8B-A034-49556284E406}"/>
              </a:ext>
            </a:extLst>
          </p:cNvPr>
          <p:cNvSpPr txBox="1"/>
          <p:nvPr/>
        </p:nvSpPr>
        <p:spPr>
          <a:xfrm>
            <a:off x="370158" y="4989075"/>
            <a:ext cx="11648290" cy="1200329"/>
          </a:xfrm>
          <a:prstGeom prst="rect">
            <a:avLst/>
          </a:prstGeom>
          <a:noFill/>
        </p:spPr>
        <p:txBody>
          <a:bodyPr wrap="square">
            <a:spAutoFit/>
          </a:bodyPr>
          <a:lstStyle>
            <a:defPPr>
              <a:defRPr lang="en-US"/>
            </a:defPPr>
            <a:lvl1pPr algn="just">
              <a:lnSpc>
                <a:spcPct val="120000"/>
              </a:lnSpc>
              <a:defRPr sz="2400">
                <a:solidFill>
                  <a:schemeClr val="tx1"/>
                </a:solidFill>
                <a:latin typeface="微软雅黑" panose="020B0503020204020204" pitchFamily="34" charset="-122"/>
                <a:ea typeface="微软雅黑" panose="020B0503020204020204" pitchFamily="34" charset="-122"/>
              </a:defRPr>
            </a:lvl1pPr>
          </a:lstStyle>
          <a:p>
            <a:r>
              <a:rPr lang="zh-CN" altLang="en-US" dirty="0"/>
              <a:t>与 IPv4不同，IPv6 地址的接口标识符有64位之多，足以对各种接口的硬件地址直接进行编码。这样，IPv6 就可直接从 128 位地址的最后64位中直接提取出相应的硬件地址，而不需要使用地址解析协议(ARP)进行地址解析。</a:t>
            </a:r>
          </a:p>
        </p:txBody>
      </p:sp>
    </p:spTree>
    <p:extLst>
      <p:ext uri="{BB962C8B-B14F-4D97-AF65-F5344CB8AC3E}">
        <p14:creationId xmlns:p14="http://schemas.microsoft.com/office/powerpoint/2010/main" val="2456707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
          <p:cNvSpPr txBox="1">
            <a:spLocks/>
          </p:cNvSpPr>
          <p:nvPr/>
        </p:nvSpPr>
        <p:spPr bwMode="auto">
          <a:xfrm>
            <a:off x="4367213" y="3068638"/>
            <a:ext cx="3097212" cy="423862"/>
          </a:xfrm>
          <a:prstGeom prst="rect">
            <a:avLst/>
          </a:prstGeom>
          <a:solidFill>
            <a:schemeClr val="bg1"/>
          </a:solidFill>
          <a:ln>
            <a:noFill/>
          </a:ln>
          <a:effectLst/>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a:defRPr/>
            </a:pPr>
            <a:r>
              <a:rPr lang="en-US" altLang="zh-CN" sz="3200" b="1" kern="0" dirty="0">
                <a:solidFill>
                  <a:srgbClr val="0070C0"/>
                </a:solidFill>
                <a:latin typeface="微软雅黑" panose="020B0503020204020204" pitchFamily="34" charset="-122"/>
                <a:ea typeface="微软雅黑" panose="020B0503020204020204" pitchFamily="34" charset="-122"/>
              </a:rPr>
              <a:t>IPv6</a:t>
            </a:r>
            <a:r>
              <a:rPr lang="zh-CN" altLang="en-US" sz="3200" b="1" kern="0" dirty="0">
                <a:solidFill>
                  <a:srgbClr val="0070C0"/>
                </a:solidFill>
                <a:latin typeface="微软雅黑" panose="020B0503020204020204" pitchFamily="34" charset="-122"/>
                <a:ea typeface="微软雅黑" panose="020B0503020204020204" pitchFamily="34" charset="-122"/>
              </a:rPr>
              <a:t>报文格式</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
          <p:cNvSpPr txBox="1">
            <a:spLocks/>
          </p:cNvSpPr>
          <p:nvPr/>
        </p:nvSpPr>
        <p:spPr bwMode="auto">
          <a:xfrm>
            <a:off x="191344" y="171450"/>
            <a:ext cx="9144000" cy="557263"/>
          </a:xfrm>
          <a:prstGeom prst="rect">
            <a:avLst/>
          </a:prstGeom>
          <a:solidFill>
            <a:schemeClr val="bg1"/>
          </a:solidFill>
          <a:ln>
            <a:noFill/>
          </a:ln>
          <a:effectLst/>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a:defRPr/>
            </a:pPr>
            <a:r>
              <a:rPr lang="en-US" altLang="zh-CN" sz="2800" kern="0" dirty="0">
                <a:latin typeface="微软雅黑" panose="020B0503020204020204" pitchFamily="34" charset="-122"/>
                <a:ea typeface="微软雅黑" panose="020B0503020204020204" pitchFamily="34" charset="-122"/>
              </a:rPr>
              <a:t>IPv6</a:t>
            </a:r>
            <a:r>
              <a:rPr lang="zh-CN" altLang="en-US" sz="2800" kern="0" dirty="0">
                <a:latin typeface="微软雅黑" panose="020B0503020204020204" pitchFamily="34" charset="-122"/>
                <a:ea typeface="微软雅黑" panose="020B0503020204020204" pitchFamily="34" charset="-122"/>
              </a:rPr>
              <a:t>报文格式：</a:t>
            </a:r>
            <a:r>
              <a:rPr lang="zh-CN" altLang="en-US" sz="2800" kern="0" dirty="0">
                <a:solidFill>
                  <a:srgbClr val="0070C0"/>
                </a:solidFill>
                <a:latin typeface="微软雅黑" panose="020B0503020204020204" pitchFamily="34" charset="-122"/>
                <a:ea typeface="微软雅黑" panose="020B0503020204020204" pitchFamily="34" charset="-122"/>
              </a:rPr>
              <a:t>基本首部（</a:t>
            </a:r>
            <a:r>
              <a:rPr lang="en-US" altLang="zh-CN" sz="2800" kern="0" dirty="0">
                <a:solidFill>
                  <a:srgbClr val="0070C0"/>
                </a:solidFill>
                <a:latin typeface="微软雅黑" panose="020B0503020204020204" pitchFamily="34" charset="-122"/>
                <a:ea typeface="微软雅黑" panose="020B0503020204020204" pitchFamily="34" charset="-122"/>
              </a:rPr>
              <a:t>40B</a:t>
            </a:r>
            <a:r>
              <a:rPr lang="zh-CN" altLang="en-US" sz="2800" kern="0" dirty="0">
                <a:solidFill>
                  <a:srgbClr val="0070C0"/>
                </a:solidFill>
                <a:latin typeface="微软雅黑" panose="020B0503020204020204" pitchFamily="34" charset="-122"/>
                <a:ea typeface="微软雅黑" panose="020B0503020204020204" pitchFamily="34" charset="-122"/>
              </a:rPr>
              <a:t>）</a:t>
            </a:r>
            <a:r>
              <a:rPr lang="en-US" altLang="zh-CN" sz="2800" kern="0" dirty="0">
                <a:solidFill>
                  <a:srgbClr val="0070C0"/>
                </a:solidFill>
                <a:latin typeface="微软雅黑" panose="020B0503020204020204" pitchFamily="34" charset="-122"/>
                <a:ea typeface="微软雅黑" panose="020B0503020204020204" pitchFamily="34" charset="-122"/>
              </a:rPr>
              <a:t>+ </a:t>
            </a:r>
            <a:r>
              <a:rPr lang="zh-CN" altLang="en-US" sz="2800" kern="0" dirty="0">
                <a:solidFill>
                  <a:srgbClr val="0070C0"/>
                </a:solidFill>
                <a:latin typeface="微软雅黑" panose="020B0503020204020204" pitchFamily="34" charset="-122"/>
                <a:ea typeface="微软雅黑" panose="020B0503020204020204" pitchFamily="34" charset="-122"/>
              </a:rPr>
              <a:t>有效载荷</a:t>
            </a:r>
          </a:p>
        </p:txBody>
      </p:sp>
      <p:sp>
        <p:nvSpPr>
          <p:cNvPr id="6" name="文本框 5">
            <a:extLst>
              <a:ext uri="{FF2B5EF4-FFF2-40B4-BE49-F238E27FC236}">
                <a16:creationId xmlns:a16="http://schemas.microsoft.com/office/drawing/2014/main" id="{4C171CEC-9AD0-44A5-8BC1-F9C5E3BF6575}"/>
              </a:ext>
            </a:extLst>
          </p:cNvPr>
          <p:cNvSpPr txBox="1"/>
          <p:nvPr/>
        </p:nvSpPr>
        <p:spPr>
          <a:xfrm>
            <a:off x="7623938" y="884587"/>
            <a:ext cx="4680520" cy="2270750"/>
          </a:xfrm>
          <a:prstGeom prst="rect">
            <a:avLst/>
          </a:prstGeom>
          <a:noFill/>
        </p:spPr>
        <p:txBody>
          <a:bodyPr wrap="square">
            <a:spAutoFit/>
          </a:bodyPr>
          <a:lstStyle/>
          <a:p>
            <a:pPr>
              <a:lnSpc>
                <a:spcPct val="120000"/>
              </a:lnSpc>
            </a:pPr>
            <a:r>
              <a:rPr lang="en-US" altLang="zh-CN" sz="2400" kern="0" dirty="0">
                <a:solidFill>
                  <a:schemeClr val="tx1"/>
                </a:solidFill>
                <a:latin typeface="微软雅黑" panose="020B0503020204020204" pitchFamily="34" charset="-122"/>
                <a:ea typeface="微软雅黑" panose="020B0503020204020204" pitchFamily="34" charset="-122"/>
              </a:rPr>
              <a:t>IPv6</a:t>
            </a:r>
            <a:r>
              <a:rPr lang="zh-CN" altLang="en-US" sz="2400" kern="0" dirty="0">
                <a:solidFill>
                  <a:schemeClr val="tx1"/>
                </a:solidFill>
                <a:latin typeface="微软雅黑" panose="020B0503020204020204" pitchFamily="34" charset="-122"/>
                <a:ea typeface="微软雅黑" panose="020B0503020204020204" pitchFamily="34" charset="-122"/>
              </a:rPr>
              <a:t>数据报由两个部分组成：</a:t>
            </a:r>
            <a:r>
              <a:rPr lang="zh-CN" altLang="en-US" sz="2400" kern="0" dirty="0">
                <a:solidFill>
                  <a:srgbClr val="0070C0"/>
                </a:solidFill>
                <a:latin typeface="微软雅黑" panose="020B0503020204020204" pitchFamily="34" charset="-122"/>
                <a:ea typeface="微软雅黑" panose="020B0503020204020204" pitchFamily="34" charset="-122"/>
              </a:rPr>
              <a:t>基本首部和有效载荷</a:t>
            </a:r>
            <a:r>
              <a:rPr lang="zh-CN" altLang="en-US" sz="2400" kern="0" dirty="0">
                <a:solidFill>
                  <a:schemeClr val="tx1"/>
                </a:solidFill>
                <a:latin typeface="微软雅黑" panose="020B0503020204020204" pitchFamily="34" charset="-122"/>
                <a:ea typeface="微软雅黑" panose="020B0503020204020204" pitchFamily="34" charset="-122"/>
              </a:rPr>
              <a:t>。有效载荷由零个或多个扩展首部（扩展首部不属于</a:t>
            </a:r>
            <a:r>
              <a:rPr lang="en-US" altLang="zh-CN" sz="2400" kern="0" dirty="0">
                <a:solidFill>
                  <a:schemeClr val="tx1"/>
                </a:solidFill>
                <a:latin typeface="微软雅黑" panose="020B0503020204020204" pitchFamily="34" charset="-122"/>
                <a:ea typeface="微软雅黑" panose="020B0503020204020204" pitchFamily="34" charset="-122"/>
              </a:rPr>
              <a:t>IPv6</a:t>
            </a:r>
            <a:r>
              <a:rPr lang="zh-CN" altLang="en-US" sz="2400" kern="0" dirty="0">
                <a:solidFill>
                  <a:schemeClr val="tx1"/>
                </a:solidFill>
                <a:latin typeface="微软雅黑" panose="020B0503020204020204" pitchFamily="34" charset="-122"/>
                <a:ea typeface="微软雅黑" panose="020B0503020204020204" pitchFamily="34" charset="-122"/>
              </a:rPr>
              <a:t>数据报的首部）及其后面的数据部分构成。</a:t>
            </a:r>
          </a:p>
        </p:txBody>
      </p:sp>
      <p:pic>
        <p:nvPicPr>
          <p:cNvPr id="5" name="图片 4">
            <a:extLst>
              <a:ext uri="{FF2B5EF4-FFF2-40B4-BE49-F238E27FC236}">
                <a16:creationId xmlns:a16="http://schemas.microsoft.com/office/drawing/2014/main" id="{CCED8AD2-885E-4616-8CEA-A8FC7459FB6A}"/>
              </a:ext>
            </a:extLst>
          </p:cNvPr>
          <p:cNvPicPr>
            <a:picLocks noChangeAspect="1"/>
          </p:cNvPicPr>
          <p:nvPr/>
        </p:nvPicPr>
        <p:blipFill>
          <a:blip r:embed="rId3"/>
          <a:stretch>
            <a:fillRect/>
          </a:stretch>
        </p:blipFill>
        <p:spPr>
          <a:xfrm>
            <a:off x="214377" y="884587"/>
            <a:ext cx="7229528" cy="2305067"/>
          </a:xfrm>
          <a:prstGeom prst="rect">
            <a:avLst/>
          </a:prstGeom>
        </p:spPr>
      </p:pic>
      <p:pic>
        <p:nvPicPr>
          <p:cNvPr id="8" name="图片 7">
            <a:extLst>
              <a:ext uri="{FF2B5EF4-FFF2-40B4-BE49-F238E27FC236}">
                <a16:creationId xmlns:a16="http://schemas.microsoft.com/office/drawing/2014/main" id="{A5E334E2-43D2-4F48-B9FB-700A1BC13395}"/>
              </a:ext>
            </a:extLst>
          </p:cNvPr>
          <p:cNvPicPr>
            <a:picLocks noChangeAspect="1"/>
          </p:cNvPicPr>
          <p:nvPr/>
        </p:nvPicPr>
        <p:blipFill>
          <a:blip r:embed="rId4"/>
          <a:stretch>
            <a:fillRect/>
          </a:stretch>
        </p:blipFill>
        <p:spPr>
          <a:xfrm>
            <a:off x="214377" y="4005064"/>
            <a:ext cx="7381929" cy="2152666"/>
          </a:xfrm>
          <a:prstGeom prst="rect">
            <a:avLst/>
          </a:prstGeom>
        </p:spPr>
      </p:pic>
      <p:sp>
        <p:nvSpPr>
          <p:cNvPr id="12" name="文本框 11">
            <a:extLst>
              <a:ext uri="{FF2B5EF4-FFF2-40B4-BE49-F238E27FC236}">
                <a16:creationId xmlns:a16="http://schemas.microsoft.com/office/drawing/2014/main" id="{037719D0-E4A7-4D42-8EC7-34F33E377553}"/>
              </a:ext>
            </a:extLst>
          </p:cNvPr>
          <p:cNvSpPr txBox="1"/>
          <p:nvPr/>
        </p:nvSpPr>
        <p:spPr>
          <a:xfrm>
            <a:off x="7787355" y="4005064"/>
            <a:ext cx="4353685" cy="1827552"/>
          </a:xfrm>
          <a:prstGeom prst="rect">
            <a:avLst/>
          </a:prstGeom>
          <a:noFill/>
        </p:spPr>
        <p:txBody>
          <a:bodyPr wrap="square">
            <a:spAutoFit/>
          </a:bodyPr>
          <a:lstStyle>
            <a:defPPr>
              <a:defRPr lang="en-US"/>
            </a:defPPr>
            <a:lvl1pPr>
              <a:lnSpc>
                <a:spcPct val="120000"/>
              </a:lnSpc>
              <a:defRPr sz="2400" kern="0">
                <a:solidFill>
                  <a:schemeClr val="tx1"/>
                </a:solidFill>
                <a:latin typeface="微软雅黑" panose="020B0503020204020204" pitchFamily="34" charset="-122"/>
                <a:ea typeface="微软雅黑" panose="020B0503020204020204" pitchFamily="34" charset="-122"/>
              </a:defRPr>
            </a:lvl1pPr>
          </a:lstStyle>
          <a:p>
            <a:pPr algn="just"/>
            <a:r>
              <a:rPr lang="en-US" altLang="zh-CN" dirty="0"/>
              <a:t>IPv6</a:t>
            </a:r>
            <a:r>
              <a:rPr lang="zh-CN" altLang="en-US" dirty="0"/>
              <a:t>基本首部的字段数减少到</a:t>
            </a:r>
            <a:r>
              <a:rPr lang="en-US" altLang="zh-CN" dirty="0"/>
              <a:t>8</a:t>
            </a:r>
            <a:r>
              <a:rPr lang="zh-CN" altLang="en-US" dirty="0"/>
              <a:t>个，但</a:t>
            </a:r>
            <a:r>
              <a:rPr lang="en-US" altLang="zh-CN" dirty="0"/>
              <a:t>IPv6</a:t>
            </a:r>
            <a:r>
              <a:rPr lang="zh-CN" altLang="en-US" dirty="0"/>
              <a:t>地址长度为</a:t>
            </a:r>
            <a:r>
              <a:rPr lang="en-US" altLang="zh-CN" dirty="0"/>
              <a:t>128</a:t>
            </a:r>
            <a:r>
              <a:rPr lang="zh-CN" altLang="en-US" dirty="0"/>
              <a:t>位，所以基本首部的长度反而增大到</a:t>
            </a:r>
            <a:r>
              <a:rPr lang="en-US" altLang="zh-CN" dirty="0"/>
              <a:t>40B</a:t>
            </a:r>
            <a:r>
              <a:rPr lang="zh-CN" altLang="en-US" dirty="0"/>
              <a:t>。</a:t>
            </a:r>
          </a:p>
        </p:txBody>
      </p:sp>
      <p:sp>
        <p:nvSpPr>
          <p:cNvPr id="14" name="文本框 13">
            <a:extLst>
              <a:ext uri="{FF2B5EF4-FFF2-40B4-BE49-F238E27FC236}">
                <a16:creationId xmlns:a16="http://schemas.microsoft.com/office/drawing/2014/main" id="{4BE5AC3F-03C3-4D87-9797-130D6BAB6483}"/>
              </a:ext>
            </a:extLst>
          </p:cNvPr>
          <p:cNvSpPr txBox="1"/>
          <p:nvPr/>
        </p:nvSpPr>
        <p:spPr>
          <a:xfrm>
            <a:off x="948821" y="3268237"/>
            <a:ext cx="5760640" cy="400110"/>
          </a:xfrm>
          <a:prstGeom prst="rect">
            <a:avLst/>
          </a:prstGeom>
          <a:noFill/>
        </p:spPr>
        <p:txBody>
          <a:bodyPr wrap="square">
            <a:spAutoFit/>
          </a:bodyPr>
          <a:lstStyle/>
          <a:p>
            <a:r>
              <a:rPr lang="zh-CN" altLang="en-US" sz="2000" kern="0" dirty="0">
                <a:solidFill>
                  <a:schemeClr val="tx1"/>
                </a:solidFill>
                <a:latin typeface="微软雅黑" panose="020B0503020204020204" pitchFamily="34" charset="-122"/>
                <a:ea typeface="微软雅黑" panose="020B0503020204020204" pitchFamily="34" charset="-122"/>
              </a:rPr>
              <a:t>具有多个可选扩展首部的</a:t>
            </a:r>
            <a:r>
              <a:rPr lang="en-US" altLang="zh-CN" sz="2000" kern="0" dirty="0">
                <a:solidFill>
                  <a:schemeClr val="tx1"/>
                </a:solidFill>
                <a:latin typeface="微软雅黑" panose="020B0503020204020204" pitchFamily="34" charset="-122"/>
                <a:ea typeface="微软雅黑" panose="020B0503020204020204" pitchFamily="34" charset="-122"/>
              </a:rPr>
              <a:t>IPv6</a:t>
            </a:r>
            <a:r>
              <a:rPr lang="zh-CN" altLang="en-US" sz="2000" kern="0" dirty="0">
                <a:solidFill>
                  <a:schemeClr val="tx1"/>
                </a:solidFill>
                <a:latin typeface="微软雅黑" panose="020B0503020204020204" pitchFamily="34" charset="-122"/>
                <a:ea typeface="微软雅黑" panose="020B0503020204020204" pitchFamily="34" charset="-122"/>
              </a:rPr>
              <a:t>数据报的一般形式</a:t>
            </a:r>
            <a:endParaRPr lang="zh-CN" altLang="en-US" sz="2000" dirty="0"/>
          </a:p>
        </p:txBody>
      </p:sp>
      <p:sp>
        <p:nvSpPr>
          <p:cNvPr id="15" name="文本框 14">
            <a:extLst>
              <a:ext uri="{FF2B5EF4-FFF2-40B4-BE49-F238E27FC236}">
                <a16:creationId xmlns:a16="http://schemas.microsoft.com/office/drawing/2014/main" id="{48A18C31-9CD1-480B-A17D-7158AA96A06D}"/>
              </a:ext>
            </a:extLst>
          </p:cNvPr>
          <p:cNvSpPr txBox="1"/>
          <p:nvPr/>
        </p:nvSpPr>
        <p:spPr>
          <a:xfrm>
            <a:off x="2135560" y="6172853"/>
            <a:ext cx="3888432" cy="400110"/>
          </a:xfrm>
          <a:prstGeom prst="rect">
            <a:avLst/>
          </a:prstGeom>
          <a:noFill/>
        </p:spPr>
        <p:txBody>
          <a:bodyPr wrap="square">
            <a:spAutoFit/>
          </a:bodyPr>
          <a:lstStyle/>
          <a:p>
            <a:r>
              <a:rPr lang="en-US" altLang="zh-CN" sz="2000" kern="0" dirty="0">
                <a:solidFill>
                  <a:schemeClr val="tx1"/>
                </a:solidFill>
                <a:latin typeface="微软雅黑" panose="020B0503020204020204" pitchFamily="34" charset="-122"/>
                <a:ea typeface="微软雅黑" panose="020B0503020204020204" pitchFamily="34" charset="-122"/>
              </a:rPr>
              <a:t>IPv6</a:t>
            </a:r>
            <a:r>
              <a:rPr lang="zh-CN" altLang="en-US" sz="2000" kern="0" dirty="0">
                <a:solidFill>
                  <a:schemeClr val="tx1"/>
                </a:solidFill>
                <a:latin typeface="微软雅黑" panose="020B0503020204020204" pitchFamily="34" charset="-122"/>
                <a:ea typeface="微软雅黑" panose="020B0503020204020204" pitchFamily="34" charset="-122"/>
              </a:rPr>
              <a:t>数据报的基本首部的格式</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
          <p:cNvSpPr txBox="1">
            <a:spLocks/>
          </p:cNvSpPr>
          <p:nvPr/>
        </p:nvSpPr>
        <p:spPr bwMode="auto">
          <a:xfrm>
            <a:off x="191344" y="171450"/>
            <a:ext cx="9144000" cy="557263"/>
          </a:xfrm>
          <a:prstGeom prst="rect">
            <a:avLst/>
          </a:prstGeom>
          <a:solidFill>
            <a:schemeClr val="bg1"/>
          </a:solidFill>
          <a:ln>
            <a:noFill/>
          </a:ln>
          <a:effectLst/>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a:defRPr/>
            </a:pPr>
            <a:r>
              <a:rPr lang="en-US" altLang="zh-CN" sz="2800" kern="0" dirty="0">
                <a:latin typeface="微软雅黑" panose="020B0503020204020204" pitchFamily="34" charset="-122"/>
                <a:ea typeface="微软雅黑" panose="020B0503020204020204" pitchFamily="34" charset="-122"/>
              </a:rPr>
              <a:t>IPv6</a:t>
            </a:r>
            <a:r>
              <a:rPr lang="zh-CN" altLang="en-US" sz="2800" kern="0" dirty="0">
                <a:latin typeface="微软雅黑" panose="020B0503020204020204" pitchFamily="34" charset="-122"/>
                <a:ea typeface="微软雅黑" panose="020B0503020204020204" pitchFamily="34" charset="-122"/>
              </a:rPr>
              <a:t>报文基本首部</a:t>
            </a:r>
            <a:endParaRPr lang="zh-CN" altLang="en-US" sz="2800" kern="0" dirty="0">
              <a:solidFill>
                <a:srgbClr val="0070C0"/>
              </a:solidFill>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A5E334E2-43D2-4F48-B9FB-700A1BC13395}"/>
              </a:ext>
            </a:extLst>
          </p:cNvPr>
          <p:cNvPicPr>
            <a:picLocks noChangeAspect="1"/>
          </p:cNvPicPr>
          <p:nvPr/>
        </p:nvPicPr>
        <p:blipFill>
          <a:blip r:embed="rId3"/>
          <a:stretch>
            <a:fillRect/>
          </a:stretch>
        </p:blipFill>
        <p:spPr>
          <a:xfrm>
            <a:off x="4511824" y="980728"/>
            <a:ext cx="7381929" cy="2152666"/>
          </a:xfrm>
          <a:prstGeom prst="rect">
            <a:avLst/>
          </a:prstGeom>
        </p:spPr>
      </p:pic>
      <p:sp>
        <p:nvSpPr>
          <p:cNvPr id="10" name="文本框 9">
            <a:extLst>
              <a:ext uri="{FF2B5EF4-FFF2-40B4-BE49-F238E27FC236}">
                <a16:creationId xmlns:a16="http://schemas.microsoft.com/office/drawing/2014/main" id="{92CD1760-FEEA-42E3-A4BC-6897E7433262}"/>
              </a:ext>
            </a:extLst>
          </p:cNvPr>
          <p:cNvSpPr txBox="1"/>
          <p:nvPr/>
        </p:nvSpPr>
        <p:spPr>
          <a:xfrm>
            <a:off x="191344" y="3495485"/>
            <a:ext cx="11593288" cy="3157146"/>
          </a:xfrm>
          <a:prstGeom prst="rect">
            <a:avLst/>
          </a:prstGeom>
          <a:noFill/>
        </p:spPr>
        <p:txBody>
          <a:bodyPr wrap="square">
            <a:spAutoFit/>
          </a:bodyPr>
          <a:lstStyle/>
          <a:p>
            <a:pPr>
              <a:lnSpc>
                <a:spcPct val="120000"/>
              </a:lnSpc>
            </a:pPr>
            <a:r>
              <a:rPr lang="en-US" altLang="zh-CN" sz="2400" dirty="0">
                <a:solidFill>
                  <a:schemeClr val="tx1"/>
                </a:solidFill>
                <a:latin typeface="微软雅黑" panose="020B0503020204020204" pitchFamily="34" charset="-122"/>
                <a:ea typeface="微软雅黑" panose="020B0503020204020204" pitchFamily="34" charset="-122"/>
              </a:rPr>
              <a:t>1</a:t>
            </a:r>
            <a:r>
              <a:rPr lang="zh-CN" altLang="en-US" sz="2400" dirty="0">
                <a:solidFill>
                  <a:schemeClr val="tx1"/>
                </a:solidFill>
                <a:latin typeface="微软雅黑" panose="020B0503020204020204" pitchFamily="34" charset="-122"/>
                <a:ea typeface="微软雅黑" panose="020B0503020204020204" pitchFamily="34" charset="-122"/>
              </a:rPr>
              <a:t>)</a:t>
            </a:r>
            <a:r>
              <a:rPr lang="zh-CN" altLang="en-US" sz="2400" b="1" dirty="0">
                <a:solidFill>
                  <a:schemeClr val="tx1"/>
                </a:solidFill>
                <a:latin typeface="微软雅黑" panose="020B0503020204020204" pitchFamily="34" charset="-122"/>
                <a:ea typeface="微软雅黑" panose="020B0503020204020204" pitchFamily="34" charset="-122"/>
              </a:rPr>
              <a:t>版本。</a:t>
            </a:r>
            <a:r>
              <a:rPr lang="zh-CN" altLang="en-US" sz="2400" dirty="0">
                <a:solidFill>
                  <a:schemeClr val="tx1"/>
                </a:solidFill>
                <a:latin typeface="微软雅黑" panose="020B0503020204020204" pitchFamily="34" charset="-122"/>
                <a:ea typeface="微软雅黑" panose="020B0503020204020204" pitchFamily="34" charset="-122"/>
              </a:rPr>
              <a:t>4位，对于IPv6该字段的值是6。</a:t>
            </a:r>
            <a:endParaRPr lang="en-US" altLang="zh-CN" sz="2400" dirty="0">
              <a:solidFill>
                <a:schemeClr val="tx1"/>
              </a:solidFill>
              <a:latin typeface="微软雅黑" panose="020B0503020204020204" pitchFamily="34" charset="-122"/>
              <a:ea typeface="微软雅黑" panose="020B0503020204020204" pitchFamily="34" charset="-122"/>
            </a:endParaRPr>
          </a:p>
          <a:p>
            <a:pPr>
              <a:lnSpc>
                <a:spcPct val="120000"/>
              </a:lnSpc>
            </a:pPr>
            <a:r>
              <a:rPr lang="zh-CN" altLang="en-US" sz="2400" dirty="0">
                <a:solidFill>
                  <a:schemeClr val="tx1"/>
                </a:solidFill>
                <a:latin typeface="微软雅黑" panose="020B0503020204020204" pitchFamily="34" charset="-122"/>
                <a:ea typeface="微软雅黑" panose="020B0503020204020204" pitchFamily="34" charset="-122"/>
              </a:rPr>
              <a:t>2)</a:t>
            </a:r>
            <a:r>
              <a:rPr lang="zh-CN" altLang="en-US" sz="2400" b="1" dirty="0">
                <a:solidFill>
                  <a:schemeClr val="tx1"/>
                </a:solidFill>
                <a:latin typeface="微软雅黑" panose="020B0503020204020204" pitchFamily="34" charset="-122"/>
                <a:ea typeface="微软雅黑" panose="020B0503020204020204" pitchFamily="34" charset="-122"/>
              </a:rPr>
              <a:t>通信量类</a:t>
            </a:r>
            <a:r>
              <a:rPr lang="zh-CN" altLang="en-US" sz="2400" dirty="0">
                <a:solidFill>
                  <a:schemeClr val="tx1"/>
                </a:solidFill>
                <a:latin typeface="微软雅黑" panose="020B0503020204020204" pitchFamily="34" charset="-122"/>
                <a:ea typeface="微软雅黑" panose="020B0503020204020204" pitchFamily="34" charset="-122"/>
              </a:rPr>
              <a:t>。8位，用来区分不同的IPv6数据报的类别或优先级。</a:t>
            </a:r>
            <a:endParaRPr lang="en-US" altLang="zh-CN" sz="2400" dirty="0">
              <a:solidFill>
                <a:schemeClr val="tx1"/>
              </a:solidFill>
              <a:latin typeface="微软雅黑" panose="020B0503020204020204" pitchFamily="34" charset="-122"/>
              <a:ea typeface="微软雅黑" panose="020B0503020204020204" pitchFamily="34" charset="-122"/>
            </a:endParaRPr>
          </a:p>
          <a:p>
            <a:pPr>
              <a:lnSpc>
                <a:spcPct val="120000"/>
              </a:lnSpc>
            </a:pPr>
            <a:r>
              <a:rPr lang="zh-CN" altLang="en-US" sz="2400" dirty="0">
                <a:solidFill>
                  <a:schemeClr val="tx1"/>
                </a:solidFill>
                <a:latin typeface="微软雅黑" panose="020B0503020204020204" pitchFamily="34" charset="-122"/>
                <a:ea typeface="微软雅黑" panose="020B0503020204020204" pitchFamily="34" charset="-122"/>
              </a:rPr>
              <a:t>3)</a:t>
            </a:r>
            <a:r>
              <a:rPr lang="zh-CN" altLang="en-US" sz="2400" b="1" dirty="0">
                <a:solidFill>
                  <a:schemeClr val="tx1"/>
                </a:solidFill>
                <a:latin typeface="微软雅黑" panose="020B0503020204020204" pitchFamily="34" charset="-122"/>
                <a:ea typeface="微软雅黑" panose="020B0503020204020204" pitchFamily="34" charset="-122"/>
              </a:rPr>
              <a:t>流标号。</a:t>
            </a:r>
            <a:r>
              <a:rPr lang="zh-CN" altLang="en-US" sz="2400" dirty="0">
                <a:solidFill>
                  <a:schemeClr val="tx1"/>
                </a:solidFill>
                <a:latin typeface="微软雅黑" panose="020B0503020204020204" pitchFamily="34" charset="-122"/>
                <a:ea typeface="微软雅黑" panose="020B0503020204020204" pitchFamily="34" charset="-122"/>
              </a:rPr>
              <a:t>20位，流是指互联网上从特定源点到特定终点(单播或多播)的一系列数据报(如实时音/视频传输)，而在这个“流”所经过的路径上的路由器都保证指明的服务质量。所有属于同一个流的数据报都具有相同的流标号。</a:t>
            </a:r>
            <a:endParaRPr lang="en-US" altLang="zh-CN" sz="2400" dirty="0">
              <a:solidFill>
                <a:schemeClr val="tx1"/>
              </a:solidFill>
              <a:latin typeface="微软雅黑" panose="020B0503020204020204" pitchFamily="34" charset="-122"/>
              <a:ea typeface="微软雅黑" panose="020B0503020204020204" pitchFamily="34" charset="-122"/>
            </a:endParaRPr>
          </a:p>
          <a:p>
            <a:pPr>
              <a:lnSpc>
                <a:spcPct val="120000"/>
              </a:lnSpc>
            </a:pPr>
            <a:r>
              <a:rPr lang="zh-CN" altLang="en-US" sz="2400" dirty="0">
                <a:solidFill>
                  <a:schemeClr val="tx1"/>
                </a:solidFill>
                <a:latin typeface="微软雅黑" panose="020B0503020204020204" pitchFamily="34" charset="-122"/>
                <a:ea typeface="微软雅黑" panose="020B0503020204020204" pitchFamily="34" charset="-122"/>
              </a:rPr>
              <a:t>4)</a:t>
            </a:r>
            <a:r>
              <a:rPr lang="zh-CN" altLang="en-US" sz="2400" b="1" dirty="0">
                <a:solidFill>
                  <a:schemeClr val="tx1"/>
                </a:solidFill>
                <a:latin typeface="微软雅黑" panose="020B0503020204020204" pitchFamily="34" charset="-122"/>
                <a:ea typeface="微软雅黑" panose="020B0503020204020204" pitchFamily="34" charset="-122"/>
              </a:rPr>
              <a:t>有效载荷长度</a:t>
            </a:r>
            <a:r>
              <a:rPr lang="zh-CN" altLang="en-US" sz="2400" dirty="0">
                <a:solidFill>
                  <a:schemeClr val="tx1"/>
                </a:solidFill>
                <a:latin typeface="微软雅黑" panose="020B0503020204020204" pitchFamily="34" charset="-122"/>
                <a:ea typeface="微软雅黑" panose="020B0503020204020204" pitchFamily="34" charset="-122"/>
              </a:rPr>
              <a:t>。16位，指明IPv6数据报除基本首部以外的字节数(所有扩展首部都算在有效载荷之内)。这个字段的最大值是65535(单位为字节)。</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99502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
          <p:cNvSpPr txBox="1">
            <a:spLocks/>
          </p:cNvSpPr>
          <p:nvPr/>
        </p:nvSpPr>
        <p:spPr bwMode="auto">
          <a:xfrm>
            <a:off x="191344" y="171450"/>
            <a:ext cx="9144000" cy="557263"/>
          </a:xfrm>
          <a:prstGeom prst="rect">
            <a:avLst/>
          </a:prstGeom>
          <a:solidFill>
            <a:schemeClr val="bg1"/>
          </a:solidFill>
          <a:ln>
            <a:noFill/>
          </a:ln>
          <a:effectLst/>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a:defRPr/>
            </a:pPr>
            <a:r>
              <a:rPr lang="en-US" altLang="zh-CN" sz="2800" kern="0" dirty="0">
                <a:latin typeface="微软雅黑" panose="020B0503020204020204" pitchFamily="34" charset="-122"/>
                <a:ea typeface="微软雅黑" panose="020B0503020204020204" pitchFamily="34" charset="-122"/>
              </a:rPr>
              <a:t>IPv6</a:t>
            </a:r>
            <a:r>
              <a:rPr lang="zh-CN" altLang="en-US" sz="2800" kern="0" dirty="0">
                <a:latin typeface="微软雅黑" panose="020B0503020204020204" pitchFamily="34" charset="-122"/>
                <a:ea typeface="微软雅黑" panose="020B0503020204020204" pitchFamily="34" charset="-122"/>
              </a:rPr>
              <a:t>报文基本首部</a:t>
            </a:r>
            <a:endParaRPr lang="zh-CN" altLang="en-US" sz="2800" kern="0" dirty="0">
              <a:solidFill>
                <a:srgbClr val="0070C0"/>
              </a:solidFill>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A5E334E2-43D2-4F48-B9FB-700A1BC13395}"/>
              </a:ext>
            </a:extLst>
          </p:cNvPr>
          <p:cNvPicPr>
            <a:picLocks noChangeAspect="1"/>
          </p:cNvPicPr>
          <p:nvPr/>
        </p:nvPicPr>
        <p:blipFill>
          <a:blip r:embed="rId3"/>
          <a:stretch>
            <a:fillRect/>
          </a:stretch>
        </p:blipFill>
        <p:spPr>
          <a:xfrm>
            <a:off x="4511824" y="968604"/>
            <a:ext cx="7381929" cy="2152666"/>
          </a:xfrm>
          <a:prstGeom prst="rect">
            <a:avLst/>
          </a:prstGeom>
        </p:spPr>
      </p:pic>
      <p:sp>
        <p:nvSpPr>
          <p:cNvPr id="10" name="文本框 9">
            <a:extLst>
              <a:ext uri="{FF2B5EF4-FFF2-40B4-BE49-F238E27FC236}">
                <a16:creationId xmlns:a16="http://schemas.microsoft.com/office/drawing/2014/main" id="{92CD1760-FEEA-42E3-A4BC-6897E7433262}"/>
              </a:ext>
            </a:extLst>
          </p:cNvPr>
          <p:cNvSpPr txBox="1"/>
          <p:nvPr/>
        </p:nvSpPr>
        <p:spPr>
          <a:xfrm>
            <a:off x="171894" y="3501008"/>
            <a:ext cx="11593288" cy="2270750"/>
          </a:xfrm>
          <a:prstGeom prst="rect">
            <a:avLst/>
          </a:prstGeom>
          <a:noFill/>
        </p:spPr>
        <p:txBody>
          <a:bodyPr wrap="square">
            <a:spAutoFit/>
          </a:bodyPr>
          <a:lstStyle/>
          <a:p>
            <a:pPr>
              <a:lnSpc>
                <a:spcPct val="120000"/>
              </a:lnSpc>
            </a:pPr>
            <a:r>
              <a:rPr lang="en-US" altLang="zh-CN" sz="2400" dirty="0">
                <a:solidFill>
                  <a:schemeClr val="tx1"/>
                </a:solidFill>
                <a:latin typeface="微软雅黑" panose="020B0503020204020204" pitchFamily="34" charset="-122"/>
                <a:ea typeface="微软雅黑" panose="020B0503020204020204" pitchFamily="34" charset="-122"/>
              </a:rPr>
              <a:t>5)</a:t>
            </a:r>
            <a:r>
              <a:rPr lang="zh-CN" altLang="en-US" sz="2400" b="1" dirty="0">
                <a:solidFill>
                  <a:schemeClr val="tx1"/>
                </a:solidFill>
                <a:latin typeface="微软雅黑" panose="020B0503020204020204" pitchFamily="34" charset="-122"/>
                <a:ea typeface="微软雅黑" panose="020B0503020204020204" pitchFamily="34" charset="-122"/>
              </a:rPr>
              <a:t>下一个首部。</a:t>
            </a:r>
            <a:r>
              <a:rPr lang="zh-CN" altLang="en-US" sz="2400" dirty="0">
                <a:solidFill>
                  <a:schemeClr val="tx1"/>
                </a:solidFill>
                <a:latin typeface="微软雅黑" panose="020B0503020204020204" pitchFamily="34" charset="-122"/>
                <a:ea typeface="微软雅黑" panose="020B0503020204020204" pitchFamily="34" charset="-122"/>
              </a:rPr>
              <a:t>8位，该字段相当于IPv4 首部中的协议字段或可选字段。当</a:t>
            </a:r>
            <a:r>
              <a:rPr lang="en-US" altLang="zh-CN" sz="2400" dirty="0">
                <a:solidFill>
                  <a:schemeClr val="tx1"/>
                </a:solidFill>
                <a:latin typeface="微软雅黑" panose="020B0503020204020204" pitchFamily="34" charset="-122"/>
                <a:ea typeface="微软雅黑" panose="020B0503020204020204" pitchFamily="34" charset="-122"/>
              </a:rPr>
              <a:t>I</a:t>
            </a:r>
            <a:r>
              <a:rPr lang="zh-CN" altLang="en-US" sz="2400" dirty="0">
                <a:solidFill>
                  <a:schemeClr val="tx1"/>
                </a:solidFill>
                <a:latin typeface="微软雅黑" panose="020B0503020204020204" pitchFamily="34" charset="-122"/>
                <a:ea typeface="微软雅黑" panose="020B0503020204020204" pitchFamily="34" charset="-122"/>
              </a:rPr>
              <a:t>Pv6 没有扩展首部时，其作用与 IPv4的协议字段一样，它指明 I</a:t>
            </a:r>
            <a:r>
              <a:rPr lang="en-US" altLang="zh-CN" sz="2400" dirty="0">
                <a:solidFill>
                  <a:schemeClr val="tx1"/>
                </a:solidFill>
                <a:latin typeface="微软雅黑" panose="020B0503020204020204" pitchFamily="34" charset="-122"/>
                <a:ea typeface="微软雅黑" panose="020B0503020204020204" pitchFamily="34" charset="-122"/>
              </a:rPr>
              <a:t>P</a:t>
            </a:r>
            <a:r>
              <a:rPr lang="zh-CN" altLang="en-US" sz="2400" dirty="0">
                <a:solidFill>
                  <a:schemeClr val="tx1"/>
                </a:solidFill>
                <a:latin typeface="微软雅黑" panose="020B0503020204020204" pitchFamily="34" charset="-122"/>
                <a:ea typeface="微软雅黑" panose="020B0503020204020204" pitchFamily="34" charset="-122"/>
              </a:rPr>
              <a:t>v6 数据报所运载的数据是何种协议数据单元;当IPv6 带有扩展首部时，它就标识后面第一个扩展首部的类型。</a:t>
            </a:r>
            <a:endParaRPr lang="en-US" altLang="zh-CN" sz="2400" dirty="0">
              <a:solidFill>
                <a:schemeClr val="tx1"/>
              </a:solidFill>
              <a:latin typeface="微软雅黑" panose="020B0503020204020204" pitchFamily="34" charset="-122"/>
              <a:ea typeface="微软雅黑" panose="020B0503020204020204" pitchFamily="34" charset="-122"/>
            </a:endParaRPr>
          </a:p>
          <a:p>
            <a:pPr>
              <a:lnSpc>
                <a:spcPct val="120000"/>
              </a:lnSpc>
            </a:pPr>
            <a:r>
              <a:rPr lang="zh-CN" altLang="en-US" sz="2400" dirty="0">
                <a:solidFill>
                  <a:schemeClr val="tx1"/>
                </a:solidFill>
                <a:latin typeface="微软雅黑" panose="020B0503020204020204" pitchFamily="34" charset="-122"/>
                <a:ea typeface="微软雅黑" panose="020B0503020204020204" pitchFamily="34" charset="-122"/>
              </a:rPr>
              <a:t>6)</a:t>
            </a:r>
            <a:r>
              <a:rPr lang="zh-CN" altLang="en-US" sz="2400" b="1" dirty="0">
                <a:solidFill>
                  <a:schemeClr val="tx1"/>
                </a:solidFill>
                <a:latin typeface="微软雅黑" panose="020B0503020204020204" pitchFamily="34" charset="-122"/>
                <a:ea typeface="微软雅黑" panose="020B0503020204020204" pitchFamily="34" charset="-122"/>
              </a:rPr>
              <a:t>跳数限制。</a:t>
            </a:r>
            <a:r>
              <a:rPr lang="zh-CN" altLang="en-US" sz="2400" dirty="0">
                <a:solidFill>
                  <a:schemeClr val="tx1"/>
                </a:solidFill>
                <a:latin typeface="微软雅黑" panose="020B0503020204020204" pitchFamily="34" charset="-122"/>
                <a:ea typeface="微软雅黑" panose="020B0503020204020204" pitchFamily="34" charset="-122"/>
              </a:rPr>
              <a:t>8位，类似于IPv4 首部的 TTL字段。</a:t>
            </a:r>
            <a:endParaRPr lang="en-US" altLang="zh-CN" sz="2400" dirty="0">
              <a:solidFill>
                <a:schemeClr val="tx1"/>
              </a:solidFill>
              <a:latin typeface="微软雅黑" panose="020B0503020204020204" pitchFamily="34" charset="-122"/>
              <a:ea typeface="微软雅黑" panose="020B0503020204020204" pitchFamily="34" charset="-122"/>
            </a:endParaRPr>
          </a:p>
          <a:p>
            <a:pPr>
              <a:lnSpc>
                <a:spcPct val="120000"/>
              </a:lnSpc>
            </a:pPr>
            <a:r>
              <a:rPr lang="zh-CN" altLang="en-US" sz="2400" dirty="0">
                <a:solidFill>
                  <a:schemeClr val="tx1"/>
                </a:solidFill>
                <a:latin typeface="微软雅黑" panose="020B0503020204020204" pitchFamily="34" charset="-122"/>
                <a:ea typeface="微软雅黑" panose="020B0503020204020204" pitchFamily="34" charset="-122"/>
              </a:rPr>
              <a:t>7)</a:t>
            </a:r>
            <a:r>
              <a:rPr lang="zh-CN" altLang="en-US" sz="2400" b="1" dirty="0">
                <a:solidFill>
                  <a:schemeClr val="tx1"/>
                </a:solidFill>
                <a:latin typeface="微软雅黑" panose="020B0503020204020204" pitchFamily="34" charset="-122"/>
                <a:ea typeface="微软雅黑" panose="020B0503020204020204" pitchFamily="34" charset="-122"/>
              </a:rPr>
              <a:t>源地址和目的地址。</a:t>
            </a:r>
            <a:r>
              <a:rPr lang="zh-CN" altLang="en-US" sz="2400" dirty="0">
                <a:solidFill>
                  <a:schemeClr val="tx1"/>
                </a:solidFill>
                <a:latin typeface="微软雅黑" panose="020B0503020204020204" pitchFamily="34" charset="-122"/>
                <a:ea typeface="微软雅黑" panose="020B0503020204020204" pitchFamily="34" charset="-122"/>
              </a:rPr>
              <a:t>128位，是数据报的发送端/接收端的IP地址。</a:t>
            </a:r>
          </a:p>
        </p:txBody>
      </p:sp>
    </p:spTree>
    <p:extLst>
      <p:ext uri="{BB962C8B-B14F-4D97-AF65-F5344CB8AC3E}">
        <p14:creationId xmlns:p14="http://schemas.microsoft.com/office/powerpoint/2010/main" val="1763090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
          <p:cNvSpPr txBox="1">
            <a:spLocks/>
          </p:cNvSpPr>
          <p:nvPr/>
        </p:nvSpPr>
        <p:spPr bwMode="auto">
          <a:xfrm>
            <a:off x="263352" y="115835"/>
            <a:ext cx="2520280" cy="603941"/>
          </a:xfrm>
          <a:prstGeom prst="rect">
            <a:avLst/>
          </a:prstGeom>
          <a:solidFill>
            <a:srgbClr val="FFFF00"/>
          </a:solidFill>
          <a:ln>
            <a:noFill/>
          </a:ln>
          <a:effectLst/>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a:defRPr/>
            </a:pPr>
            <a:r>
              <a:rPr lang="zh-CN" altLang="en-US" kern="0" dirty="0"/>
              <a:t>扩展首部</a:t>
            </a:r>
          </a:p>
        </p:txBody>
      </p:sp>
      <p:pic>
        <p:nvPicPr>
          <p:cNvPr id="25604"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5360" y="3212976"/>
            <a:ext cx="6120680" cy="3312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267296" y="1042914"/>
            <a:ext cx="6188744" cy="1827552"/>
          </a:xfrm>
          <a:prstGeom prst="rect">
            <a:avLst/>
          </a:prstGeom>
          <a:solidFill>
            <a:schemeClr val="bg1"/>
          </a:solidFill>
        </p:spPr>
        <p:txBody>
          <a:bodyPr wrap="square">
            <a:spAutoFit/>
          </a:bodyPr>
          <a:lstStyle/>
          <a:p>
            <a:pPr>
              <a:lnSpc>
                <a:spcPct val="120000"/>
              </a:lnSpc>
              <a:defRPr/>
            </a:pPr>
            <a:r>
              <a:rPr lang="zh-CN" altLang="zh-CN" sz="2400"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每个扩展报头都有报头扩展长度域，根据该域可以知道下一个扩展头部或者数据的位置。</a:t>
            </a:r>
            <a:r>
              <a:rPr lang="zh-CN" altLang="zh-CN" sz="2400" kern="100" dirty="0">
                <a:solidFill>
                  <a:srgbClr val="0070C0"/>
                </a:solidFill>
                <a:latin typeface="微软雅黑" panose="020B0503020204020204" pitchFamily="34" charset="-122"/>
                <a:ea typeface="微软雅黑" panose="020B0503020204020204" pitchFamily="34" charset="-122"/>
                <a:cs typeface="Arial" panose="020B0604020202020204" pitchFamily="34" charset="0"/>
              </a:rPr>
              <a:t>在典型的数据报中，并不是每一个数据报都包括所有的扩展报头。</a:t>
            </a:r>
            <a:endParaRPr lang="zh-CN" altLang="en-US" sz="2400" dirty="0">
              <a:solidFill>
                <a:srgbClr val="0070C0"/>
              </a:solidFill>
              <a:latin typeface="微软雅黑" panose="020B0503020204020204" pitchFamily="34" charset="-122"/>
              <a:ea typeface="微软雅黑" panose="020B0503020204020204" pitchFamily="34" charset="-122"/>
            </a:endParaRPr>
          </a:p>
        </p:txBody>
      </p:sp>
      <p:pic>
        <p:nvPicPr>
          <p:cNvPr id="25603" name="图片 4" descr="https://img-blog.csdnimg.cn/20200526140236262.png?x-oss-process=image/watermark,type_ZmFuZ3poZW5naGVpdGk,shadow_10,text_aHR0cHM6Ly9ibG9nLmNzZG4ubmV0L2xpbnV4R2M=,size_16,color_FFFFFF,t_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0338" y="836712"/>
            <a:ext cx="5503341" cy="5832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
          <p:cNvSpPr txBox="1">
            <a:spLocks/>
          </p:cNvSpPr>
          <p:nvPr/>
        </p:nvSpPr>
        <p:spPr bwMode="auto">
          <a:xfrm>
            <a:off x="1528763" y="-107532"/>
            <a:ext cx="9144000" cy="900113"/>
          </a:xfrm>
          <a:prstGeom prst="rect">
            <a:avLst/>
          </a:prstGeom>
          <a:solidFill>
            <a:srgbClr val="FFFF00"/>
          </a:solidFill>
          <a:ln>
            <a:noFill/>
          </a:ln>
          <a:effectLst/>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a:defRPr/>
            </a:pPr>
            <a:r>
              <a:rPr lang="zh-CN" altLang="en-US" kern="0" dirty="0"/>
              <a:t>扩展头部</a:t>
            </a:r>
          </a:p>
        </p:txBody>
      </p:sp>
      <p:pic>
        <p:nvPicPr>
          <p:cNvPr id="25603" name="图片 4" descr="https://img-blog.csdnimg.cn/20200526140236262.png?x-oss-process=image/watermark,type_ZmFuZ3poZW5naGVpdGk,shadow_10,text_aHR0cHM6Ly9ibG9nLmNzZG4ubmV0L2xpbnV4R2M=,size_16,color_FFFFFF,t_7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96952"/>
            <a:ext cx="9144000" cy="6954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0363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
          <p:cNvSpPr txBox="1">
            <a:spLocks/>
          </p:cNvSpPr>
          <p:nvPr/>
        </p:nvSpPr>
        <p:spPr bwMode="auto">
          <a:xfrm>
            <a:off x="263352" y="116632"/>
            <a:ext cx="4752528" cy="581074"/>
          </a:xfrm>
          <a:prstGeom prst="rect">
            <a:avLst/>
          </a:prstGeom>
          <a:solidFill>
            <a:srgbClr val="FFFF00"/>
          </a:solidFill>
          <a:ln>
            <a:noFill/>
          </a:ln>
          <a:effectLst/>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a:defRPr/>
            </a:pPr>
            <a:r>
              <a:rPr lang="en-US" altLang="zh-CN" sz="3200" kern="0" dirty="0"/>
              <a:t>IPv6</a:t>
            </a:r>
            <a:r>
              <a:rPr lang="zh-CN" altLang="en-US" sz="3200" kern="0" dirty="0"/>
              <a:t>扩展首部</a:t>
            </a:r>
          </a:p>
        </p:txBody>
      </p:sp>
      <p:sp>
        <p:nvSpPr>
          <p:cNvPr id="6" name="矩形 5"/>
          <p:cNvSpPr/>
          <p:nvPr/>
        </p:nvSpPr>
        <p:spPr>
          <a:xfrm>
            <a:off x="263352" y="1052514"/>
            <a:ext cx="11737304" cy="1827552"/>
          </a:xfrm>
          <a:prstGeom prst="rect">
            <a:avLst/>
          </a:prstGeom>
          <a:solidFill>
            <a:schemeClr val="bg1"/>
          </a:solidFill>
        </p:spPr>
        <p:txBody>
          <a:bodyPr wrap="square">
            <a:spAutoFit/>
          </a:bodyPr>
          <a:lstStyle/>
          <a:p>
            <a:pPr algn="just">
              <a:lnSpc>
                <a:spcPct val="120000"/>
              </a:lnSpc>
              <a:defRPr/>
            </a:pPr>
            <a:r>
              <a:rPr lang="zh-CN" altLang="zh-CN" sz="24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如果数据</a:t>
            </a:r>
            <a:r>
              <a:rPr lang="zh-CN" altLang="en-US" sz="24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报</a:t>
            </a:r>
            <a:r>
              <a:rPr lang="zh-CN" altLang="zh-CN" sz="24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中没有扩展报头，也就是说数据报只包括基本的报头和上层协议单元，基本报头的下一个报头（</a:t>
            </a:r>
            <a:r>
              <a:rPr lang="en-US" altLang="zh-CN" sz="2400" kern="100" dirty="0">
                <a:solidFill>
                  <a:schemeClr val="tx1"/>
                </a:solidFill>
                <a:latin typeface="微软雅黑" panose="020B0503020204020204" pitchFamily="34" charset="-122"/>
                <a:ea typeface="微软雅黑" panose="020B0503020204020204" pitchFamily="34" charset="-122"/>
              </a:rPr>
              <a:t>Next Header</a:t>
            </a:r>
            <a:r>
              <a:rPr lang="zh-CN" altLang="zh-CN" sz="24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）字段值指明上层协议类型。上层协议数据单元一般由上层协议包头和他的有效载荷构成，有效载荷可以是一个</a:t>
            </a:r>
            <a:r>
              <a:rPr lang="en-US" altLang="zh-CN" sz="2400" kern="100" dirty="0">
                <a:solidFill>
                  <a:schemeClr val="tx1"/>
                </a:solidFill>
                <a:latin typeface="微软雅黑" panose="020B0503020204020204" pitchFamily="34" charset="-122"/>
                <a:ea typeface="微软雅黑" panose="020B0503020204020204" pitchFamily="34" charset="-122"/>
              </a:rPr>
              <a:t>ICMP</a:t>
            </a:r>
            <a:r>
              <a:rPr lang="zh-CN" altLang="zh-CN" sz="24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报文、一个</a:t>
            </a:r>
            <a:r>
              <a:rPr lang="en-US" altLang="zh-CN" sz="2400" kern="100" dirty="0">
                <a:solidFill>
                  <a:schemeClr val="tx1"/>
                </a:solidFill>
                <a:latin typeface="微软雅黑" panose="020B0503020204020204" pitchFamily="34" charset="-122"/>
                <a:ea typeface="微软雅黑" panose="020B0503020204020204" pitchFamily="34" charset="-122"/>
              </a:rPr>
              <a:t>TCP</a:t>
            </a:r>
            <a:r>
              <a:rPr lang="zh-CN" altLang="zh-CN" sz="24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报文或一个</a:t>
            </a:r>
            <a:r>
              <a:rPr lang="en-US" altLang="zh-CN" sz="2400" kern="100" dirty="0">
                <a:solidFill>
                  <a:schemeClr val="tx1"/>
                </a:solidFill>
                <a:latin typeface="微软雅黑" panose="020B0503020204020204" pitchFamily="34" charset="-122"/>
                <a:ea typeface="微软雅黑" panose="020B0503020204020204" pitchFamily="34" charset="-122"/>
              </a:rPr>
              <a:t>UDP</a:t>
            </a:r>
            <a:r>
              <a:rPr lang="zh-CN" altLang="zh-CN" sz="2400" kern="10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报文。</a:t>
            </a:r>
            <a:endParaRPr lang="zh-CN" altLang="en-US" sz="2400" dirty="0">
              <a:solidFill>
                <a:schemeClr val="tx1"/>
              </a:solidFill>
              <a:latin typeface="微软雅黑" panose="020B0503020204020204" pitchFamily="34" charset="-122"/>
              <a:ea typeface="微软雅黑" panose="020B0503020204020204" pitchFamily="34" charset="-122"/>
            </a:endParaRPr>
          </a:p>
        </p:txBody>
      </p:sp>
      <p:pic>
        <p:nvPicPr>
          <p:cNvPr id="27652" name="图片 6" descr="https://img-blog.csdnimg.cn/20200526135956802.jpg#pic_cen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3700" y="3068638"/>
            <a:ext cx="8820150" cy="352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2"/>
          <p:cNvSpPr>
            <a:spLocks noGrp="1"/>
          </p:cNvSpPr>
          <p:nvPr>
            <p:ph type="title" idx="4294967295"/>
          </p:nvPr>
        </p:nvSpPr>
        <p:spPr>
          <a:xfrm>
            <a:off x="3791744" y="2564904"/>
            <a:ext cx="4319587" cy="568325"/>
          </a:xfrm>
        </p:spPr>
        <p:txBody>
          <a:bodyPr/>
          <a:lstStyle/>
          <a:p>
            <a:r>
              <a:rPr lang="en-US" altLang="zh-CN" sz="3200" dirty="0">
                <a:solidFill>
                  <a:srgbClr val="0070C0"/>
                </a:solidFill>
              </a:rPr>
              <a:t>IPv4</a:t>
            </a:r>
            <a:r>
              <a:rPr lang="zh-CN" altLang="en-US" sz="3200" dirty="0">
                <a:solidFill>
                  <a:srgbClr val="0070C0"/>
                </a:solidFill>
              </a:rPr>
              <a:t>向</a:t>
            </a:r>
            <a:r>
              <a:rPr lang="en-US" altLang="zh-CN" sz="3200" dirty="0">
                <a:solidFill>
                  <a:srgbClr val="0070C0"/>
                </a:solidFill>
              </a:rPr>
              <a:t>IPv6</a:t>
            </a:r>
            <a:r>
              <a:rPr lang="zh-CN" altLang="en-US" sz="3200" dirty="0">
                <a:solidFill>
                  <a:srgbClr val="0070C0"/>
                </a:solidFill>
              </a:rPr>
              <a:t>过渡技术</a:t>
            </a:r>
          </a:p>
        </p:txBody>
      </p:sp>
      <p:sp>
        <p:nvSpPr>
          <p:cNvPr id="4" name="文本框 3">
            <a:extLst>
              <a:ext uri="{FF2B5EF4-FFF2-40B4-BE49-F238E27FC236}">
                <a16:creationId xmlns:a16="http://schemas.microsoft.com/office/drawing/2014/main" id="{33AE1912-5EA5-48B8-8413-B0AD198E90AF}"/>
              </a:ext>
            </a:extLst>
          </p:cNvPr>
          <p:cNvSpPr txBox="1"/>
          <p:nvPr/>
        </p:nvSpPr>
        <p:spPr>
          <a:xfrm>
            <a:off x="4007768" y="3615096"/>
            <a:ext cx="4824536" cy="1077987"/>
          </a:xfrm>
          <a:prstGeom prst="rect">
            <a:avLst/>
          </a:prstGeom>
          <a:noFill/>
        </p:spPr>
        <p:txBody>
          <a:bodyPr wrap="square">
            <a:spAutoFit/>
          </a:bodyPr>
          <a:lstStyle/>
          <a:p>
            <a:pPr marL="342900" indent="-342900">
              <a:lnSpc>
                <a:spcPct val="120000"/>
              </a:lnSpc>
              <a:buFont typeface="Wingdings" panose="05000000000000000000" pitchFamily="2" charset="2"/>
              <a:buChar char="l"/>
            </a:pPr>
            <a:r>
              <a:rPr lang="en-US" altLang="zh-CN" sz="2800" dirty="0">
                <a:solidFill>
                  <a:srgbClr val="333333"/>
                </a:solidFill>
                <a:latin typeface="微软雅黑" panose="020B0503020204020204" pitchFamily="34" charset="-122"/>
                <a:ea typeface="微软雅黑" panose="020B0503020204020204" pitchFamily="34" charset="-122"/>
              </a:rPr>
              <a:t>IPv6/IPv4</a:t>
            </a:r>
            <a:r>
              <a:rPr lang="zh-CN" altLang="en-US" sz="2800" dirty="0">
                <a:solidFill>
                  <a:srgbClr val="333333"/>
                </a:solidFill>
                <a:latin typeface="微软雅黑" panose="020B0503020204020204" pitchFamily="34" charset="-122"/>
                <a:ea typeface="微软雅黑" panose="020B0503020204020204" pitchFamily="34" charset="-122"/>
              </a:rPr>
              <a:t>双协议栈技术</a:t>
            </a:r>
            <a:endParaRPr lang="en-US" altLang="zh-CN" sz="2800" dirty="0">
              <a:solidFill>
                <a:srgbClr val="333333"/>
              </a:solidFill>
              <a:latin typeface="微软雅黑" panose="020B0503020204020204" pitchFamily="34" charset="-122"/>
              <a:ea typeface="微软雅黑" panose="020B0503020204020204" pitchFamily="34" charset="-122"/>
            </a:endParaRPr>
          </a:p>
          <a:p>
            <a:pPr marL="457200" indent="-457200">
              <a:lnSpc>
                <a:spcPct val="120000"/>
              </a:lnSpc>
              <a:buFont typeface="Wingdings" panose="05000000000000000000" pitchFamily="2" charset="2"/>
              <a:buChar char="l"/>
            </a:pPr>
            <a:r>
              <a:rPr lang="zh-CN" altLang="en-US" sz="2800" dirty="0">
                <a:solidFill>
                  <a:srgbClr val="333333"/>
                </a:solidFill>
                <a:latin typeface="微软雅黑" panose="020B0503020204020204" pitchFamily="34" charset="-122"/>
                <a:ea typeface="微软雅黑" panose="020B0503020204020204" pitchFamily="34" charset="-122"/>
              </a:rPr>
              <a:t>隧道技术</a:t>
            </a:r>
            <a:endParaRPr lang="zh-CN" alt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5360" y="188640"/>
            <a:ext cx="5329237" cy="565604"/>
          </a:xfrm>
          <a:prstGeom prst="rect">
            <a:avLst/>
          </a:prstGeom>
        </p:spPr>
        <p:txBody>
          <a:bodyPr>
            <a:spAutoFit/>
          </a:bodyPr>
          <a:lstStyle/>
          <a:p>
            <a:pPr>
              <a:lnSpc>
                <a:spcPct val="120000"/>
              </a:lnSpc>
              <a:defRPr/>
            </a:pPr>
            <a:r>
              <a:rPr lang="en-US" altLang="zh-CN" sz="2800" dirty="0">
                <a:solidFill>
                  <a:srgbClr val="333333"/>
                </a:solidFill>
                <a:latin typeface="微软雅黑" panose="020B0503020204020204" pitchFamily="34" charset="-122"/>
                <a:ea typeface="微软雅黑" panose="020B0503020204020204" pitchFamily="34" charset="-122"/>
              </a:rPr>
              <a:t>1. IPv6/IPv4</a:t>
            </a:r>
            <a:r>
              <a:rPr lang="zh-CN" altLang="en-US" sz="2800" dirty="0">
                <a:solidFill>
                  <a:srgbClr val="333333"/>
                </a:solidFill>
                <a:latin typeface="微软雅黑" panose="020B0503020204020204" pitchFamily="34" charset="-122"/>
                <a:ea typeface="微软雅黑" panose="020B0503020204020204" pitchFamily="34" charset="-122"/>
              </a:rPr>
              <a:t>双协议栈技术</a:t>
            </a:r>
            <a:endParaRPr lang="zh-CN" altLang="en-US" sz="2800" dirty="0">
              <a:latin typeface="微软雅黑" panose="020B0503020204020204" pitchFamily="34" charset="-122"/>
              <a:ea typeface="微软雅黑" panose="020B0503020204020204" pitchFamily="34" charset="-122"/>
            </a:endParaRPr>
          </a:p>
        </p:txBody>
      </p:sp>
      <p:pic>
        <p:nvPicPr>
          <p:cNvPr id="35843" name="Picture 5" descr="https://gimg2.baidu.com/image_search/src=http%3A%2F%2Fimage.mamicode.com%2Finfo%2F201709%2F20180111002752293053.png&amp;refer=http%3A%2F%2Fimage.mamicode.com&amp;app=2002&amp;size=f9999,10000&amp;q=a80&amp;n=0&amp;g=0n&amp;fmt=auto?sec=1663383200&amp;t=0139bf53b239d36dbbd362eb982894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1015" y="4221088"/>
            <a:ext cx="7499641" cy="2376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335360" y="1028700"/>
            <a:ext cx="11665296" cy="2713948"/>
          </a:xfrm>
          <a:prstGeom prst="rect">
            <a:avLst/>
          </a:prstGeom>
        </p:spPr>
        <p:txBody>
          <a:bodyPr wrap="square">
            <a:spAutoFit/>
          </a:bodyPr>
          <a:lstStyle/>
          <a:p>
            <a:pPr>
              <a:lnSpc>
                <a:spcPct val="120000"/>
              </a:lnSpc>
              <a:defRPr/>
            </a:pPr>
            <a:r>
              <a:rPr lang="zh-CN" altLang="en-US" sz="2400" dirty="0">
                <a:solidFill>
                  <a:srgbClr val="333333"/>
                </a:solidFill>
                <a:latin typeface="微软雅黑" panose="020B0503020204020204" pitchFamily="34" charset="-122"/>
                <a:ea typeface="微软雅黑" panose="020B0503020204020204" pitchFamily="34" charset="-122"/>
              </a:rPr>
              <a:t>　　是指</a:t>
            </a:r>
            <a:r>
              <a:rPr lang="zh-CN" altLang="en-US" sz="2400" dirty="0">
                <a:solidFill>
                  <a:srgbClr val="0070C0"/>
                </a:solidFill>
                <a:latin typeface="微软雅黑" panose="020B0503020204020204" pitchFamily="34" charset="-122"/>
                <a:ea typeface="微软雅黑" panose="020B0503020204020204" pitchFamily="34" charset="-122"/>
              </a:rPr>
              <a:t>在一台设备上同时安装有</a:t>
            </a:r>
            <a:r>
              <a:rPr lang="en-US" altLang="zh-CN" sz="2400" dirty="0">
                <a:solidFill>
                  <a:srgbClr val="0070C0"/>
                </a:solidFill>
                <a:latin typeface="微软雅黑" panose="020B0503020204020204" pitchFamily="34" charset="-122"/>
                <a:ea typeface="微软雅黑" panose="020B0503020204020204" pitchFamily="34" charset="-122"/>
              </a:rPr>
              <a:t>IPv4</a:t>
            </a:r>
            <a:r>
              <a:rPr lang="zh-CN" altLang="en-US" sz="2400" dirty="0">
                <a:solidFill>
                  <a:srgbClr val="0070C0"/>
                </a:solidFill>
                <a:latin typeface="微软雅黑" panose="020B0503020204020204" pitchFamily="34" charset="-122"/>
                <a:ea typeface="微软雅黑" panose="020B0503020204020204" pitchFamily="34" charset="-122"/>
              </a:rPr>
              <a:t>和</a:t>
            </a:r>
            <a:r>
              <a:rPr lang="en-US" altLang="zh-CN" sz="2400" dirty="0">
                <a:solidFill>
                  <a:srgbClr val="0070C0"/>
                </a:solidFill>
                <a:latin typeface="微软雅黑" panose="020B0503020204020204" pitchFamily="34" charset="-122"/>
                <a:ea typeface="微软雅黑" panose="020B0503020204020204" pitchFamily="34" charset="-122"/>
              </a:rPr>
              <a:t>IPv6</a:t>
            </a:r>
            <a:r>
              <a:rPr lang="zh-CN" altLang="en-US" sz="2400" dirty="0">
                <a:solidFill>
                  <a:srgbClr val="0070C0"/>
                </a:solidFill>
                <a:latin typeface="微软雅黑" panose="020B0503020204020204" pitchFamily="34" charset="-122"/>
                <a:ea typeface="微软雅黑" panose="020B0503020204020204" pitchFamily="34" charset="-122"/>
              </a:rPr>
              <a:t>两个协议栈，分别配置了一个</a:t>
            </a:r>
            <a:r>
              <a:rPr lang="en-US" altLang="zh-CN" sz="2400" dirty="0">
                <a:solidFill>
                  <a:srgbClr val="0070C0"/>
                </a:solidFill>
                <a:latin typeface="微软雅黑" panose="020B0503020204020204" pitchFamily="34" charset="-122"/>
                <a:ea typeface="微软雅黑" panose="020B0503020204020204" pitchFamily="34" charset="-122"/>
              </a:rPr>
              <a:t>IPv4</a:t>
            </a:r>
            <a:r>
              <a:rPr lang="zh-CN" altLang="en-US" sz="2400" dirty="0">
                <a:solidFill>
                  <a:srgbClr val="0070C0"/>
                </a:solidFill>
                <a:latin typeface="微软雅黑" panose="020B0503020204020204" pitchFamily="34" charset="-122"/>
                <a:ea typeface="微软雅黑" panose="020B0503020204020204" pitchFamily="34" charset="-122"/>
              </a:rPr>
              <a:t>地址和一个</a:t>
            </a:r>
            <a:r>
              <a:rPr lang="en-US" altLang="zh-CN" sz="2400" dirty="0">
                <a:solidFill>
                  <a:srgbClr val="0070C0"/>
                </a:solidFill>
                <a:latin typeface="微软雅黑" panose="020B0503020204020204" pitchFamily="34" charset="-122"/>
                <a:ea typeface="微软雅黑" panose="020B0503020204020204" pitchFamily="34" charset="-122"/>
              </a:rPr>
              <a:t>IPv6</a:t>
            </a:r>
            <a:r>
              <a:rPr lang="zh-CN" altLang="en-US" sz="2400" dirty="0">
                <a:solidFill>
                  <a:srgbClr val="0070C0"/>
                </a:solidFill>
                <a:latin typeface="微软雅黑" panose="020B0503020204020204" pitchFamily="34" charset="-122"/>
                <a:ea typeface="微软雅黑" panose="020B0503020204020204" pitchFamily="34" charset="-122"/>
              </a:rPr>
              <a:t>地址，因此这台设备既能和</a:t>
            </a:r>
            <a:r>
              <a:rPr lang="en-US" altLang="zh-CN" sz="2400" dirty="0">
                <a:solidFill>
                  <a:srgbClr val="0070C0"/>
                </a:solidFill>
                <a:latin typeface="微软雅黑" panose="020B0503020204020204" pitchFamily="34" charset="-122"/>
                <a:ea typeface="微软雅黑" panose="020B0503020204020204" pitchFamily="34" charset="-122"/>
              </a:rPr>
              <a:t>IPv4</a:t>
            </a:r>
            <a:r>
              <a:rPr lang="zh-CN" altLang="en-US" sz="2400" dirty="0">
                <a:solidFill>
                  <a:srgbClr val="0070C0"/>
                </a:solidFill>
                <a:latin typeface="微软雅黑" panose="020B0503020204020204" pitchFamily="34" charset="-122"/>
                <a:ea typeface="微软雅黑" panose="020B0503020204020204" pitchFamily="34" charset="-122"/>
              </a:rPr>
              <a:t>网络通信，又能与</a:t>
            </a:r>
            <a:r>
              <a:rPr lang="en-US" altLang="zh-CN" sz="2400" dirty="0">
                <a:solidFill>
                  <a:srgbClr val="0070C0"/>
                </a:solidFill>
                <a:latin typeface="微软雅黑" panose="020B0503020204020204" pitchFamily="34" charset="-122"/>
                <a:ea typeface="微软雅黑" panose="020B0503020204020204" pitchFamily="34" charset="-122"/>
              </a:rPr>
              <a:t>IPv6</a:t>
            </a:r>
            <a:r>
              <a:rPr lang="zh-CN" altLang="en-US" sz="2400" dirty="0">
                <a:solidFill>
                  <a:srgbClr val="0070C0"/>
                </a:solidFill>
                <a:latin typeface="微软雅黑" panose="020B0503020204020204" pitchFamily="34" charset="-122"/>
                <a:ea typeface="微软雅黑" panose="020B0503020204020204" pitchFamily="34" charset="-122"/>
              </a:rPr>
              <a:t>网络通信</a:t>
            </a:r>
            <a:r>
              <a:rPr lang="zh-CN" altLang="en-US" sz="2400" dirty="0">
                <a:solidFill>
                  <a:srgbClr val="333333"/>
                </a:solidFill>
                <a:latin typeface="微软雅黑" panose="020B0503020204020204" pitchFamily="34" charset="-122"/>
                <a:ea typeface="微软雅黑" panose="020B0503020204020204" pitchFamily="34" charset="-122"/>
              </a:rPr>
              <a:t>。双协议栈主机在与</a:t>
            </a:r>
            <a:r>
              <a:rPr lang="en-US" altLang="zh-CN" sz="2400" dirty="0">
                <a:solidFill>
                  <a:srgbClr val="333333"/>
                </a:solidFill>
                <a:latin typeface="微软雅黑" panose="020B0503020204020204" pitchFamily="34" charset="-122"/>
                <a:ea typeface="微软雅黑" panose="020B0503020204020204" pitchFamily="34" charset="-122"/>
              </a:rPr>
              <a:t>IPv6</a:t>
            </a:r>
            <a:r>
              <a:rPr lang="zh-CN" altLang="en-US" sz="2400" dirty="0">
                <a:solidFill>
                  <a:srgbClr val="333333"/>
                </a:solidFill>
                <a:latin typeface="微软雅黑" panose="020B0503020204020204" pitchFamily="34" charset="-122"/>
                <a:ea typeface="微软雅黑" panose="020B0503020204020204" pitchFamily="34" charset="-122"/>
              </a:rPr>
              <a:t>主机通信时采用</a:t>
            </a:r>
            <a:r>
              <a:rPr lang="en-US" altLang="zh-CN" sz="2400" dirty="0">
                <a:solidFill>
                  <a:srgbClr val="333333"/>
                </a:solidFill>
                <a:latin typeface="微软雅黑" panose="020B0503020204020204" pitchFamily="34" charset="-122"/>
                <a:ea typeface="微软雅黑" panose="020B0503020204020204" pitchFamily="34" charset="-122"/>
              </a:rPr>
              <a:t>IPv6</a:t>
            </a:r>
            <a:r>
              <a:rPr lang="zh-CN" altLang="en-US" sz="2400" dirty="0">
                <a:solidFill>
                  <a:srgbClr val="333333"/>
                </a:solidFill>
                <a:latin typeface="微软雅黑" panose="020B0503020204020204" pitchFamily="34" charset="-122"/>
                <a:ea typeface="微软雅黑" panose="020B0503020204020204" pitchFamily="34" charset="-122"/>
              </a:rPr>
              <a:t>地址，而在与</a:t>
            </a:r>
            <a:r>
              <a:rPr lang="en-US" altLang="zh-CN" sz="2400" dirty="0">
                <a:solidFill>
                  <a:srgbClr val="333333"/>
                </a:solidFill>
                <a:latin typeface="微软雅黑" panose="020B0503020204020204" pitchFamily="34" charset="-122"/>
                <a:ea typeface="微软雅黑" panose="020B0503020204020204" pitchFamily="34" charset="-122"/>
              </a:rPr>
              <a:t>IPv4</a:t>
            </a:r>
            <a:r>
              <a:rPr lang="zh-CN" altLang="en-US" sz="2400" dirty="0">
                <a:solidFill>
                  <a:srgbClr val="333333"/>
                </a:solidFill>
                <a:latin typeface="微软雅黑" panose="020B0503020204020204" pitchFamily="34" charset="-122"/>
                <a:ea typeface="微软雅黑" panose="020B0503020204020204" pitchFamily="34" charset="-122"/>
              </a:rPr>
              <a:t>主机通信时采用</a:t>
            </a:r>
            <a:r>
              <a:rPr lang="en-US" altLang="zh-CN" sz="2400" dirty="0">
                <a:solidFill>
                  <a:srgbClr val="333333"/>
                </a:solidFill>
                <a:latin typeface="微软雅黑" panose="020B0503020204020204" pitchFamily="34" charset="-122"/>
                <a:ea typeface="微软雅黑" panose="020B0503020204020204" pitchFamily="34" charset="-122"/>
              </a:rPr>
              <a:t>IPv4</a:t>
            </a:r>
            <a:r>
              <a:rPr lang="zh-CN" altLang="en-US" sz="2400" dirty="0">
                <a:solidFill>
                  <a:srgbClr val="333333"/>
                </a:solidFill>
                <a:latin typeface="微软雅黑" panose="020B0503020204020204" pitchFamily="34" charset="-122"/>
                <a:ea typeface="微软雅黑" panose="020B0503020204020204" pitchFamily="34" charset="-122"/>
              </a:rPr>
              <a:t>地址，双协议栈主机使用应用层的域名系统</a:t>
            </a:r>
            <a:r>
              <a:rPr lang="en-US" altLang="zh-CN" sz="2400" dirty="0">
                <a:solidFill>
                  <a:srgbClr val="333333"/>
                </a:solidFill>
                <a:latin typeface="微软雅黑" panose="020B0503020204020204" pitchFamily="34" charset="-122"/>
                <a:ea typeface="微软雅黑" panose="020B0503020204020204" pitchFamily="34" charset="-122"/>
              </a:rPr>
              <a:t>(DNS)</a:t>
            </a:r>
            <a:r>
              <a:rPr lang="zh-CN" altLang="en-US" sz="2400" dirty="0">
                <a:solidFill>
                  <a:srgbClr val="333333"/>
                </a:solidFill>
                <a:latin typeface="微软雅黑" panose="020B0503020204020204" pitchFamily="34" charset="-122"/>
                <a:ea typeface="微软雅黑" panose="020B0503020204020204" pitchFamily="34" charset="-122"/>
              </a:rPr>
              <a:t>获知目的主机采用的是哪种地址。若</a:t>
            </a:r>
            <a:r>
              <a:rPr lang="en-US" altLang="zh-CN" sz="2400" dirty="0">
                <a:solidFill>
                  <a:srgbClr val="333333"/>
                </a:solidFill>
                <a:latin typeface="微软雅黑" panose="020B0503020204020204" pitchFamily="34" charset="-122"/>
                <a:ea typeface="微软雅黑" panose="020B0503020204020204" pitchFamily="34" charset="-122"/>
              </a:rPr>
              <a:t>DNS</a:t>
            </a:r>
            <a:r>
              <a:rPr lang="zh-CN" altLang="en-US" sz="2400" dirty="0">
                <a:solidFill>
                  <a:srgbClr val="333333"/>
                </a:solidFill>
                <a:latin typeface="微软雅黑" panose="020B0503020204020204" pitchFamily="34" charset="-122"/>
                <a:ea typeface="微软雅黑" panose="020B0503020204020204" pitchFamily="34" charset="-122"/>
              </a:rPr>
              <a:t>返回的是</a:t>
            </a:r>
            <a:r>
              <a:rPr lang="en-US" altLang="zh-CN" sz="2400" dirty="0">
                <a:solidFill>
                  <a:srgbClr val="333333"/>
                </a:solidFill>
                <a:latin typeface="微软雅黑" panose="020B0503020204020204" pitchFamily="34" charset="-122"/>
                <a:ea typeface="微软雅黑" panose="020B0503020204020204" pitchFamily="34" charset="-122"/>
              </a:rPr>
              <a:t>IPv4</a:t>
            </a:r>
            <a:r>
              <a:rPr lang="zh-CN" altLang="en-US" sz="2400" dirty="0">
                <a:solidFill>
                  <a:srgbClr val="333333"/>
                </a:solidFill>
                <a:latin typeface="微软雅黑" panose="020B0503020204020204" pitchFamily="34" charset="-122"/>
                <a:ea typeface="微软雅黑" panose="020B0503020204020204" pitchFamily="34" charset="-122"/>
              </a:rPr>
              <a:t>地址，则双协议的源主机就使用</a:t>
            </a:r>
            <a:r>
              <a:rPr lang="en-US" altLang="zh-CN" sz="2400" dirty="0">
                <a:solidFill>
                  <a:srgbClr val="333333"/>
                </a:solidFill>
                <a:latin typeface="微软雅黑" panose="020B0503020204020204" pitchFamily="34" charset="-122"/>
                <a:ea typeface="微软雅黑" panose="020B0503020204020204" pitchFamily="34" charset="-122"/>
              </a:rPr>
              <a:t>IPv4</a:t>
            </a:r>
            <a:r>
              <a:rPr lang="zh-CN" altLang="en-US" sz="2400" dirty="0">
                <a:solidFill>
                  <a:srgbClr val="333333"/>
                </a:solidFill>
                <a:latin typeface="微软雅黑" panose="020B0503020204020204" pitchFamily="34" charset="-122"/>
                <a:ea typeface="微软雅黑" panose="020B0503020204020204" pitchFamily="34" charset="-122"/>
              </a:rPr>
              <a:t>地址。若</a:t>
            </a:r>
            <a:r>
              <a:rPr lang="en-US" altLang="zh-CN" sz="2400" dirty="0">
                <a:solidFill>
                  <a:srgbClr val="333333"/>
                </a:solidFill>
                <a:latin typeface="微软雅黑" panose="020B0503020204020204" pitchFamily="34" charset="-122"/>
                <a:ea typeface="微软雅黑" panose="020B0503020204020204" pitchFamily="34" charset="-122"/>
              </a:rPr>
              <a:t>DNS</a:t>
            </a:r>
            <a:r>
              <a:rPr lang="zh-CN" altLang="en-US" sz="2400" dirty="0">
                <a:solidFill>
                  <a:srgbClr val="333333"/>
                </a:solidFill>
                <a:latin typeface="微软雅黑" panose="020B0503020204020204" pitchFamily="34" charset="-122"/>
                <a:ea typeface="微软雅黑" panose="020B0503020204020204" pitchFamily="34" charset="-122"/>
              </a:rPr>
              <a:t>返回的是</a:t>
            </a:r>
            <a:r>
              <a:rPr lang="en-US" altLang="zh-CN" sz="2400" dirty="0">
                <a:solidFill>
                  <a:srgbClr val="333333"/>
                </a:solidFill>
                <a:latin typeface="微软雅黑" panose="020B0503020204020204" pitchFamily="34" charset="-122"/>
                <a:ea typeface="微软雅黑" panose="020B0503020204020204" pitchFamily="34" charset="-122"/>
              </a:rPr>
              <a:t>IPv6</a:t>
            </a:r>
            <a:r>
              <a:rPr lang="zh-CN" altLang="en-US" sz="2400" dirty="0">
                <a:solidFill>
                  <a:srgbClr val="333333"/>
                </a:solidFill>
                <a:latin typeface="微软雅黑" panose="020B0503020204020204" pitchFamily="34" charset="-122"/>
                <a:ea typeface="微软雅黑" panose="020B0503020204020204" pitchFamily="34" charset="-122"/>
              </a:rPr>
              <a:t>地址，则双协议栈的源主机就使用</a:t>
            </a:r>
            <a:r>
              <a:rPr lang="en-US" altLang="zh-CN" sz="2400" dirty="0">
                <a:solidFill>
                  <a:srgbClr val="333333"/>
                </a:solidFill>
                <a:latin typeface="微软雅黑" panose="020B0503020204020204" pitchFamily="34" charset="-122"/>
                <a:ea typeface="微软雅黑" panose="020B0503020204020204" pitchFamily="34" charset="-122"/>
              </a:rPr>
              <a:t>IPv6</a:t>
            </a:r>
            <a:r>
              <a:rPr lang="zh-CN" altLang="en-US" sz="2400" dirty="0">
                <a:solidFill>
                  <a:srgbClr val="333333"/>
                </a:solidFill>
                <a:latin typeface="微软雅黑" panose="020B0503020204020204" pitchFamily="34" charset="-122"/>
                <a:ea typeface="微软雅黑" panose="020B0503020204020204" pitchFamily="34" charset="-122"/>
              </a:rPr>
              <a:t>地址。</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5360" y="188640"/>
            <a:ext cx="5329237" cy="565604"/>
          </a:xfrm>
          <a:prstGeom prst="rect">
            <a:avLst/>
          </a:prstGeom>
        </p:spPr>
        <p:txBody>
          <a:bodyPr>
            <a:spAutoFit/>
          </a:bodyPr>
          <a:lstStyle/>
          <a:p>
            <a:pPr>
              <a:lnSpc>
                <a:spcPct val="120000"/>
              </a:lnSpc>
              <a:defRPr/>
            </a:pPr>
            <a:r>
              <a:rPr lang="en-US" altLang="zh-CN" sz="2800" dirty="0">
                <a:solidFill>
                  <a:srgbClr val="333333"/>
                </a:solidFill>
                <a:latin typeface="微软雅黑" panose="020B0503020204020204" pitchFamily="34" charset="-122"/>
                <a:ea typeface="微软雅黑" panose="020B0503020204020204" pitchFamily="34" charset="-122"/>
              </a:rPr>
              <a:t>1. IPv6/IPv4</a:t>
            </a:r>
            <a:r>
              <a:rPr lang="zh-CN" altLang="en-US" sz="2800" dirty="0">
                <a:solidFill>
                  <a:srgbClr val="333333"/>
                </a:solidFill>
                <a:latin typeface="微软雅黑" panose="020B0503020204020204" pitchFamily="34" charset="-122"/>
                <a:ea typeface="微软雅黑" panose="020B0503020204020204" pitchFamily="34" charset="-122"/>
              </a:rPr>
              <a:t>双协议栈技术</a:t>
            </a:r>
            <a:endParaRPr lang="zh-CN" altLang="en-US" sz="2800"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52FB1A94-DCE8-4986-84A6-8DA1CFA9BCB4}"/>
              </a:ext>
            </a:extLst>
          </p:cNvPr>
          <p:cNvPicPr>
            <a:picLocks noChangeAspect="1"/>
          </p:cNvPicPr>
          <p:nvPr/>
        </p:nvPicPr>
        <p:blipFill>
          <a:blip r:embed="rId3"/>
          <a:stretch>
            <a:fillRect/>
          </a:stretch>
        </p:blipFill>
        <p:spPr>
          <a:xfrm>
            <a:off x="695400" y="1052736"/>
            <a:ext cx="10870778" cy="5328592"/>
          </a:xfrm>
          <a:prstGeom prst="rect">
            <a:avLst/>
          </a:prstGeom>
        </p:spPr>
      </p:pic>
    </p:spTree>
    <p:extLst>
      <p:ext uri="{BB962C8B-B14F-4D97-AF65-F5344CB8AC3E}">
        <p14:creationId xmlns:p14="http://schemas.microsoft.com/office/powerpoint/2010/main" val="163307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99312" y="2708920"/>
            <a:ext cx="6192688" cy="396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263352" y="908720"/>
            <a:ext cx="11665296" cy="2112117"/>
          </a:xfrm>
          <a:prstGeom prst="rect">
            <a:avLst/>
          </a:prstGeom>
        </p:spPr>
        <p:txBody>
          <a:bodyPr wrap="square">
            <a:spAutoFit/>
          </a:bodyPr>
          <a:lstStyle/>
          <a:p>
            <a:pPr algn="just">
              <a:lnSpc>
                <a:spcPct val="120000"/>
              </a:lnSpc>
              <a:defRPr/>
            </a:pPr>
            <a:r>
              <a:rPr lang="zh-CN" altLang="en-US" sz="2800" dirty="0">
                <a:solidFill>
                  <a:srgbClr val="333333"/>
                </a:solidFill>
                <a:latin typeface="微软雅黑" panose="020B0503020204020204" pitchFamily="34" charset="-122"/>
                <a:ea typeface="微软雅黑" panose="020B0503020204020204" pitchFamily="34" charset="-122"/>
              </a:rPr>
              <a:t>隧道技术是指在 </a:t>
            </a:r>
            <a:r>
              <a:rPr lang="en-US" altLang="zh-CN" sz="2800" dirty="0">
                <a:solidFill>
                  <a:srgbClr val="333333"/>
                </a:solidFill>
                <a:latin typeface="微软雅黑" panose="020B0503020204020204" pitchFamily="34" charset="-122"/>
                <a:ea typeface="微软雅黑" panose="020B0503020204020204" pitchFamily="34" charset="-122"/>
              </a:rPr>
              <a:t>IPv6 </a:t>
            </a:r>
            <a:r>
              <a:rPr lang="zh-CN" altLang="en-US" sz="2800" dirty="0">
                <a:solidFill>
                  <a:srgbClr val="333333"/>
                </a:solidFill>
                <a:latin typeface="微软雅黑" panose="020B0503020204020204" pitchFamily="34" charset="-122"/>
                <a:ea typeface="微软雅黑" panose="020B0503020204020204" pitchFamily="34" charset="-122"/>
              </a:rPr>
              <a:t>数据报要进入</a:t>
            </a:r>
            <a:r>
              <a:rPr lang="en-US" altLang="zh-CN" sz="2800" dirty="0">
                <a:solidFill>
                  <a:srgbClr val="333333"/>
                </a:solidFill>
                <a:latin typeface="微软雅黑" panose="020B0503020204020204" pitchFamily="34" charset="-122"/>
                <a:ea typeface="微软雅黑" panose="020B0503020204020204" pitchFamily="34" charset="-122"/>
              </a:rPr>
              <a:t>IPv4 </a:t>
            </a:r>
            <a:r>
              <a:rPr lang="zh-CN" altLang="en-US" sz="2800" dirty="0">
                <a:solidFill>
                  <a:srgbClr val="333333"/>
                </a:solidFill>
                <a:latin typeface="微软雅黑" panose="020B0503020204020204" pitchFamily="34" charset="-122"/>
                <a:ea typeface="微软雅黑" panose="020B0503020204020204" pitchFamily="34" charset="-122"/>
              </a:rPr>
              <a:t>网络时，</a:t>
            </a:r>
            <a:r>
              <a:rPr lang="zh-CN" altLang="en-US" sz="2800" dirty="0">
                <a:solidFill>
                  <a:srgbClr val="0070C0"/>
                </a:solidFill>
                <a:latin typeface="微软雅黑" panose="020B0503020204020204" pitchFamily="34" charset="-122"/>
                <a:ea typeface="微软雅黑" panose="020B0503020204020204" pitchFamily="34" charset="-122"/>
              </a:rPr>
              <a:t>把整个</a:t>
            </a:r>
            <a:r>
              <a:rPr lang="en-US" altLang="zh-CN" sz="2800" dirty="0">
                <a:solidFill>
                  <a:srgbClr val="0070C0"/>
                </a:solidFill>
                <a:latin typeface="微软雅黑" panose="020B0503020204020204" pitchFamily="34" charset="-122"/>
                <a:ea typeface="微软雅黑" panose="020B0503020204020204" pitchFamily="34" charset="-122"/>
              </a:rPr>
              <a:t>IPv6 </a:t>
            </a:r>
            <a:r>
              <a:rPr lang="zh-CN" altLang="en-US" sz="2800" dirty="0">
                <a:solidFill>
                  <a:srgbClr val="0070C0"/>
                </a:solidFill>
                <a:latin typeface="微软雅黑" panose="020B0503020204020204" pitchFamily="34" charset="-122"/>
                <a:ea typeface="微软雅黑" panose="020B0503020204020204" pitchFamily="34" charset="-122"/>
              </a:rPr>
              <a:t>数据报封装成 </a:t>
            </a:r>
            <a:r>
              <a:rPr lang="en-US" altLang="zh-CN" sz="2800" dirty="0">
                <a:solidFill>
                  <a:srgbClr val="0070C0"/>
                </a:solidFill>
                <a:latin typeface="微软雅黑" panose="020B0503020204020204" pitchFamily="34" charset="-122"/>
                <a:ea typeface="微软雅黑" panose="020B0503020204020204" pitchFamily="34" charset="-122"/>
              </a:rPr>
              <a:t>IPv4</a:t>
            </a:r>
            <a:r>
              <a:rPr lang="zh-CN" altLang="en-US" sz="2800" dirty="0">
                <a:solidFill>
                  <a:srgbClr val="0070C0"/>
                </a:solidFill>
                <a:latin typeface="微软雅黑" panose="020B0503020204020204" pitchFamily="34" charset="-122"/>
                <a:ea typeface="微软雅黑" panose="020B0503020204020204" pitchFamily="34" charset="-122"/>
              </a:rPr>
              <a:t>数据报的数据部分</a:t>
            </a:r>
            <a:r>
              <a:rPr lang="en-US" altLang="zh-CN" sz="2800" dirty="0">
                <a:solidFill>
                  <a:srgbClr val="0070C0"/>
                </a:solidFill>
                <a:latin typeface="微软雅黑" panose="020B0503020204020204" pitchFamily="34" charset="-122"/>
                <a:ea typeface="微软雅黑" panose="020B0503020204020204" pitchFamily="34" charset="-122"/>
              </a:rPr>
              <a:t>,</a:t>
            </a:r>
            <a:r>
              <a:rPr lang="zh-CN" altLang="en-US" sz="2800" dirty="0">
                <a:solidFill>
                  <a:srgbClr val="0070C0"/>
                </a:solidFill>
                <a:latin typeface="微软雅黑" panose="020B0503020204020204" pitchFamily="34" charset="-122"/>
                <a:ea typeface="微软雅黑" panose="020B0503020204020204" pitchFamily="34" charset="-122"/>
              </a:rPr>
              <a:t>使原来的</a:t>
            </a:r>
            <a:r>
              <a:rPr lang="en-US" altLang="zh-CN" sz="2800" dirty="0">
                <a:solidFill>
                  <a:srgbClr val="0070C0"/>
                </a:solidFill>
                <a:latin typeface="微软雅黑" panose="020B0503020204020204" pitchFamily="34" charset="-122"/>
                <a:ea typeface="微软雅黑" panose="020B0503020204020204" pitchFamily="34" charset="-122"/>
              </a:rPr>
              <a:t>IPv6</a:t>
            </a:r>
            <a:r>
              <a:rPr lang="zh-CN" altLang="en-US" sz="2800" dirty="0">
                <a:solidFill>
                  <a:srgbClr val="0070C0"/>
                </a:solidFill>
                <a:latin typeface="微软雅黑" panose="020B0503020204020204" pitchFamily="34" charset="-122"/>
                <a:ea typeface="微软雅黑" panose="020B0503020204020204" pitchFamily="34" charset="-122"/>
              </a:rPr>
              <a:t>数据报就好像在</a:t>
            </a:r>
            <a:r>
              <a:rPr lang="en-US" altLang="zh-CN" sz="2800" dirty="0">
                <a:solidFill>
                  <a:srgbClr val="0070C0"/>
                </a:solidFill>
                <a:latin typeface="微软雅黑" panose="020B0503020204020204" pitchFamily="34" charset="-122"/>
                <a:ea typeface="微软雅黑" panose="020B0503020204020204" pitchFamily="34" charset="-122"/>
              </a:rPr>
              <a:t>IPv4</a:t>
            </a:r>
            <a:r>
              <a:rPr lang="zh-CN" altLang="en-US" sz="2800" dirty="0">
                <a:solidFill>
                  <a:srgbClr val="0070C0"/>
                </a:solidFill>
                <a:latin typeface="微软雅黑" panose="020B0503020204020204" pitchFamily="34" charset="-122"/>
                <a:ea typeface="微软雅黑" panose="020B0503020204020204" pitchFamily="34" charset="-122"/>
              </a:rPr>
              <a:t>网络的隧道中传输</a:t>
            </a:r>
            <a:r>
              <a:rPr lang="zh-CN" altLang="en-US" sz="2800" dirty="0">
                <a:solidFill>
                  <a:srgbClr val="333333"/>
                </a:solidFill>
                <a:latin typeface="微软雅黑" panose="020B0503020204020204" pitchFamily="34" charset="-122"/>
                <a:ea typeface="微软雅黑" panose="020B0503020204020204" pitchFamily="34" charset="-122"/>
              </a:rPr>
              <a:t>。当</a:t>
            </a:r>
            <a:r>
              <a:rPr lang="en-US" altLang="zh-CN" sz="2800" dirty="0">
                <a:solidFill>
                  <a:srgbClr val="333333"/>
                </a:solidFill>
                <a:latin typeface="微软雅黑" panose="020B0503020204020204" pitchFamily="34" charset="-122"/>
                <a:ea typeface="微软雅黑" panose="020B0503020204020204" pitchFamily="34" charset="-122"/>
              </a:rPr>
              <a:t>IPv4</a:t>
            </a:r>
            <a:r>
              <a:rPr lang="zh-CN" altLang="en-US" sz="2800" dirty="0">
                <a:solidFill>
                  <a:srgbClr val="333333"/>
                </a:solidFill>
                <a:latin typeface="微软雅黑" panose="020B0503020204020204" pitchFamily="34" charset="-122"/>
                <a:ea typeface="微软雅黑" panose="020B0503020204020204" pitchFamily="34" charset="-122"/>
              </a:rPr>
              <a:t>数据报离开 </a:t>
            </a:r>
            <a:r>
              <a:rPr lang="en-US" altLang="zh-CN" sz="2800" dirty="0">
                <a:solidFill>
                  <a:srgbClr val="333333"/>
                </a:solidFill>
                <a:latin typeface="微软雅黑" panose="020B0503020204020204" pitchFamily="34" charset="-122"/>
                <a:ea typeface="微软雅黑" panose="020B0503020204020204" pitchFamily="34" charset="-122"/>
              </a:rPr>
              <a:t>IPv4 </a:t>
            </a:r>
            <a:r>
              <a:rPr lang="zh-CN" altLang="en-US" sz="2800" dirty="0">
                <a:solidFill>
                  <a:srgbClr val="333333"/>
                </a:solidFill>
                <a:latin typeface="微软雅黑" panose="020B0503020204020204" pitchFamily="34" charset="-122"/>
                <a:ea typeface="微软雅黑" panose="020B0503020204020204" pitchFamily="34" charset="-122"/>
              </a:rPr>
              <a:t>网络时，再将其数据部分交给主机的</a:t>
            </a:r>
            <a:r>
              <a:rPr lang="en-US" altLang="zh-CN" sz="2800" dirty="0">
                <a:solidFill>
                  <a:srgbClr val="333333"/>
                </a:solidFill>
                <a:latin typeface="微软雅黑" panose="020B0503020204020204" pitchFamily="34" charset="-122"/>
                <a:ea typeface="微软雅黑" panose="020B0503020204020204" pitchFamily="34" charset="-122"/>
              </a:rPr>
              <a:t>IPv6 </a:t>
            </a:r>
            <a:r>
              <a:rPr lang="zh-CN" altLang="en-US" sz="2800" dirty="0">
                <a:solidFill>
                  <a:srgbClr val="333333"/>
                </a:solidFill>
                <a:latin typeface="微软雅黑" panose="020B0503020204020204" pitchFamily="34" charset="-122"/>
                <a:ea typeface="微软雅黑" panose="020B0503020204020204" pitchFamily="34" charset="-122"/>
              </a:rPr>
              <a:t>协议。</a:t>
            </a:r>
            <a:endParaRPr lang="zh-CN" altLang="en-US" dirty="0">
              <a:solidFill>
                <a:schemeClr val="tx1"/>
              </a:solidFill>
              <a:latin typeface="+mn-ea"/>
              <a:ea typeface="+mn-ea"/>
            </a:endParaRPr>
          </a:p>
        </p:txBody>
      </p:sp>
      <p:sp>
        <p:nvSpPr>
          <p:cNvPr id="2" name="矩形 1"/>
          <p:cNvSpPr/>
          <p:nvPr/>
        </p:nvSpPr>
        <p:spPr>
          <a:xfrm>
            <a:off x="263352" y="116632"/>
            <a:ext cx="2339975" cy="565604"/>
          </a:xfrm>
          <a:prstGeom prst="rect">
            <a:avLst/>
          </a:prstGeom>
        </p:spPr>
        <p:txBody>
          <a:bodyPr>
            <a:spAutoFit/>
          </a:bodyPr>
          <a:lstStyle/>
          <a:p>
            <a:pPr>
              <a:lnSpc>
                <a:spcPct val="120000"/>
              </a:lnSpc>
              <a:defRPr/>
            </a:pPr>
            <a:r>
              <a:rPr lang="en-US" altLang="zh-CN" sz="2800" dirty="0">
                <a:solidFill>
                  <a:srgbClr val="333333"/>
                </a:solidFill>
                <a:latin typeface="微软雅黑" panose="020B0503020204020204" pitchFamily="34" charset="-122"/>
                <a:ea typeface="微软雅黑" panose="020B0503020204020204" pitchFamily="34" charset="-122"/>
              </a:rPr>
              <a:t>2. </a:t>
            </a:r>
            <a:r>
              <a:rPr lang="zh-CN" altLang="en-US" sz="2800" dirty="0">
                <a:solidFill>
                  <a:srgbClr val="333333"/>
                </a:solidFill>
                <a:latin typeface="微软雅黑" panose="020B0503020204020204" pitchFamily="34" charset="-122"/>
                <a:ea typeface="微软雅黑" panose="020B0503020204020204" pitchFamily="34" charset="-122"/>
              </a:rPr>
              <a:t>隧道技术</a:t>
            </a:r>
            <a:endParaRPr lang="en-US" altLang="zh-CN" sz="2800" dirty="0">
              <a:solidFill>
                <a:srgbClr val="333333"/>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3352" y="116632"/>
            <a:ext cx="2339975" cy="565604"/>
          </a:xfrm>
          <a:prstGeom prst="rect">
            <a:avLst/>
          </a:prstGeom>
        </p:spPr>
        <p:txBody>
          <a:bodyPr>
            <a:spAutoFit/>
          </a:bodyPr>
          <a:lstStyle/>
          <a:p>
            <a:pPr>
              <a:lnSpc>
                <a:spcPct val="120000"/>
              </a:lnSpc>
              <a:defRPr/>
            </a:pPr>
            <a:r>
              <a:rPr lang="en-US" altLang="zh-CN" sz="2800" dirty="0">
                <a:solidFill>
                  <a:srgbClr val="333333"/>
                </a:solidFill>
                <a:latin typeface="微软雅黑" panose="020B0503020204020204" pitchFamily="34" charset="-122"/>
                <a:ea typeface="微软雅黑" panose="020B0503020204020204" pitchFamily="34" charset="-122"/>
              </a:rPr>
              <a:t>2. </a:t>
            </a:r>
            <a:r>
              <a:rPr lang="zh-CN" altLang="en-US" sz="2800" dirty="0">
                <a:solidFill>
                  <a:srgbClr val="333333"/>
                </a:solidFill>
                <a:latin typeface="微软雅黑" panose="020B0503020204020204" pitchFamily="34" charset="-122"/>
                <a:ea typeface="微软雅黑" panose="020B0503020204020204" pitchFamily="34" charset="-122"/>
              </a:rPr>
              <a:t>隧道技术</a:t>
            </a:r>
            <a:endParaRPr lang="en-US" altLang="zh-CN" sz="2800" dirty="0">
              <a:solidFill>
                <a:srgbClr val="333333"/>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9BAC2A04-1A29-409D-B538-4CD928093145}"/>
              </a:ext>
            </a:extLst>
          </p:cNvPr>
          <p:cNvPicPr>
            <a:picLocks noChangeAspect="1"/>
          </p:cNvPicPr>
          <p:nvPr/>
        </p:nvPicPr>
        <p:blipFill>
          <a:blip r:embed="rId3"/>
          <a:stretch>
            <a:fillRect/>
          </a:stretch>
        </p:blipFill>
        <p:spPr>
          <a:xfrm>
            <a:off x="-3537" y="836712"/>
            <a:ext cx="12195537" cy="5832648"/>
          </a:xfrm>
          <a:prstGeom prst="rect">
            <a:avLst/>
          </a:prstGeom>
        </p:spPr>
      </p:pic>
    </p:spTree>
    <p:extLst>
      <p:ext uri="{BB962C8B-B14F-4D97-AF65-F5344CB8AC3E}">
        <p14:creationId xmlns:p14="http://schemas.microsoft.com/office/powerpoint/2010/main" val="215728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FCAC35D4-51ED-4A6B-8D06-A64849C855EA}"/>
              </a:ext>
            </a:extLst>
          </p:cNvPr>
          <p:cNvSpPr txBox="1"/>
          <p:nvPr/>
        </p:nvSpPr>
        <p:spPr>
          <a:xfrm>
            <a:off x="191344" y="260648"/>
            <a:ext cx="11665296" cy="3416320"/>
          </a:xfrm>
          <a:prstGeom prst="rect">
            <a:avLst/>
          </a:prstGeom>
          <a:solidFill>
            <a:schemeClr val="bg1"/>
          </a:solidFill>
        </p:spPr>
        <p:txBody>
          <a:bodyPr wrap="square">
            <a:spAutoFit/>
          </a:bodyPr>
          <a:lstStyle/>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1. </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下列关于</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IPv4</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IPv6</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的叙述中，正确的是</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I.IPv6</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地址空间是</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IPv4</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地址空间的</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96</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倍</a:t>
            </a: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II.IPv4</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首部和</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a:t>
            </a:r>
            <a:r>
              <a:rPr lang="en-US" altLang="zh-CN" sz="24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IPv6 </a:t>
            </a:r>
            <a:r>
              <a:rPr lang="zh-CN" altLang="zh-CN" sz="24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基本首部</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的长度均可变</a:t>
            </a: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III.IPv4</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向</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IPV6 </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过渡可以采用双协议栈和隧道技术</a:t>
            </a: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IV.IPv6 </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首部的</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Hop Limit </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字段等价于</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IPv4 </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首部的</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TTL</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字段</a:t>
            </a: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A.</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仅</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I</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II</a:t>
            </a:r>
            <a:endPar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B.</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仅</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I</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IV</a:t>
            </a:r>
            <a:endPar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C.</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仅</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II</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III</a:t>
            </a:r>
            <a:endPar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r>
              <a:rPr lang="en-US" altLang="zh-CN" sz="2400" dirty="0">
                <a:solidFill>
                  <a:srgbClr val="0070C0"/>
                </a:solidFill>
                <a:effectLst/>
                <a:latin typeface="等线" panose="02010600030101010101" pitchFamily="2" charset="-122"/>
                <a:cs typeface="Times New Roman" panose="02020603050405020304" pitchFamily="18" charset="0"/>
              </a:rPr>
              <a:t>D.</a:t>
            </a:r>
            <a:r>
              <a:rPr lang="zh-CN" altLang="zh-CN" sz="2400" dirty="0">
                <a:solidFill>
                  <a:srgbClr val="0070C0"/>
                </a:solidFill>
                <a:effectLst/>
                <a:ea typeface="等线" panose="02010600030101010101" pitchFamily="2" charset="-122"/>
                <a:cs typeface="Times New Roman" panose="02020603050405020304" pitchFamily="18" charset="0"/>
              </a:rPr>
              <a:t>仅</a:t>
            </a:r>
            <a:r>
              <a:rPr lang="en-US" altLang="zh-CN" sz="2400" dirty="0">
                <a:solidFill>
                  <a:srgbClr val="0070C0"/>
                </a:solidFill>
                <a:effectLst/>
                <a:ea typeface="等线" panose="02010600030101010101" pitchFamily="2" charset="-122"/>
                <a:cs typeface="Times New Roman" panose="02020603050405020304" pitchFamily="18" charset="0"/>
              </a:rPr>
              <a:t>III</a:t>
            </a:r>
            <a:r>
              <a:rPr lang="zh-CN" altLang="zh-CN" sz="2400" dirty="0">
                <a:solidFill>
                  <a:srgbClr val="0070C0"/>
                </a:solidFill>
                <a:effectLst/>
                <a:ea typeface="等线" panose="02010600030101010101" pitchFamily="2" charset="-122"/>
                <a:cs typeface="Times New Roman" panose="02020603050405020304" pitchFamily="18" charset="0"/>
              </a:rPr>
              <a:t>、</a:t>
            </a:r>
            <a:r>
              <a:rPr lang="en-US" altLang="zh-CN" sz="2400" dirty="0">
                <a:solidFill>
                  <a:srgbClr val="0070C0"/>
                </a:solidFill>
                <a:effectLst/>
                <a:ea typeface="等线" panose="02010600030101010101" pitchFamily="2" charset="-122"/>
                <a:cs typeface="Times New Roman" panose="02020603050405020304" pitchFamily="18" charset="0"/>
              </a:rPr>
              <a:t>IV</a:t>
            </a:r>
            <a:endParaRPr lang="zh-CN" altLang="en-US" sz="2400" dirty="0">
              <a:solidFill>
                <a:srgbClr val="0070C0"/>
              </a:solidFill>
            </a:endParaRPr>
          </a:p>
        </p:txBody>
      </p:sp>
      <p:sp>
        <p:nvSpPr>
          <p:cNvPr id="8" name="文本框 7">
            <a:extLst>
              <a:ext uri="{FF2B5EF4-FFF2-40B4-BE49-F238E27FC236}">
                <a16:creationId xmlns:a16="http://schemas.microsoft.com/office/drawing/2014/main" id="{E637C1A7-6F08-4F47-AECC-372F0D753A5D}"/>
              </a:ext>
            </a:extLst>
          </p:cNvPr>
          <p:cNvSpPr txBox="1"/>
          <p:nvPr/>
        </p:nvSpPr>
        <p:spPr>
          <a:xfrm>
            <a:off x="119336" y="4221088"/>
            <a:ext cx="11809312" cy="2677656"/>
          </a:xfrm>
          <a:prstGeom prst="rect">
            <a:avLst/>
          </a:prstGeom>
          <a:noFill/>
        </p:spPr>
        <p:txBody>
          <a:bodyPr wrap="square">
            <a:spAutoFit/>
          </a:bodyPr>
          <a:lstStyle/>
          <a:p>
            <a:pPr algn="just"/>
            <a:r>
              <a:rPr lang="en-US"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2. </a:t>
            </a:r>
            <a:r>
              <a:rPr lang="zh-CN"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一个</a:t>
            </a:r>
            <a:r>
              <a:rPr lang="en-US"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IPv6 </a:t>
            </a:r>
            <a:r>
              <a:rPr lang="zh-CN"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地址的简写法为</a:t>
            </a:r>
            <a:r>
              <a:rPr lang="en-US"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8::D0:123:CDEF:89A</a:t>
            </a:r>
            <a:r>
              <a:rPr lang="zh-CN"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，则其完整地址应该是</a:t>
            </a:r>
            <a:r>
              <a:rPr lang="en-US"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a:t>
            </a:r>
            <a:r>
              <a:rPr lang="zh-CN"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a:t>
            </a:r>
          </a:p>
          <a:p>
            <a:pPr algn="just"/>
            <a:r>
              <a:rPr lang="en-US"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A.8000:0000:0000:0000:00D0:1230:CDEF:89A0</a:t>
            </a:r>
            <a:endParaRPr lang="zh-CN"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B.0008:0000:0000:0000:00D0:0123:CDEF:89A0</a:t>
            </a:r>
            <a:endParaRPr lang="zh-CN"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C.8000:0000:0000:0000:D000:1230:CDEF:89A0</a:t>
            </a:r>
            <a:endParaRPr lang="zh-CN"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D.0008:0000:0000:0000:00D0:0123:CDEF:089A</a:t>
            </a:r>
            <a:endParaRPr lang="zh-CN" altLang="zh-CN" sz="2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874715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02AE916-05CC-418B-836C-B1416398A3C7}"/>
              </a:ext>
            </a:extLst>
          </p:cNvPr>
          <p:cNvSpPr txBox="1"/>
          <p:nvPr/>
        </p:nvSpPr>
        <p:spPr>
          <a:xfrm>
            <a:off x="335360" y="908720"/>
            <a:ext cx="11593288" cy="2308324"/>
          </a:xfrm>
          <a:prstGeom prst="rect">
            <a:avLst/>
          </a:prstGeom>
          <a:noFill/>
        </p:spPr>
        <p:txBody>
          <a:bodyPr wrap="square">
            <a:spAutoFit/>
          </a:bodyPr>
          <a:lstStyle/>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3.</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若一个路由器收到的</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IPv6 </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数据报因太大而不能转发到链路上，则路由器将把该数据报</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a:t>
            </a:r>
          </a:p>
          <a:p>
            <a:pPr algn="just"/>
            <a:r>
              <a:rPr lang="en-US" altLang="zh-CN" sz="2400"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rPr>
              <a:t>A.</a:t>
            </a:r>
            <a:r>
              <a:rPr lang="zh-CN" altLang="zh-CN" sz="2400" kern="100" dirty="0">
                <a:solidFill>
                  <a:srgbClr val="0000FF"/>
                </a:solidFill>
                <a:effectLst/>
                <a:latin typeface="等线" panose="02010600030101010101" pitchFamily="2" charset="-122"/>
                <a:ea typeface="等线" panose="02010600030101010101" pitchFamily="2" charset="-122"/>
                <a:cs typeface="Times New Roman" panose="02020603050405020304" pitchFamily="18" charset="0"/>
              </a:rPr>
              <a:t>丢弃</a:t>
            </a: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C.</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分片</a:t>
            </a: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B.</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暂存</a:t>
            </a:r>
          </a:p>
          <a:p>
            <a:r>
              <a:rPr lang="en-US" altLang="zh-CN" sz="2400" dirty="0">
                <a:solidFill>
                  <a:schemeClr val="tx1"/>
                </a:solidFill>
                <a:effectLst/>
                <a:latin typeface="等线" panose="02010600030101010101" pitchFamily="2" charset="-122"/>
                <a:cs typeface="Times New Roman" panose="02020603050405020304" pitchFamily="18" charset="0"/>
              </a:rPr>
              <a:t>D.</a:t>
            </a:r>
            <a:r>
              <a:rPr lang="zh-CN" altLang="zh-CN" sz="2400" dirty="0">
                <a:solidFill>
                  <a:schemeClr val="tx1"/>
                </a:solidFill>
                <a:effectLst/>
                <a:ea typeface="等线" panose="02010600030101010101" pitchFamily="2" charset="-122"/>
                <a:cs typeface="Times New Roman" panose="02020603050405020304" pitchFamily="18" charset="0"/>
              </a:rPr>
              <a:t>转发至能支持该数据报的链路上</a:t>
            </a:r>
            <a:endParaRPr lang="zh-CN" altLang="en-US" sz="2400" dirty="0">
              <a:solidFill>
                <a:schemeClr val="tx1"/>
              </a:solidFill>
            </a:endParaRPr>
          </a:p>
        </p:txBody>
      </p:sp>
      <p:sp>
        <p:nvSpPr>
          <p:cNvPr id="7" name="文本框 6">
            <a:extLst>
              <a:ext uri="{FF2B5EF4-FFF2-40B4-BE49-F238E27FC236}">
                <a16:creationId xmlns:a16="http://schemas.microsoft.com/office/drawing/2014/main" id="{AAEC33D8-2F95-4C6E-B45D-2EF78DCCBB83}"/>
              </a:ext>
            </a:extLst>
          </p:cNvPr>
          <p:cNvSpPr txBox="1"/>
          <p:nvPr/>
        </p:nvSpPr>
        <p:spPr>
          <a:xfrm>
            <a:off x="407368" y="4077072"/>
            <a:ext cx="8424936" cy="2246769"/>
          </a:xfrm>
          <a:prstGeom prst="rect">
            <a:avLst/>
          </a:prstGeom>
          <a:noFill/>
        </p:spPr>
        <p:txBody>
          <a:bodyPr wrap="square">
            <a:spAutoFit/>
          </a:bodyPr>
          <a:lstStyle/>
          <a:p>
            <a:pPr algn="just"/>
            <a:r>
              <a:rPr lang="en-US" altLang="zh-CN" sz="28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4.</a:t>
            </a:r>
            <a:r>
              <a:rPr lang="zh-CN"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下列关于</a:t>
            </a:r>
            <a:r>
              <a:rPr lang="en-US"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IPv6 </a:t>
            </a:r>
            <a:r>
              <a:rPr lang="zh-CN"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的描述中，错误的是</a:t>
            </a:r>
            <a:r>
              <a:rPr lang="en-US"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A.IPv6</a:t>
            </a:r>
            <a:r>
              <a:rPr lang="zh-CN"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的首部长度是不可变的</a:t>
            </a:r>
          </a:p>
          <a:p>
            <a:pPr algn="just"/>
            <a:r>
              <a:rPr lang="en-US"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B.IPv6 </a:t>
            </a:r>
            <a:r>
              <a:rPr lang="zh-CN"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不允许分片</a:t>
            </a:r>
          </a:p>
          <a:p>
            <a:pPr algn="just"/>
            <a:r>
              <a:rPr lang="en-US"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C.IPv6</a:t>
            </a:r>
            <a:r>
              <a:rPr lang="zh-CN"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采用了</a:t>
            </a:r>
            <a:r>
              <a:rPr lang="en-US"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16B</a:t>
            </a:r>
            <a:r>
              <a:rPr lang="zh-CN" altLang="zh-CN" sz="2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的地址，在可预见的将来不会用完</a:t>
            </a:r>
          </a:p>
          <a:p>
            <a:r>
              <a:rPr lang="en-US" altLang="zh-CN" sz="2800" dirty="0">
                <a:solidFill>
                  <a:srgbClr val="0000FF"/>
                </a:solidFill>
                <a:effectLst/>
                <a:latin typeface="等线" panose="02010600030101010101" pitchFamily="2" charset="-122"/>
                <a:cs typeface="Times New Roman" panose="02020603050405020304" pitchFamily="18" charset="0"/>
              </a:rPr>
              <a:t>D.IPv6</a:t>
            </a:r>
            <a:r>
              <a:rPr lang="zh-CN" altLang="zh-CN" sz="2800" dirty="0">
                <a:solidFill>
                  <a:srgbClr val="0000FF"/>
                </a:solidFill>
                <a:effectLst/>
                <a:ea typeface="等线" panose="02010600030101010101" pitchFamily="2" charset="-122"/>
                <a:cs typeface="Times New Roman" panose="02020603050405020304" pitchFamily="18" charset="0"/>
              </a:rPr>
              <a:t>使用了首部检验和来保证传输的正确性</a:t>
            </a:r>
            <a:endParaRPr lang="zh-CN" altLang="en-US" dirty="0">
              <a:solidFill>
                <a:srgbClr val="0000FF"/>
              </a:solidFill>
            </a:endParaRPr>
          </a:p>
        </p:txBody>
      </p:sp>
      <p:sp>
        <p:nvSpPr>
          <p:cNvPr id="6" name="文本框 5">
            <a:extLst>
              <a:ext uri="{FF2B5EF4-FFF2-40B4-BE49-F238E27FC236}">
                <a16:creationId xmlns:a16="http://schemas.microsoft.com/office/drawing/2014/main" id="{4935B666-F352-416A-943B-BD4C2563AFB7}"/>
              </a:ext>
            </a:extLst>
          </p:cNvPr>
          <p:cNvSpPr txBox="1"/>
          <p:nvPr/>
        </p:nvSpPr>
        <p:spPr>
          <a:xfrm>
            <a:off x="8976320" y="4797152"/>
            <a:ext cx="2952328" cy="1938992"/>
          </a:xfrm>
          <a:prstGeom prst="rect">
            <a:avLst/>
          </a:prstGeom>
          <a:noFill/>
        </p:spPr>
        <p:txBody>
          <a:bodyPr wrap="square">
            <a:spAutoFit/>
          </a:bodyPr>
          <a:lstStyle/>
          <a:p>
            <a:r>
              <a:rPr lang="en-US" altLang="zh-CN" sz="2000" b="1" i="0" dirty="0">
                <a:solidFill>
                  <a:srgbClr val="333333"/>
                </a:solidFill>
                <a:effectLst/>
                <a:latin typeface="PingFang SC"/>
              </a:rPr>
              <a:t>Pv6</a:t>
            </a:r>
            <a:r>
              <a:rPr lang="zh-CN" altLang="en-US" sz="2000" b="1" i="0" dirty="0">
                <a:solidFill>
                  <a:srgbClr val="333333"/>
                </a:solidFill>
                <a:effectLst/>
                <a:latin typeface="PingFang SC"/>
              </a:rPr>
              <a:t>没有校验和</a:t>
            </a:r>
            <a:r>
              <a:rPr lang="zh-CN" altLang="en-US" sz="2000" b="0" i="0" dirty="0">
                <a:solidFill>
                  <a:srgbClr val="333333"/>
                </a:solidFill>
                <a:effectLst/>
                <a:latin typeface="PingFang SC"/>
              </a:rPr>
              <a:t>‌。因此路由器不再需要计算校验和，从而提高了包的转发效率。这种设计简化了报文头结构，减少了开销，提高了路由效率‌</a:t>
            </a:r>
            <a:r>
              <a:rPr lang="en-US" altLang="zh-CN" sz="2000" b="0" i="0" dirty="0">
                <a:solidFill>
                  <a:srgbClr val="333333"/>
                </a:solidFill>
                <a:effectLst/>
                <a:latin typeface="PingFang SC"/>
              </a:rPr>
              <a:t>.</a:t>
            </a:r>
            <a:endParaRPr lang="zh-CN" altLang="en-US" sz="2000" dirty="0"/>
          </a:p>
        </p:txBody>
      </p:sp>
    </p:spTree>
    <p:extLst>
      <p:ext uri="{BB962C8B-B14F-4D97-AF65-F5344CB8AC3E}">
        <p14:creationId xmlns:p14="http://schemas.microsoft.com/office/powerpoint/2010/main" val="3791500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8429818"/>
      </p:ext>
    </p:extLst>
  </p:cSld>
  <p:clrMapOvr>
    <a:masterClrMapping/>
  </p:clrMapOvr>
</p:sld>
</file>

<file path=ppt/theme/theme1.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6767</TotalTime>
  <Words>1744</Words>
  <Application>Microsoft Office PowerPoint</Application>
  <PresentationFormat>宽屏</PresentationFormat>
  <Paragraphs>104</Paragraphs>
  <Slides>22</Slides>
  <Notes>22</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22</vt:i4>
      </vt:variant>
    </vt:vector>
  </HeadingPairs>
  <TitlesOfParts>
    <vt:vector size="32" baseType="lpstr">
      <vt:lpstr>PingFang SC</vt:lpstr>
      <vt:lpstr>等线</vt:lpstr>
      <vt:lpstr>黑体</vt:lpstr>
      <vt:lpstr>宋体</vt:lpstr>
      <vt:lpstr>微软雅黑</vt:lpstr>
      <vt:lpstr>Arial</vt:lpstr>
      <vt:lpstr>Times New Roman</vt:lpstr>
      <vt:lpstr>Wingdings</vt:lpstr>
      <vt:lpstr>自定义设计方案</vt:lpstr>
      <vt:lpstr>1_自定义设计方案</vt:lpstr>
      <vt:lpstr>PowerPoint 演示文稿</vt:lpstr>
      <vt:lpstr>IPv6</vt:lpstr>
      <vt:lpstr>IPv6地址</vt:lpstr>
      <vt:lpstr>PowerPoint 演示文稿</vt:lpstr>
      <vt:lpstr>PowerPoint 演示文稿</vt:lpstr>
      <vt:lpstr>IPv6地址分类</vt:lpstr>
      <vt:lpstr>IPv6地址分类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IPv4向IPv6过渡技术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wangjimin</cp:lastModifiedBy>
  <cp:revision>1242</cp:revision>
  <dcterms:created xsi:type="dcterms:W3CDTF">1601-01-01T00:00:00Z</dcterms:created>
  <dcterms:modified xsi:type="dcterms:W3CDTF">2025-06-24T12:28:29Z</dcterms:modified>
</cp:coreProperties>
</file>