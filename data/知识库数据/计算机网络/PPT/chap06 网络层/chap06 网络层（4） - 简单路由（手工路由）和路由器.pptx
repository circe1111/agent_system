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vml" ContentType="application/vnd.openxmlformats-officedocument.vmlDrawi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733" r:id="rId1"/>
    <p:sldMasterId id="2147483734" r:id="rId2"/>
    <p:sldMasterId id="2147483735" r:id="rId3"/>
  </p:sldMasterIdLst>
  <p:notesMasterIdLst>
    <p:notesMasterId r:id="rId27"/>
  </p:notesMasterIdLst>
  <p:handoutMasterIdLst>
    <p:handoutMasterId r:id="rId28"/>
  </p:handoutMasterIdLst>
  <p:sldIdLst>
    <p:sldId id="858" r:id="rId4"/>
    <p:sldId id="898" r:id="rId5"/>
    <p:sldId id="899" r:id="rId6"/>
    <p:sldId id="874" r:id="rId7"/>
    <p:sldId id="895" r:id="rId8"/>
    <p:sldId id="875" r:id="rId9"/>
    <p:sldId id="878" r:id="rId10"/>
    <p:sldId id="877" r:id="rId11"/>
    <p:sldId id="880" r:id="rId12"/>
    <p:sldId id="897" r:id="rId13"/>
    <p:sldId id="907" r:id="rId14"/>
    <p:sldId id="896" r:id="rId15"/>
    <p:sldId id="910" r:id="rId16"/>
    <p:sldId id="886" r:id="rId17"/>
    <p:sldId id="901" r:id="rId18"/>
    <p:sldId id="902" r:id="rId19"/>
    <p:sldId id="887" r:id="rId20"/>
    <p:sldId id="888" r:id="rId21"/>
    <p:sldId id="889" r:id="rId22"/>
    <p:sldId id="890" r:id="rId23"/>
    <p:sldId id="908" r:id="rId24"/>
    <p:sldId id="906" r:id="rId25"/>
    <p:sldId id="928" r:id="rId26"/>
  </p:sldIdLst>
  <p:sldSz cx="9144000" cy="6858000" type="screen4x3"/>
  <p:notesSz cx="6858000" cy="9144000"/>
  <p:defaultTextStyle>
    <a:defPPr>
      <a:defRPr lang="en-US"/>
    </a:defPPr>
    <a:lvl1pPr algn="l" rtl="0" eaLnBrk="0" fontAlgn="base" hangingPunct="0">
      <a:spcBef>
        <a:spcPct val="0"/>
      </a:spcBef>
      <a:spcAft>
        <a:spcPct val="0"/>
      </a:spcAft>
      <a:defRPr sz="2500" kern="1200">
        <a:solidFill>
          <a:schemeClr val="bg1"/>
        </a:solidFill>
        <a:latin typeface="黑体" panose="02010609060101010101" pitchFamily="49" charset="-122"/>
        <a:ea typeface="黑体" panose="02010609060101010101" pitchFamily="49" charset="-122"/>
        <a:cs typeface="+mn-cs"/>
      </a:defRPr>
    </a:lvl1pPr>
    <a:lvl2pPr marL="457200" algn="l" rtl="0" eaLnBrk="0" fontAlgn="base" hangingPunct="0">
      <a:spcBef>
        <a:spcPct val="0"/>
      </a:spcBef>
      <a:spcAft>
        <a:spcPct val="0"/>
      </a:spcAft>
      <a:defRPr sz="2500" kern="1200">
        <a:solidFill>
          <a:schemeClr val="bg1"/>
        </a:solidFill>
        <a:latin typeface="黑体" panose="02010609060101010101" pitchFamily="49" charset="-122"/>
        <a:ea typeface="黑体" panose="02010609060101010101" pitchFamily="49" charset="-122"/>
        <a:cs typeface="+mn-cs"/>
      </a:defRPr>
    </a:lvl2pPr>
    <a:lvl3pPr marL="914400" algn="l" rtl="0" eaLnBrk="0" fontAlgn="base" hangingPunct="0">
      <a:spcBef>
        <a:spcPct val="0"/>
      </a:spcBef>
      <a:spcAft>
        <a:spcPct val="0"/>
      </a:spcAft>
      <a:defRPr sz="2500" kern="1200">
        <a:solidFill>
          <a:schemeClr val="bg1"/>
        </a:solidFill>
        <a:latin typeface="黑体" panose="02010609060101010101" pitchFamily="49" charset="-122"/>
        <a:ea typeface="黑体" panose="02010609060101010101" pitchFamily="49" charset="-122"/>
        <a:cs typeface="+mn-cs"/>
      </a:defRPr>
    </a:lvl3pPr>
    <a:lvl4pPr marL="1371600" algn="l" rtl="0" eaLnBrk="0" fontAlgn="base" hangingPunct="0">
      <a:spcBef>
        <a:spcPct val="0"/>
      </a:spcBef>
      <a:spcAft>
        <a:spcPct val="0"/>
      </a:spcAft>
      <a:defRPr sz="2500" kern="1200">
        <a:solidFill>
          <a:schemeClr val="bg1"/>
        </a:solidFill>
        <a:latin typeface="黑体" panose="02010609060101010101" pitchFamily="49" charset="-122"/>
        <a:ea typeface="黑体" panose="02010609060101010101" pitchFamily="49" charset="-122"/>
        <a:cs typeface="+mn-cs"/>
      </a:defRPr>
    </a:lvl4pPr>
    <a:lvl5pPr marL="1828800" algn="l" rtl="0" eaLnBrk="0" fontAlgn="base" hangingPunct="0">
      <a:spcBef>
        <a:spcPct val="0"/>
      </a:spcBef>
      <a:spcAft>
        <a:spcPct val="0"/>
      </a:spcAft>
      <a:defRPr sz="2500" kern="1200">
        <a:solidFill>
          <a:schemeClr val="bg1"/>
        </a:solidFill>
        <a:latin typeface="黑体" panose="02010609060101010101" pitchFamily="49" charset="-122"/>
        <a:ea typeface="黑体" panose="02010609060101010101" pitchFamily="49" charset="-122"/>
        <a:cs typeface="+mn-cs"/>
      </a:defRPr>
    </a:lvl5pPr>
    <a:lvl6pPr marL="2286000" algn="l" defTabSz="914400" rtl="0" eaLnBrk="1" latinLnBrk="0" hangingPunct="1">
      <a:defRPr sz="2500" kern="1200">
        <a:solidFill>
          <a:schemeClr val="bg1"/>
        </a:solidFill>
        <a:latin typeface="黑体" panose="02010609060101010101" pitchFamily="49" charset="-122"/>
        <a:ea typeface="黑体" panose="02010609060101010101" pitchFamily="49" charset="-122"/>
        <a:cs typeface="+mn-cs"/>
      </a:defRPr>
    </a:lvl6pPr>
    <a:lvl7pPr marL="2743200" algn="l" defTabSz="914400" rtl="0" eaLnBrk="1" latinLnBrk="0" hangingPunct="1">
      <a:defRPr sz="2500" kern="1200">
        <a:solidFill>
          <a:schemeClr val="bg1"/>
        </a:solidFill>
        <a:latin typeface="黑体" panose="02010609060101010101" pitchFamily="49" charset="-122"/>
        <a:ea typeface="黑体" panose="02010609060101010101" pitchFamily="49" charset="-122"/>
        <a:cs typeface="+mn-cs"/>
      </a:defRPr>
    </a:lvl7pPr>
    <a:lvl8pPr marL="3200400" algn="l" defTabSz="914400" rtl="0" eaLnBrk="1" latinLnBrk="0" hangingPunct="1">
      <a:defRPr sz="2500" kern="1200">
        <a:solidFill>
          <a:schemeClr val="bg1"/>
        </a:solidFill>
        <a:latin typeface="黑体" panose="02010609060101010101" pitchFamily="49" charset="-122"/>
        <a:ea typeface="黑体" panose="02010609060101010101" pitchFamily="49" charset="-122"/>
        <a:cs typeface="+mn-cs"/>
      </a:defRPr>
    </a:lvl8pPr>
    <a:lvl9pPr marL="3657600" algn="l" defTabSz="914400" rtl="0" eaLnBrk="1" latinLnBrk="0" hangingPunct="1">
      <a:defRPr sz="2500" kern="1200">
        <a:solidFill>
          <a:schemeClr val="bg1"/>
        </a:solidFill>
        <a:latin typeface="黑体" panose="02010609060101010101" pitchFamily="49" charset="-122"/>
        <a:ea typeface="黑体" panose="02010609060101010101" pitchFamily="49" charset="-122"/>
        <a:cs typeface="+mn-cs"/>
      </a:defRPr>
    </a:lvl9pPr>
  </p:defaultTextStyle>
  <p:extLst>
    <p:ext uri="{EFAFB233-063F-42B5-8137-9DF3F51BA10A}">
      <p15:sldGuideLst xmlns:p15="http://schemas.microsoft.com/office/powerpoint/2012/main">
        <p15:guide id="1" orient="horz" pos="2205">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CECFF"/>
    <a:srgbClr val="FF0000"/>
    <a:srgbClr val="0000FF"/>
    <a:srgbClr val="516FA7"/>
    <a:srgbClr val="CC0000"/>
    <a:srgbClr val="FF9933"/>
    <a:srgbClr val="FFCC00"/>
    <a:srgbClr val="F7F7F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390" autoAdjust="0"/>
    <p:restoredTop sz="99822" autoAdjust="0"/>
  </p:normalViewPr>
  <p:slideViewPr>
    <p:cSldViewPr>
      <p:cViewPr varScale="1">
        <p:scale>
          <a:sx n="96" d="100"/>
          <a:sy n="96" d="100"/>
        </p:scale>
        <p:origin x="969" y="42"/>
      </p:cViewPr>
      <p:guideLst>
        <p:guide orient="horz" pos="2205"/>
        <p:guide pos="2880"/>
      </p:guideLst>
    </p:cSldViewPr>
  </p:slideViewPr>
  <p:notesTextViewPr>
    <p:cViewPr>
      <p:scale>
        <a:sx n="100" d="100"/>
        <a:sy n="100" d="100"/>
      </p:scale>
      <p:origin x="0" y="0"/>
    </p:cViewPr>
  </p:notesTextViewPr>
  <p:sorterViewPr>
    <p:cViewPr>
      <p:scale>
        <a:sx n="66" d="100"/>
        <a:sy n="66" d="100"/>
      </p:scale>
      <p:origin x="0" y="0"/>
    </p:cViewPr>
  </p:sorterViewPr>
  <p:notesViewPr>
    <p:cSldViewPr>
      <p:cViewPr varScale="1">
        <p:scale>
          <a:sx n="41" d="100"/>
          <a:sy n="41" d="100"/>
        </p:scale>
        <p:origin x="-2050" y="-72"/>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 Type="http://schemas.openxmlformats.org/officeDocument/2006/relationships/slideMaster" Target="slideMasters/slideMaster3.xml"/><Relationship Id="rId21" Type="http://schemas.openxmlformats.org/officeDocument/2006/relationships/slide" Target="slides/slide18.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tableStyles" Target="tableStyle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handoutMaster" Target="handoutMasters/handoutMaster1.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theme" Target="theme/theme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notesMaster" Target="notesMasters/notesMaster1.xml"/><Relationship Id="rId30" Type="http://schemas.openxmlformats.org/officeDocument/2006/relationships/viewProps" Target="view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0.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8594"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eaLnBrk="1" hangingPunct="1">
              <a:defRPr kumimoji="1" sz="1200">
                <a:solidFill>
                  <a:schemeClr val="tx1"/>
                </a:solidFill>
                <a:latin typeface="Times New Roman" pitchFamily="18" charset="0"/>
                <a:ea typeface="宋体" pitchFamily="2" charset="-122"/>
              </a:defRPr>
            </a:lvl1pPr>
          </a:lstStyle>
          <a:p>
            <a:pPr>
              <a:defRPr/>
            </a:pPr>
            <a:endParaRPr lang="zh-CN" altLang="en-US"/>
          </a:p>
        </p:txBody>
      </p:sp>
      <p:sp>
        <p:nvSpPr>
          <p:cNvPr id="238595" name="Rectangle 3"/>
          <p:cNvSpPr>
            <a:spLocks noGrp="1" noChangeArrowheads="1"/>
          </p:cNvSpPr>
          <p:nvPr>
            <p:ph type="dt" sz="quarter"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kumimoji="1" sz="1200">
                <a:solidFill>
                  <a:schemeClr val="tx1"/>
                </a:solidFill>
                <a:latin typeface="Times New Roman" pitchFamily="18" charset="0"/>
                <a:ea typeface="宋体" pitchFamily="2" charset="-122"/>
              </a:defRPr>
            </a:lvl1pPr>
          </a:lstStyle>
          <a:p>
            <a:pPr>
              <a:defRPr/>
            </a:pPr>
            <a:fld id="{48237885-4FFB-4087-8756-BFD6024E3139}" type="datetime1">
              <a:rPr lang="zh-CN" altLang="en-US"/>
              <a:pPr>
                <a:defRPr/>
              </a:pPr>
              <a:t>2026/2/26</a:t>
            </a:fld>
            <a:endParaRPr lang="en-US" altLang="zh-CN"/>
          </a:p>
        </p:txBody>
      </p:sp>
      <p:sp>
        <p:nvSpPr>
          <p:cNvPr id="238596" name="Rectangle 4"/>
          <p:cNvSpPr>
            <a:spLocks noGrp="1" noChangeArrowheads="1"/>
          </p:cNvSpPr>
          <p:nvPr>
            <p:ph type="ftr" sz="quarter" idx="2"/>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l" eaLnBrk="1" hangingPunct="1">
              <a:defRPr kumimoji="1" sz="1200">
                <a:solidFill>
                  <a:schemeClr val="tx1"/>
                </a:solidFill>
                <a:latin typeface="Times New Roman" pitchFamily="18" charset="0"/>
                <a:ea typeface="宋体" pitchFamily="2" charset="-122"/>
              </a:defRPr>
            </a:lvl1pPr>
          </a:lstStyle>
          <a:p>
            <a:pPr>
              <a:defRPr/>
            </a:pPr>
            <a:endParaRPr lang="en-US" altLang="zh-CN"/>
          </a:p>
        </p:txBody>
      </p:sp>
      <p:sp>
        <p:nvSpPr>
          <p:cNvPr id="238597" name="Rectangle 5"/>
          <p:cNvSpPr>
            <a:spLocks noGrp="1" noChangeArrowheads="1"/>
          </p:cNvSpPr>
          <p:nvPr>
            <p:ph type="sldNum" sz="quarter" idx="3"/>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defRPr kumimoji="1" sz="1200">
                <a:solidFill>
                  <a:schemeClr val="tx1"/>
                </a:solidFill>
                <a:latin typeface="Times New Roman" panose="02020603050405020304" pitchFamily="18" charset="0"/>
                <a:ea typeface="宋体" panose="02010600030101010101" pitchFamily="2" charset="-122"/>
              </a:defRPr>
            </a:lvl1pPr>
          </a:lstStyle>
          <a:p>
            <a:pPr>
              <a:defRPr/>
            </a:pPr>
            <a:fld id="{50551372-FDF2-4133-9473-27E0D486E9E1}" type="slidenum">
              <a:rPr lang="zh-CN" altLang="en-US"/>
              <a:pPr>
                <a:defRPr/>
              </a:pPr>
              <a:t>‹#›</a:t>
            </a:fld>
            <a:endParaRPr lang="en-US" altLang="zh-CN"/>
          </a:p>
        </p:txBody>
      </p:sp>
    </p:spTree>
    <p:extLst>
      <p:ext uri="{BB962C8B-B14F-4D97-AF65-F5344CB8AC3E}">
        <p14:creationId xmlns:p14="http://schemas.microsoft.com/office/powerpoint/2010/main" val="280611447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eaLnBrk="1" hangingPunct="1">
              <a:defRPr kumimoji="1" sz="1200">
                <a:solidFill>
                  <a:schemeClr val="tx1"/>
                </a:solidFill>
                <a:latin typeface="Times New Roman" pitchFamily="18" charset="0"/>
                <a:ea typeface="宋体" pitchFamily="2" charset="-122"/>
              </a:defRPr>
            </a:lvl1pPr>
          </a:lstStyle>
          <a:p>
            <a:pPr>
              <a:defRPr/>
            </a:pPr>
            <a:endParaRPr lang="zh-CN" altLang="en-US"/>
          </a:p>
        </p:txBody>
      </p:sp>
      <p:sp>
        <p:nvSpPr>
          <p:cNvPr id="6147" name="Rectangle 3"/>
          <p:cNvSpPr>
            <a:spLocks noGrp="1" noChangeArrowheads="1"/>
          </p:cNvSpPr>
          <p:nvPr>
            <p:ph type="dt"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kumimoji="1" sz="1200">
                <a:solidFill>
                  <a:schemeClr val="tx1"/>
                </a:solidFill>
                <a:latin typeface="Times New Roman" pitchFamily="18" charset="0"/>
                <a:ea typeface="宋体" pitchFamily="2" charset="-122"/>
              </a:defRPr>
            </a:lvl1pPr>
          </a:lstStyle>
          <a:p>
            <a:pPr>
              <a:defRPr/>
            </a:pPr>
            <a:fld id="{AC32D84F-5AF3-458A-9C23-E2ADA9AF10C6}" type="datetime1">
              <a:rPr lang="zh-CN" altLang="en-US"/>
              <a:pPr>
                <a:defRPr/>
              </a:pPr>
              <a:t>2026/2/26</a:t>
            </a:fld>
            <a:endParaRPr lang="en-US" altLang="zh-CN"/>
          </a:p>
        </p:txBody>
      </p:sp>
      <p:sp>
        <p:nvSpPr>
          <p:cNvPr id="5124"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6149" name="Rectangle 5"/>
          <p:cNvSpPr>
            <a:spLocks noGrp="1" noChangeArrowheads="1"/>
          </p:cNvSpPr>
          <p:nvPr>
            <p:ph type="body" sz="quarter" idx="3"/>
          </p:nvPr>
        </p:nvSpPr>
        <p:spPr bwMode="auto">
          <a:xfrm>
            <a:off x="914400" y="4343400"/>
            <a:ext cx="50292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150" name="Rectangle 6"/>
          <p:cNvSpPr>
            <a:spLocks noGrp="1" noChangeArrowheads="1"/>
          </p:cNvSpPr>
          <p:nvPr>
            <p:ph type="ftr" sz="quarter" idx="4"/>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l" eaLnBrk="1" hangingPunct="1">
              <a:defRPr kumimoji="1" sz="1200">
                <a:solidFill>
                  <a:schemeClr val="tx1"/>
                </a:solidFill>
                <a:latin typeface="Times New Roman" pitchFamily="18" charset="0"/>
                <a:ea typeface="宋体" pitchFamily="2" charset="-122"/>
              </a:defRPr>
            </a:lvl1pPr>
          </a:lstStyle>
          <a:p>
            <a:pPr>
              <a:defRPr/>
            </a:pPr>
            <a:endParaRPr lang="en-US" altLang="zh-CN"/>
          </a:p>
        </p:txBody>
      </p:sp>
      <p:sp>
        <p:nvSpPr>
          <p:cNvPr id="6151" name="Rectangle 7"/>
          <p:cNvSpPr>
            <a:spLocks noGrp="1" noChangeArrowheads="1"/>
          </p:cNvSpPr>
          <p:nvPr>
            <p:ph type="sldNum" sz="quarter" idx="5"/>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defRPr kumimoji="1" sz="1200">
                <a:solidFill>
                  <a:schemeClr val="tx1"/>
                </a:solidFill>
                <a:latin typeface="Times New Roman" panose="02020603050405020304" pitchFamily="18" charset="0"/>
                <a:ea typeface="宋体" panose="02010600030101010101" pitchFamily="2" charset="-122"/>
              </a:defRPr>
            </a:lvl1pPr>
          </a:lstStyle>
          <a:p>
            <a:pPr>
              <a:defRPr/>
            </a:pPr>
            <a:fld id="{CEC2B14C-CBE0-4010-BA92-AA32B3079CB6}" type="slidenum">
              <a:rPr lang="zh-CN" altLang="en-US"/>
              <a:pPr>
                <a:defRPr/>
              </a:pPr>
              <a:t>‹#›</a:t>
            </a:fld>
            <a:endParaRPr lang="en-US" altLang="zh-CN"/>
          </a:p>
        </p:txBody>
      </p:sp>
    </p:spTree>
    <p:extLst>
      <p:ext uri="{BB962C8B-B14F-4D97-AF65-F5344CB8AC3E}">
        <p14:creationId xmlns:p14="http://schemas.microsoft.com/office/powerpoint/2010/main" val="4105711960"/>
      </p:ext>
    </p:extLst>
  </p:cSld>
  <p:clrMap bg1="lt1" tx1="dk1" bg2="lt2" tx2="dk2" accent1="accent1" accent2="accent2" accent3="accent3" accent4="accent4" accent5="accent5" accent6="accent6" hlink="hlink" folHlink="folHlink"/>
  <p:hf hdr="0" ftr="0"/>
  <p:notesStyle>
    <a:lvl1pPr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Rectangle 4"/>
          <p:cNvSpPr>
            <a:spLocks noGrp="1" noChangeArrowheads="1"/>
          </p:cNvSpPr>
          <p:nvPr>
            <p:ph type="dt" sz="half" idx="10"/>
          </p:nvPr>
        </p:nvSpPr>
        <p:spPr>
          <a:ln/>
        </p:spPr>
        <p:txBody>
          <a:bodyPr/>
          <a:lstStyle>
            <a:lvl1pPr>
              <a:defRPr/>
            </a:lvl1pPr>
          </a:lstStyle>
          <a:p>
            <a:pPr>
              <a:defRPr/>
            </a:pPr>
            <a:fld id="{F55EB2B2-155D-490D-AFBE-B6F14384A9BF}" type="datetime11">
              <a:rPr lang="zh-CN" altLang="en-US"/>
              <a:pPr>
                <a:defRPr/>
              </a:pPr>
              <a:t>09:53:08</a:t>
            </a:fld>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2850CB0A-D723-4355-9539-BADD9D181459}" type="slidenum">
              <a:rPr lang="zh-CN" altLang="en-US"/>
              <a:pPr>
                <a:defRPr/>
              </a:pPr>
              <a:t>‹#›</a:t>
            </a:fld>
            <a:endParaRPr lang="en-US" altLang="zh-CN"/>
          </a:p>
        </p:txBody>
      </p:sp>
    </p:spTree>
    <p:extLst>
      <p:ext uri="{BB962C8B-B14F-4D97-AF65-F5344CB8AC3E}">
        <p14:creationId xmlns:p14="http://schemas.microsoft.com/office/powerpoint/2010/main" val="3034700315"/>
      </p:ext>
    </p:extLst>
  </p:cSld>
  <p:clrMapOvr>
    <a:masterClrMapping/>
  </p:clrMapOvr>
  <p:transition spd="slow"/>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fld id="{0EB31151-C7E3-4013-8246-713E0AF6B091}" type="datetime11">
              <a:rPr lang="zh-CN" altLang="en-US"/>
              <a:pPr>
                <a:defRPr/>
              </a:pPr>
              <a:t>09:53:08</a:t>
            </a:fld>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11533BE9-A5E7-405E-9A63-9CE2DE208E5A}" type="slidenum">
              <a:rPr lang="zh-CN" altLang="en-US"/>
              <a:pPr>
                <a:defRPr/>
              </a:pPr>
              <a:t>‹#›</a:t>
            </a:fld>
            <a:endParaRPr lang="en-US" altLang="zh-CN"/>
          </a:p>
        </p:txBody>
      </p:sp>
    </p:spTree>
    <p:extLst>
      <p:ext uri="{BB962C8B-B14F-4D97-AF65-F5344CB8AC3E}">
        <p14:creationId xmlns:p14="http://schemas.microsoft.com/office/powerpoint/2010/main" val="4149544148"/>
      </p:ext>
    </p:extLst>
  </p:cSld>
  <p:clrMapOvr>
    <a:masterClrMapping/>
  </p:clrMapOvr>
  <p:transition spd="slow"/>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4"/>
          <p:cNvSpPr>
            <a:spLocks noGrp="1" noChangeArrowheads="1"/>
          </p:cNvSpPr>
          <p:nvPr>
            <p:ph type="dt" sz="half" idx="10"/>
          </p:nvPr>
        </p:nvSpPr>
        <p:spPr>
          <a:ln/>
        </p:spPr>
        <p:txBody>
          <a:bodyPr/>
          <a:lstStyle>
            <a:lvl1pPr>
              <a:defRPr/>
            </a:lvl1pPr>
          </a:lstStyle>
          <a:p>
            <a:pPr>
              <a:defRPr/>
            </a:pPr>
            <a:fld id="{25254A49-F6ED-46E9-AA5D-A720D130810E}" type="datetime11">
              <a:rPr lang="zh-CN" altLang="en-US"/>
              <a:pPr>
                <a:defRPr/>
              </a:pPr>
              <a:t>09:53:08</a:t>
            </a:fld>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F5D47683-DF3B-4DB0-93BB-7D1B85A91A8D}" type="slidenum">
              <a:rPr lang="zh-CN" altLang="en-US"/>
              <a:pPr>
                <a:defRPr/>
              </a:pPr>
              <a:t>‹#›</a:t>
            </a:fld>
            <a:endParaRPr lang="en-US" altLang="zh-CN"/>
          </a:p>
        </p:txBody>
      </p:sp>
    </p:spTree>
    <p:extLst>
      <p:ext uri="{BB962C8B-B14F-4D97-AF65-F5344CB8AC3E}">
        <p14:creationId xmlns:p14="http://schemas.microsoft.com/office/powerpoint/2010/main" val="1635785094"/>
      </p:ext>
    </p:extLst>
  </p:cSld>
  <p:clrMapOvr>
    <a:masterClrMapping/>
  </p:clrMapOvr>
  <p:transition spd="slow"/>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p:cNvSpPr>
            <a:spLocks noGrp="1" noChangeArrowheads="1"/>
          </p:cNvSpPr>
          <p:nvPr>
            <p:ph type="dt" sz="half" idx="10"/>
          </p:nvPr>
        </p:nvSpPr>
        <p:spPr>
          <a:ln/>
        </p:spPr>
        <p:txBody>
          <a:bodyPr/>
          <a:lstStyle>
            <a:lvl1pPr>
              <a:defRPr/>
            </a:lvl1pPr>
          </a:lstStyle>
          <a:p>
            <a:pPr>
              <a:defRPr/>
            </a:pPr>
            <a:fld id="{06CF6A09-6815-442A-8E9C-780C425C10EB}" type="datetime11">
              <a:rPr lang="zh-CN" altLang="en-US"/>
              <a:pPr>
                <a:defRPr/>
              </a:pPr>
              <a:t>09:53:08</a:t>
            </a:fld>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02839E4F-CEDE-4F9A-A24D-0EF19DC76D60}" type="slidenum">
              <a:rPr lang="zh-CN" altLang="en-US"/>
              <a:pPr>
                <a:defRPr/>
              </a:pPr>
              <a:t>‹#›</a:t>
            </a:fld>
            <a:endParaRPr lang="en-US" altLang="zh-CN"/>
          </a:p>
        </p:txBody>
      </p:sp>
    </p:spTree>
    <p:extLst>
      <p:ext uri="{BB962C8B-B14F-4D97-AF65-F5344CB8AC3E}">
        <p14:creationId xmlns:p14="http://schemas.microsoft.com/office/powerpoint/2010/main" val="106258449"/>
      </p:ext>
    </p:extLst>
  </p:cSld>
  <p:clrMapOvr>
    <a:masterClrMapping/>
  </p:clrMapOvr>
  <p:transition spd="slow"/>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p:cNvSpPr>
            <a:spLocks noGrp="1" noChangeArrowheads="1"/>
          </p:cNvSpPr>
          <p:nvPr>
            <p:ph type="dt" sz="half" idx="10"/>
          </p:nvPr>
        </p:nvSpPr>
        <p:spPr>
          <a:ln/>
        </p:spPr>
        <p:txBody>
          <a:bodyPr/>
          <a:lstStyle>
            <a:lvl1pPr>
              <a:defRPr/>
            </a:lvl1pPr>
          </a:lstStyle>
          <a:p>
            <a:pPr>
              <a:defRPr/>
            </a:pPr>
            <a:fld id="{0C747D6C-4D36-49FC-AA1E-34AFDCE44EAD}" type="datetime11">
              <a:rPr lang="zh-CN" altLang="en-US"/>
              <a:pPr>
                <a:defRPr/>
              </a:pPr>
              <a:t>09:53:08</a:t>
            </a:fld>
            <a:endParaRPr lang="en-US" altLang="zh-CN"/>
          </a:p>
        </p:txBody>
      </p:sp>
      <p:sp>
        <p:nvSpPr>
          <p:cNvPr id="8"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6"/>
          <p:cNvSpPr>
            <a:spLocks noGrp="1" noChangeArrowheads="1"/>
          </p:cNvSpPr>
          <p:nvPr>
            <p:ph type="sldNum" sz="quarter" idx="12"/>
          </p:nvPr>
        </p:nvSpPr>
        <p:spPr>
          <a:ln/>
        </p:spPr>
        <p:txBody>
          <a:bodyPr/>
          <a:lstStyle>
            <a:lvl1pPr>
              <a:defRPr/>
            </a:lvl1pPr>
          </a:lstStyle>
          <a:p>
            <a:pPr>
              <a:defRPr/>
            </a:pPr>
            <a:fld id="{CB059009-ABC4-4674-A3F3-4B5B23EF51AD}" type="slidenum">
              <a:rPr lang="zh-CN" altLang="en-US"/>
              <a:pPr>
                <a:defRPr/>
              </a:pPr>
              <a:t>‹#›</a:t>
            </a:fld>
            <a:endParaRPr lang="en-US" altLang="zh-CN"/>
          </a:p>
        </p:txBody>
      </p:sp>
    </p:spTree>
    <p:extLst>
      <p:ext uri="{BB962C8B-B14F-4D97-AF65-F5344CB8AC3E}">
        <p14:creationId xmlns:p14="http://schemas.microsoft.com/office/powerpoint/2010/main" val="3926127880"/>
      </p:ext>
    </p:extLst>
  </p:cSld>
  <p:clrMapOvr>
    <a:masterClrMapping/>
  </p:clrMapOvr>
  <p:transition spd="slow"/>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p:cNvSpPr>
            <a:spLocks noGrp="1" noChangeArrowheads="1"/>
          </p:cNvSpPr>
          <p:nvPr>
            <p:ph type="dt" sz="half" idx="10"/>
          </p:nvPr>
        </p:nvSpPr>
        <p:spPr>
          <a:ln/>
        </p:spPr>
        <p:txBody>
          <a:bodyPr/>
          <a:lstStyle>
            <a:lvl1pPr>
              <a:defRPr/>
            </a:lvl1pPr>
          </a:lstStyle>
          <a:p>
            <a:pPr>
              <a:defRPr/>
            </a:pPr>
            <a:fld id="{E21C37B2-0763-4FFF-8F94-BD17965177A9}" type="datetime11">
              <a:rPr lang="zh-CN" altLang="en-US"/>
              <a:pPr>
                <a:defRPr/>
              </a:pPr>
              <a:t>09:53:08</a:t>
            </a:fld>
            <a:endParaRPr lang="en-US" altLang="zh-CN"/>
          </a:p>
        </p:txBody>
      </p:sp>
      <p:sp>
        <p:nvSpPr>
          <p:cNvPr id="4"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p:cNvSpPr>
            <a:spLocks noGrp="1" noChangeArrowheads="1"/>
          </p:cNvSpPr>
          <p:nvPr>
            <p:ph type="sldNum" sz="quarter" idx="12"/>
          </p:nvPr>
        </p:nvSpPr>
        <p:spPr>
          <a:ln/>
        </p:spPr>
        <p:txBody>
          <a:bodyPr/>
          <a:lstStyle>
            <a:lvl1pPr>
              <a:defRPr/>
            </a:lvl1pPr>
          </a:lstStyle>
          <a:p>
            <a:pPr>
              <a:defRPr/>
            </a:pPr>
            <a:fld id="{4B368C31-29A3-4527-8F7A-8CACDA1A6D7D}" type="slidenum">
              <a:rPr lang="zh-CN" altLang="en-US"/>
              <a:pPr>
                <a:defRPr/>
              </a:pPr>
              <a:t>‹#›</a:t>
            </a:fld>
            <a:endParaRPr lang="en-US" altLang="zh-CN"/>
          </a:p>
        </p:txBody>
      </p:sp>
    </p:spTree>
    <p:extLst>
      <p:ext uri="{BB962C8B-B14F-4D97-AF65-F5344CB8AC3E}">
        <p14:creationId xmlns:p14="http://schemas.microsoft.com/office/powerpoint/2010/main" val="3031794237"/>
      </p:ext>
    </p:extLst>
  </p:cSld>
  <p:clrMapOvr>
    <a:masterClrMapping/>
  </p:clrMapOvr>
  <p:transition spd="slow"/>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fld id="{60BD1CAF-A95B-411B-801E-9DE41F115003}" type="datetime11">
              <a:rPr lang="zh-CN" altLang="en-US"/>
              <a:pPr>
                <a:defRPr/>
              </a:pPr>
              <a:t>09:53:08</a:t>
            </a:fld>
            <a:endParaRPr lang="en-US" altLang="zh-CN"/>
          </a:p>
        </p:txBody>
      </p:sp>
      <p:sp>
        <p:nvSpPr>
          <p:cNvPr id="3"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6"/>
          <p:cNvSpPr>
            <a:spLocks noGrp="1" noChangeArrowheads="1"/>
          </p:cNvSpPr>
          <p:nvPr>
            <p:ph type="sldNum" sz="quarter" idx="12"/>
          </p:nvPr>
        </p:nvSpPr>
        <p:spPr>
          <a:ln/>
        </p:spPr>
        <p:txBody>
          <a:bodyPr/>
          <a:lstStyle>
            <a:lvl1pPr>
              <a:defRPr/>
            </a:lvl1pPr>
          </a:lstStyle>
          <a:p>
            <a:pPr>
              <a:defRPr/>
            </a:pPr>
            <a:fld id="{59166B0C-83DD-47F7-876D-3FE6C12FD5C4}" type="slidenum">
              <a:rPr lang="zh-CN" altLang="en-US"/>
              <a:pPr>
                <a:defRPr/>
              </a:pPr>
              <a:t>‹#›</a:t>
            </a:fld>
            <a:endParaRPr lang="en-US" altLang="zh-CN"/>
          </a:p>
        </p:txBody>
      </p:sp>
    </p:spTree>
    <p:extLst>
      <p:ext uri="{BB962C8B-B14F-4D97-AF65-F5344CB8AC3E}">
        <p14:creationId xmlns:p14="http://schemas.microsoft.com/office/powerpoint/2010/main" val="3980165927"/>
      </p:ext>
    </p:extLst>
  </p:cSld>
  <p:clrMapOvr>
    <a:masterClrMapping/>
  </p:clrMapOvr>
  <p:transition spd="slow"/>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fld id="{200B5E4B-3A37-4874-BA9C-D1B223DD59F9}" type="datetime11">
              <a:rPr lang="zh-CN" altLang="en-US"/>
              <a:pPr>
                <a:defRPr/>
              </a:pPr>
              <a:t>09:53:08</a:t>
            </a:fld>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16965642-55A3-439F-9953-D9F90829907D}" type="slidenum">
              <a:rPr lang="zh-CN" altLang="en-US"/>
              <a:pPr>
                <a:defRPr/>
              </a:pPr>
              <a:t>‹#›</a:t>
            </a:fld>
            <a:endParaRPr lang="en-US" altLang="zh-CN"/>
          </a:p>
        </p:txBody>
      </p:sp>
    </p:spTree>
    <p:extLst>
      <p:ext uri="{BB962C8B-B14F-4D97-AF65-F5344CB8AC3E}">
        <p14:creationId xmlns:p14="http://schemas.microsoft.com/office/powerpoint/2010/main" val="2326530808"/>
      </p:ext>
    </p:extLst>
  </p:cSld>
  <p:clrMapOvr>
    <a:masterClrMapping/>
  </p:clrMapOvr>
  <p:transition spd="slow"/>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fld id="{75075935-A541-47CD-A96D-948F01F8B78E}" type="datetime11">
              <a:rPr lang="zh-CN" altLang="en-US"/>
              <a:pPr>
                <a:defRPr/>
              </a:pPr>
              <a:t>09:53:08</a:t>
            </a:fld>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A5E9B306-FD6F-4F8F-BA01-ACA313B85665}" type="slidenum">
              <a:rPr lang="zh-CN" altLang="en-US"/>
              <a:pPr>
                <a:defRPr/>
              </a:pPr>
              <a:t>‹#›</a:t>
            </a:fld>
            <a:endParaRPr lang="en-US" altLang="zh-CN"/>
          </a:p>
        </p:txBody>
      </p:sp>
    </p:spTree>
    <p:extLst>
      <p:ext uri="{BB962C8B-B14F-4D97-AF65-F5344CB8AC3E}">
        <p14:creationId xmlns:p14="http://schemas.microsoft.com/office/powerpoint/2010/main" val="3493113339"/>
      </p:ext>
    </p:extLst>
  </p:cSld>
  <p:clrMapOvr>
    <a:masterClrMapping/>
  </p:clrMapOvr>
  <p:transition spd="slow"/>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fld id="{7C85DB9B-5897-4D90-B4EA-AA8CB4EFFD5E}" type="datetime11">
              <a:rPr lang="zh-CN" altLang="en-US"/>
              <a:pPr>
                <a:defRPr/>
              </a:pPr>
              <a:t>09:53:08</a:t>
            </a:fld>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BD6B97DA-7A80-4507-8BF0-1D94D943554F}" type="slidenum">
              <a:rPr lang="zh-CN" altLang="en-US"/>
              <a:pPr>
                <a:defRPr/>
              </a:pPr>
              <a:t>‹#›</a:t>
            </a:fld>
            <a:endParaRPr lang="en-US" altLang="zh-CN"/>
          </a:p>
        </p:txBody>
      </p:sp>
    </p:spTree>
    <p:extLst>
      <p:ext uri="{BB962C8B-B14F-4D97-AF65-F5344CB8AC3E}">
        <p14:creationId xmlns:p14="http://schemas.microsoft.com/office/powerpoint/2010/main" val="2447502317"/>
      </p:ext>
    </p:extLst>
  </p:cSld>
  <p:clrMapOvr>
    <a:masterClrMapping/>
  </p:clrMapOvr>
  <p:transition spd="slow"/>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fld id="{A0B666FA-FB76-4584-8E60-7FC726DDB809}" type="datetime11">
              <a:rPr lang="zh-CN" altLang="en-US"/>
              <a:pPr>
                <a:defRPr/>
              </a:pPr>
              <a:t>09:53:08</a:t>
            </a:fld>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F268F3B2-CE31-4A74-839D-196B77FDD7D5}" type="slidenum">
              <a:rPr lang="zh-CN" altLang="en-US"/>
              <a:pPr>
                <a:defRPr/>
              </a:pPr>
              <a:t>‹#›</a:t>
            </a:fld>
            <a:endParaRPr lang="en-US" altLang="zh-CN"/>
          </a:p>
        </p:txBody>
      </p:sp>
    </p:spTree>
    <p:extLst>
      <p:ext uri="{BB962C8B-B14F-4D97-AF65-F5344CB8AC3E}">
        <p14:creationId xmlns:p14="http://schemas.microsoft.com/office/powerpoint/2010/main" val="1853971716"/>
      </p:ext>
    </p:extLst>
  </p:cSld>
  <p:clrMapOvr>
    <a:masterClrMapping/>
  </p:clrMapOvr>
  <p:transition spd="slow"/>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Rectangle 4"/>
          <p:cNvSpPr>
            <a:spLocks noGrp="1" noChangeArrowheads="1"/>
          </p:cNvSpPr>
          <p:nvPr>
            <p:ph type="dt" sz="half" idx="10"/>
          </p:nvPr>
        </p:nvSpPr>
        <p:spPr>
          <a:ln/>
        </p:spPr>
        <p:txBody>
          <a:bodyPr/>
          <a:lstStyle>
            <a:lvl1pPr>
              <a:defRPr/>
            </a:lvl1pPr>
          </a:lstStyle>
          <a:p>
            <a:pPr>
              <a:defRPr/>
            </a:pPr>
            <a:fld id="{763B8FA5-D98A-429B-ACBF-6618A6B480B9}" type="datetime11">
              <a:rPr lang="zh-CN" altLang="en-US"/>
              <a:pPr>
                <a:defRPr/>
              </a:pPr>
              <a:t>09:53:08</a:t>
            </a:fld>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0400B28E-49BC-4BF3-973C-968CC32CB19E}" type="slidenum">
              <a:rPr lang="zh-CN" altLang="en-US"/>
              <a:pPr>
                <a:defRPr/>
              </a:pPr>
              <a:t>‹#›</a:t>
            </a:fld>
            <a:endParaRPr lang="en-US" altLang="zh-CN"/>
          </a:p>
        </p:txBody>
      </p:sp>
    </p:spTree>
    <p:extLst>
      <p:ext uri="{BB962C8B-B14F-4D97-AF65-F5344CB8AC3E}">
        <p14:creationId xmlns:p14="http://schemas.microsoft.com/office/powerpoint/2010/main" val="1041034352"/>
      </p:ext>
    </p:extLst>
  </p:cSld>
  <p:clrMapOvr>
    <a:masterClrMapping/>
  </p:clrMapOvr>
  <p:transition spd="slow"/>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fld id="{53E888CB-2F0B-439B-A5B0-CACCEF916349}" type="datetime11">
              <a:rPr lang="zh-CN" altLang="en-US"/>
              <a:pPr>
                <a:defRPr/>
              </a:pPr>
              <a:t>09:53:08</a:t>
            </a:fld>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47BDD139-2B68-4D07-B5EA-41827FAB947A}" type="slidenum">
              <a:rPr lang="zh-CN" altLang="en-US"/>
              <a:pPr>
                <a:defRPr/>
              </a:pPr>
              <a:t>‹#›</a:t>
            </a:fld>
            <a:endParaRPr lang="en-US" altLang="zh-CN"/>
          </a:p>
        </p:txBody>
      </p:sp>
    </p:spTree>
    <p:extLst>
      <p:ext uri="{BB962C8B-B14F-4D97-AF65-F5344CB8AC3E}">
        <p14:creationId xmlns:p14="http://schemas.microsoft.com/office/powerpoint/2010/main" val="2426492755"/>
      </p:ext>
    </p:extLst>
  </p:cSld>
  <p:clrMapOvr>
    <a:masterClrMapping/>
  </p:clrMapOvr>
  <p:transition spd="slow"/>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4"/>
          <p:cNvSpPr>
            <a:spLocks noGrp="1" noChangeArrowheads="1"/>
          </p:cNvSpPr>
          <p:nvPr>
            <p:ph type="dt" sz="half" idx="10"/>
          </p:nvPr>
        </p:nvSpPr>
        <p:spPr>
          <a:ln/>
        </p:spPr>
        <p:txBody>
          <a:bodyPr/>
          <a:lstStyle>
            <a:lvl1pPr>
              <a:defRPr/>
            </a:lvl1pPr>
          </a:lstStyle>
          <a:p>
            <a:pPr>
              <a:defRPr/>
            </a:pPr>
            <a:fld id="{7906A7A4-4CDA-4649-8F38-5EB097E3C060}" type="datetime11">
              <a:rPr lang="zh-CN" altLang="en-US"/>
              <a:pPr>
                <a:defRPr/>
              </a:pPr>
              <a:t>09:53:08</a:t>
            </a:fld>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C46E43C9-4C30-4237-9423-512B0F30EB7D}" type="slidenum">
              <a:rPr lang="zh-CN" altLang="en-US"/>
              <a:pPr>
                <a:defRPr/>
              </a:pPr>
              <a:t>‹#›</a:t>
            </a:fld>
            <a:endParaRPr lang="en-US" altLang="zh-CN"/>
          </a:p>
        </p:txBody>
      </p:sp>
    </p:spTree>
    <p:extLst>
      <p:ext uri="{BB962C8B-B14F-4D97-AF65-F5344CB8AC3E}">
        <p14:creationId xmlns:p14="http://schemas.microsoft.com/office/powerpoint/2010/main" val="1203791075"/>
      </p:ext>
    </p:extLst>
  </p:cSld>
  <p:clrMapOvr>
    <a:masterClrMapping/>
  </p:clrMapOvr>
  <p:transition spd="slow"/>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p:cNvSpPr>
            <a:spLocks noGrp="1" noChangeArrowheads="1"/>
          </p:cNvSpPr>
          <p:nvPr>
            <p:ph type="dt" sz="half" idx="10"/>
          </p:nvPr>
        </p:nvSpPr>
        <p:spPr>
          <a:ln/>
        </p:spPr>
        <p:txBody>
          <a:bodyPr/>
          <a:lstStyle>
            <a:lvl1pPr>
              <a:defRPr/>
            </a:lvl1pPr>
          </a:lstStyle>
          <a:p>
            <a:pPr>
              <a:defRPr/>
            </a:pPr>
            <a:fld id="{CF925593-2A36-4660-A730-9EA08F722C30}" type="datetime11">
              <a:rPr lang="zh-CN" altLang="en-US"/>
              <a:pPr>
                <a:defRPr/>
              </a:pPr>
              <a:t>09:53:08</a:t>
            </a:fld>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DC93149A-60DD-4C0F-B341-331EF328BC3C}" type="slidenum">
              <a:rPr lang="zh-CN" altLang="en-US"/>
              <a:pPr>
                <a:defRPr/>
              </a:pPr>
              <a:t>‹#›</a:t>
            </a:fld>
            <a:endParaRPr lang="en-US" altLang="zh-CN"/>
          </a:p>
        </p:txBody>
      </p:sp>
    </p:spTree>
    <p:extLst>
      <p:ext uri="{BB962C8B-B14F-4D97-AF65-F5344CB8AC3E}">
        <p14:creationId xmlns:p14="http://schemas.microsoft.com/office/powerpoint/2010/main" val="1022811472"/>
      </p:ext>
    </p:extLst>
  </p:cSld>
  <p:clrMapOvr>
    <a:masterClrMapping/>
  </p:clrMapOvr>
  <p:transition spd="slow"/>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p:cNvSpPr>
            <a:spLocks noGrp="1" noChangeArrowheads="1"/>
          </p:cNvSpPr>
          <p:nvPr>
            <p:ph type="dt" sz="half" idx="10"/>
          </p:nvPr>
        </p:nvSpPr>
        <p:spPr>
          <a:ln/>
        </p:spPr>
        <p:txBody>
          <a:bodyPr/>
          <a:lstStyle>
            <a:lvl1pPr>
              <a:defRPr/>
            </a:lvl1pPr>
          </a:lstStyle>
          <a:p>
            <a:pPr>
              <a:defRPr/>
            </a:pPr>
            <a:fld id="{B88A881D-EB9F-4613-BD27-E8675B4490F3}" type="datetime11">
              <a:rPr lang="zh-CN" altLang="en-US"/>
              <a:pPr>
                <a:defRPr/>
              </a:pPr>
              <a:t>09:53:08</a:t>
            </a:fld>
            <a:endParaRPr lang="en-US" altLang="zh-CN"/>
          </a:p>
        </p:txBody>
      </p:sp>
      <p:sp>
        <p:nvSpPr>
          <p:cNvPr id="8"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6"/>
          <p:cNvSpPr>
            <a:spLocks noGrp="1" noChangeArrowheads="1"/>
          </p:cNvSpPr>
          <p:nvPr>
            <p:ph type="sldNum" sz="quarter" idx="12"/>
          </p:nvPr>
        </p:nvSpPr>
        <p:spPr>
          <a:ln/>
        </p:spPr>
        <p:txBody>
          <a:bodyPr/>
          <a:lstStyle>
            <a:lvl1pPr>
              <a:defRPr/>
            </a:lvl1pPr>
          </a:lstStyle>
          <a:p>
            <a:pPr>
              <a:defRPr/>
            </a:pPr>
            <a:fld id="{E2E99E14-DCA9-40FD-9093-9DB791BA34BA}" type="slidenum">
              <a:rPr lang="zh-CN" altLang="en-US"/>
              <a:pPr>
                <a:defRPr/>
              </a:pPr>
              <a:t>‹#›</a:t>
            </a:fld>
            <a:endParaRPr lang="en-US" altLang="zh-CN"/>
          </a:p>
        </p:txBody>
      </p:sp>
    </p:spTree>
    <p:extLst>
      <p:ext uri="{BB962C8B-B14F-4D97-AF65-F5344CB8AC3E}">
        <p14:creationId xmlns:p14="http://schemas.microsoft.com/office/powerpoint/2010/main" val="4098884981"/>
      </p:ext>
    </p:extLst>
  </p:cSld>
  <p:clrMapOvr>
    <a:masterClrMapping/>
  </p:clrMapOvr>
  <p:transition spd="slow"/>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p:cNvSpPr>
            <a:spLocks noGrp="1" noChangeArrowheads="1"/>
          </p:cNvSpPr>
          <p:nvPr>
            <p:ph type="dt" sz="half" idx="10"/>
          </p:nvPr>
        </p:nvSpPr>
        <p:spPr>
          <a:ln/>
        </p:spPr>
        <p:txBody>
          <a:bodyPr/>
          <a:lstStyle>
            <a:lvl1pPr>
              <a:defRPr/>
            </a:lvl1pPr>
          </a:lstStyle>
          <a:p>
            <a:pPr>
              <a:defRPr/>
            </a:pPr>
            <a:fld id="{DCFC2575-38D6-46B1-9443-F97BAA3907DC}" type="datetime11">
              <a:rPr lang="zh-CN" altLang="en-US"/>
              <a:pPr>
                <a:defRPr/>
              </a:pPr>
              <a:t>09:53:08</a:t>
            </a:fld>
            <a:endParaRPr lang="en-US" altLang="zh-CN"/>
          </a:p>
        </p:txBody>
      </p:sp>
      <p:sp>
        <p:nvSpPr>
          <p:cNvPr id="4"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p:cNvSpPr>
            <a:spLocks noGrp="1" noChangeArrowheads="1"/>
          </p:cNvSpPr>
          <p:nvPr>
            <p:ph type="sldNum" sz="quarter" idx="12"/>
          </p:nvPr>
        </p:nvSpPr>
        <p:spPr>
          <a:ln/>
        </p:spPr>
        <p:txBody>
          <a:bodyPr/>
          <a:lstStyle>
            <a:lvl1pPr>
              <a:defRPr/>
            </a:lvl1pPr>
          </a:lstStyle>
          <a:p>
            <a:pPr>
              <a:defRPr/>
            </a:pPr>
            <a:fld id="{E328459B-1BA8-4CCA-B796-A3D9E4F3749E}" type="slidenum">
              <a:rPr lang="zh-CN" altLang="en-US"/>
              <a:pPr>
                <a:defRPr/>
              </a:pPr>
              <a:t>‹#›</a:t>
            </a:fld>
            <a:endParaRPr lang="en-US" altLang="zh-CN"/>
          </a:p>
        </p:txBody>
      </p:sp>
    </p:spTree>
    <p:extLst>
      <p:ext uri="{BB962C8B-B14F-4D97-AF65-F5344CB8AC3E}">
        <p14:creationId xmlns:p14="http://schemas.microsoft.com/office/powerpoint/2010/main" val="4149668639"/>
      </p:ext>
    </p:extLst>
  </p:cSld>
  <p:clrMapOvr>
    <a:masterClrMapping/>
  </p:clrMapOvr>
  <p:transition spd="slow"/>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fld id="{2A0CDEEC-DCA0-48CE-A8B6-64082EC30EAD}" type="datetime11">
              <a:rPr lang="zh-CN" altLang="en-US"/>
              <a:pPr>
                <a:defRPr/>
              </a:pPr>
              <a:t>09:53:08</a:t>
            </a:fld>
            <a:endParaRPr lang="en-US" altLang="zh-CN"/>
          </a:p>
        </p:txBody>
      </p:sp>
      <p:sp>
        <p:nvSpPr>
          <p:cNvPr id="3"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6"/>
          <p:cNvSpPr>
            <a:spLocks noGrp="1" noChangeArrowheads="1"/>
          </p:cNvSpPr>
          <p:nvPr>
            <p:ph type="sldNum" sz="quarter" idx="12"/>
          </p:nvPr>
        </p:nvSpPr>
        <p:spPr>
          <a:ln/>
        </p:spPr>
        <p:txBody>
          <a:bodyPr/>
          <a:lstStyle>
            <a:lvl1pPr>
              <a:defRPr/>
            </a:lvl1pPr>
          </a:lstStyle>
          <a:p>
            <a:pPr>
              <a:defRPr/>
            </a:pPr>
            <a:fld id="{0925070B-F31E-464E-A2E7-F3B4205E821C}" type="slidenum">
              <a:rPr lang="zh-CN" altLang="en-US"/>
              <a:pPr>
                <a:defRPr/>
              </a:pPr>
              <a:t>‹#›</a:t>
            </a:fld>
            <a:endParaRPr lang="en-US" altLang="zh-CN"/>
          </a:p>
        </p:txBody>
      </p:sp>
    </p:spTree>
    <p:extLst>
      <p:ext uri="{BB962C8B-B14F-4D97-AF65-F5344CB8AC3E}">
        <p14:creationId xmlns:p14="http://schemas.microsoft.com/office/powerpoint/2010/main" val="980811871"/>
      </p:ext>
    </p:extLst>
  </p:cSld>
  <p:clrMapOvr>
    <a:masterClrMapping/>
  </p:clrMapOvr>
  <p:transition spd="slow"/>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fld id="{A09F38BC-CAB2-400A-8E2D-5EFF47A122FE}" type="datetime11">
              <a:rPr lang="zh-CN" altLang="en-US"/>
              <a:pPr>
                <a:defRPr/>
              </a:pPr>
              <a:t>09:53:08</a:t>
            </a:fld>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0735B978-F942-430A-8FA6-9AB1B8DBA926}" type="slidenum">
              <a:rPr lang="zh-CN" altLang="en-US"/>
              <a:pPr>
                <a:defRPr/>
              </a:pPr>
              <a:t>‹#›</a:t>
            </a:fld>
            <a:endParaRPr lang="en-US" altLang="zh-CN"/>
          </a:p>
        </p:txBody>
      </p:sp>
    </p:spTree>
    <p:extLst>
      <p:ext uri="{BB962C8B-B14F-4D97-AF65-F5344CB8AC3E}">
        <p14:creationId xmlns:p14="http://schemas.microsoft.com/office/powerpoint/2010/main" val="951003634"/>
      </p:ext>
    </p:extLst>
  </p:cSld>
  <p:clrMapOvr>
    <a:masterClrMapping/>
  </p:clrMapOvr>
  <p:transition spd="slow"/>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fld id="{F3B780E7-C610-49C1-81BE-093D96248507}" type="datetime11">
              <a:rPr lang="zh-CN" altLang="en-US"/>
              <a:pPr>
                <a:defRPr/>
              </a:pPr>
              <a:t>09:53:08</a:t>
            </a:fld>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F14E0580-DE59-4BFE-AB64-23BA06E9453A}" type="slidenum">
              <a:rPr lang="zh-CN" altLang="en-US"/>
              <a:pPr>
                <a:defRPr/>
              </a:pPr>
              <a:t>‹#›</a:t>
            </a:fld>
            <a:endParaRPr lang="en-US" altLang="zh-CN"/>
          </a:p>
        </p:txBody>
      </p:sp>
    </p:spTree>
    <p:extLst>
      <p:ext uri="{BB962C8B-B14F-4D97-AF65-F5344CB8AC3E}">
        <p14:creationId xmlns:p14="http://schemas.microsoft.com/office/powerpoint/2010/main" val="2377399838"/>
      </p:ext>
    </p:extLst>
  </p:cSld>
  <p:clrMapOvr>
    <a:masterClrMapping/>
  </p:clrMapOvr>
  <p:transition spd="slow"/>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fld id="{6BD8D88B-F892-4852-B2FF-2D77A4BED99F}" type="datetime11">
              <a:rPr lang="zh-CN" altLang="en-US"/>
              <a:pPr>
                <a:defRPr/>
              </a:pPr>
              <a:t>09:53:08</a:t>
            </a:fld>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51173E66-8FA1-41C4-BF8C-19A1CF6C7865}" type="slidenum">
              <a:rPr lang="zh-CN" altLang="en-US"/>
              <a:pPr>
                <a:defRPr/>
              </a:pPr>
              <a:t>‹#›</a:t>
            </a:fld>
            <a:endParaRPr lang="en-US" altLang="zh-CN"/>
          </a:p>
        </p:txBody>
      </p:sp>
    </p:spTree>
    <p:extLst>
      <p:ext uri="{BB962C8B-B14F-4D97-AF65-F5344CB8AC3E}">
        <p14:creationId xmlns:p14="http://schemas.microsoft.com/office/powerpoint/2010/main" val="629430115"/>
      </p:ext>
    </p:extLst>
  </p:cSld>
  <p:clrMapOvr>
    <a:masterClrMapping/>
  </p:clrMapOvr>
  <p:transition spd="slow"/>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fld id="{302115DA-E0A1-4C48-B071-E1F0579EDE2D}" type="datetime11">
              <a:rPr lang="zh-CN" altLang="en-US"/>
              <a:pPr>
                <a:defRPr/>
              </a:pPr>
              <a:t>09:53:08</a:t>
            </a:fld>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1FF4B305-86D1-47E6-91F8-E9D55F51C149}" type="slidenum">
              <a:rPr lang="zh-CN" altLang="en-US"/>
              <a:pPr>
                <a:defRPr/>
              </a:pPr>
              <a:t>‹#›</a:t>
            </a:fld>
            <a:endParaRPr lang="en-US" altLang="zh-CN"/>
          </a:p>
        </p:txBody>
      </p:sp>
    </p:spTree>
    <p:extLst>
      <p:ext uri="{BB962C8B-B14F-4D97-AF65-F5344CB8AC3E}">
        <p14:creationId xmlns:p14="http://schemas.microsoft.com/office/powerpoint/2010/main" val="2758045153"/>
      </p:ext>
    </p:extLst>
  </p:cSld>
  <p:clrMapOvr>
    <a:masterClrMapping/>
  </p:clrMapOvr>
  <p:transition spd="slow"/>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4" name="AutoShape 4"/>
          <p:cNvSpPr>
            <a:spLocks noChangeArrowheads="1"/>
          </p:cNvSpPr>
          <p:nvPr/>
        </p:nvSpPr>
        <p:spPr bwMode="auto">
          <a:xfrm>
            <a:off x="755650" y="1547813"/>
            <a:ext cx="7772400" cy="109537"/>
          </a:xfrm>
          <a:custGeom>
            <a:avLst/>
            <a:gdLst>
              <a:gd name="T0" fmla="*/ 0 w 1000"/>
              <a:gd name="T1" fmla="*/ 0 h 1000"/>
              <a:gd name="T2" fmla="*/ 2147483646 w 1000"/>
              <a:gd name="T3" fmla="*/ 0 h 1000"/>
              <a:gd name="T4" fmla="*/ 2147483646 w 1000"/>
              <a:gd name="T5" fmla="*/ 2147483646 h 1000"/>
              <a:gd name="T6" fmla="*/ 0 w 1000"/>
              <a:gd name="T7" fmla="*/ 2147483646 h 1000"/>
              <a:gd name="T8" fmla="*/ 0 w 1000"/>
              <a:gd name="T9" fmla="*/ 0 h 1000"/>
              <a:gd name="T10" fmla="*/ 2147483646 w 1000"/>
              <a:gd name="T11" fmla="*/ 0 h 10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00" h="1000" stroke="0">
                <a:moveTo>
                  <a:pt x="0" y="0"/>
                </a:moveTo>
                <a:lnTo>
                  <a:pt x="618" y="0"/>
                </a:lnTo>
                <a:lnTo>
                  <a:pt x="618" y="1000"/>
                </a:lnTo>
                <a:lnTo>
                  <a:pt x="0" y="1000"/>
                </a:lnTo>
                <a:lnTo>
                  <a:pt x="0" y="0"/>
                </a:lnTo>
                <a:close/>
              </a:path>
              <a:path w="1000" h="1000">
                <a:moveTo>
                  <a:pt x="0" y="0"/>
                </a:moveTo>
                <a:lnTo>
                  <a:pt x="1000" y="0"/>
                </a:lnTo>
              </a:path>
            </a:pathLst>
          </a:custGeom>
          <a:solidFill>
            <a:schemeClr val="accent2"/>
          </a:solidFill>
          <a:ln w="9525">
            <a:solidFill>
              <a:schemeClr val="accent2"/>
            </a:solidFill>
            <a:round/>
            <a:headEnd/>
            <a:tailEnd/>
          </a:ln>
        </p:spPr>
        <p:txBody>
          <a:bodyPr/>
          <a:lstStyle/>
          <a:p>
            <a:endParaRPr lang="zh-CN" altLang="en-US"/>
          </a:p>
        </p:txBody>
      </p:sp>
      <p:pic>
        <p:nvPicPr>
          <p:cNvPr id="5"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858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 Box 6"/>
          <p:cNvSpPr txBox="1">
            <a:spLocks noChangeArrowheads="1"/>
          </p:cNvSpPr>
          <p:nvPr/>
        </p:nvSpPr>
        <p:spPr bwMode="auto">
          <a:xfrm>
            <a:off x="2627313" y="260350"/>
            <a:ext cx="280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500">
                <a:solidFill>
                  <a:schemeClr val="bg1"/>
                </a:solidFill>
                <a:latin typeface="黑体" pitchFamily="49" charset="-122"/>
                <a:ea typeface="黑体" pitchFamily="49" charset="-122"/>
              </a:defRPr>
            </a:lvl1pPr>
            <a:lvl2pPr marL="742950" indent="-285750" eaLnBrk="0" hangingPunct="0">
              <a:defRPr sz="2500">
                <a:solidFill>
                  <a:schemeClr val="bg1"/>
                </a:solidFill>
                <a:latin typeface="黑体" pitchFamily="49" charset="-122"/>
                <a:ea typeface="黑体" pitchFamily="49" charset="-122"/>
              </a:defRPr>
            </a:lvl2pPr>
            <a:lvl3pPr marL="1143000" indent="-228600" eaLnBrk="0" hangingPunct="0">
              <a:defRPr sz="2500">
                <a:solidFill>
                  <a:schemeClr val="bg1"/>
                </a:solidFill>
                <a:latin typeface="黑体" pitchFamily="49" charset="-122"/>
                <a:ea typeface="黑体" pitchFamily="49" charset="-122"/>
              </a:defRPr>
            </a:lvl3pPr>
            <a:lvl4pPr marL="1600200" indent="-228600" eaLnBrk="0" hangingPunct="0">
              <a:defRPr sz="2500">
                <a:solidFill>
                  <a:schemeClr val="bg1"/>
                </a:solidFill>
                <a:latin typeface="黑体" pitchFamily="49" charset="-122"/>
                <a:ea typeface="黑体" pitchFamily="49" charset="-122"/>
              </a:defRPr>
            </a:lvl4pPr>
            <a:lvl5pPr marL="2057400" indent="-228600" eaLnBrk="0" hangingPunct="0">
              <a:defRPr sz="2500">
                <a:solidFill>
                  <a:schemeClr val="bg1"/>
                </a:solidFill>
                <a:latin typeface="黑体" pitchFamily="49" charset="-122"/>
                <a:ea typeface="黑体" pitchFamily="49" charset="-122"/>
              </a:defRPr>
            </a:lvl5pPr>
            <a:lvl6pPr marL="2514600" indent="-228600" algn="ctr" eaLnBrk="0" fontAlgn="base" hangingPunct="0">
              <a:spcBef>
                <a:spcPct val="0"/>
              </a:spcBef>
              <a:spcAft>
                <a:spcPct val="0"/>
              </a:spcAft>
              <a:defRPr sz="2500">
                <a:solidFill>
                  <a:schemeClr val="bg1"/>
                </a:solidFill>
                <a:latin typeface="黑体" pitchFamily="49" charset="-122"/>
                <a:ea typeface="黑体" pitchFamily="49" charset="-122"/>
              </a:defRPr>
            </a:lvl6pPr>
            <a:lvl7pPr marL="2971800" indent="-228600" algn="ctr" eaLnBrk="0" fontAlgn="base" hangingPunct="0">
              <a:spcBef>
                <a:spcPct val="0"/>
              </a:spcBef>
              <a:spcAft>
                <a:spcPct val="0"/>
              </a:spcAft>
              <a:defRPr sz="2500">
                <a:solidFill>
                  <a:schemeClr val="bg1"/>
                </a:solidFill>
                <a:latin typeface="黑体" pitchFamily="49" charset="-122"/>
                <a:ea typeface="黑体" pitchFamily="49" charset="-122"/>
              </a:defRPr>
            </a:lvl7pPr>
            <a:lvl8pPr marL="3429000" indent="-228600" algn="ctr" eaLnBrk="0" fontAlgn="base" hangingPunct="0">
              <a:spcBef>
                <a:spcPct val="0"/>
              </a:spcBef>
              <a:spcAft>
                <a:spcPct val="0"/>
              </a:spcAft>
              <a:defRPr sz="2500">
                <a:solidFill>
                  <a:schemeClr val="bg1"/>
                </a:solidFill>
                <a:latin typeface="黑体" pitchFamily="49" charset="-122"/>
                <a:ea typeface="黑体" pitchFamily="49" charset="-122"/>
              </a:defRPr>
            </a:lvl8pPr>
            <a:lvl9pPr marL="3886200" indent="-228600" algn="ctr" eaLnBrk="0" fontAlgn="base" hangingPunct="0">
              <a:spcBef>
                <a:spcPct val="0"/>
              </a:spcBef>
              <a:spcAft>
                <a:spcPct val="0"/>
              </a:spcAft>
              <a:defRPr sz="2500">
                <a:solidFill>
                  <a:schemeClr val="bg1"/>
                </a:solidFill>
                <a:latin typeface="黑体" pitchFamily="49" charset="-122"/>
                <a:ea typeface="黑体" pitchFamily="49" charset="-122"/>
              </a:defRPr>
            </a:lvl9pPr>
          </a:lstStyle>
          <a:p>
            <a:pPr eaLnBrk="1" hangingPunct="1">
              <a:spcBef>
                <a:spcPct val="50000"/>
              </a:spcBef>
              <a:defRPr/>
            </a:pPr>
            <a:r>
              <a:rPr lang="zh-CN" altLang="en-US" sz="2400" b="1" dirty="0">
                <a:solidFill>
                  <a:srgbClr val="F7F7F7"/>
                </a:solidFill>
                <a:latin typeface="Verdana" pitchFamily="34" charset="0"/>
                <a:ea typeface="楷体_GB2312" pitchFamily="49" charset="-122"/>
              </a:rPr>
              <a:t>计算机与软件学院</a:t>
            </a:r>
          </a:p>
        </p:txBody>
      </p:sp>
      <p:pic>
        <p:nvPicPr>
          <p:cNvPr id="8" name="Picture 8" descr="邓体字徽（白色透明）"/>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79388" y="0"/>
            <a:ext cx="2232025" cy="795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30114" name="Rectangle 2"/>
          <p:cNvSpPr>
            <a:spLocks noGrp="1" noChangeArrowheads="1"/>
          </p:cNvSpPr>
          <p:nvPr>
            <p:ph type="ctrTitle"/>
          </p:nvPr>
        </p:nvSpPr>
        <p:spPr>
          <a:xfrm>
            <a:off x="685800" y="990600"/>
            <a:ext cx="7772400" cy="1371600"/>
          </a:xfrm>
        </p:spPr>
        <p:txBody>
          <a:bodyPr/>
          <a:lstStyle>
            <a:lvl1pPr>
              <a:defRPr/>
            </a:lvl1pPr>
          </a:lstStyle>
          <a:p>
            <a:pPr lvl="0"/>
            <a:r>
              <a:rPr lang="zh-CN" altLang="en-US" noProof="0"/>
              <a:t>单击此处编辑母版标题样式</a:t>
            </a:r>
          </a:p>
        </p:txBody>
      </p:sp>
      <p:sp>
        <p:nvSpPr>
          <p:cNvPr id="730115" name="Rectangle 3"/>
          <p:cNvSpPr>
            <a:spLocks noGrp="1" noChangeArrowheads="1"/>
          </p:cNvSpPr>
          <p:nvPr>
            <p:ph type="subTitle" idx="1"/>
          </p:nvPr>
        </p:nvSpPr>
        <p:spPr>
          <a:xfrm>
            <a:off x="1447800" y="3429000"/>
            <a:ext cx="7010400" cy="1600200"/>
          </a:xfrm>
        </p:spPr>
        <p:txBody>
          <a:bodyPr/>
          <a:lstStyle>
            <a:lvl1pPr marL="0" indent="0" algn="ctr">
              <a:buFont typeface="Wingdings" pitchFamily="2" charset="2"/>
              <a:buNone/>
              <a:defRPr/>
            </a:lvl1pPr>
          </a:lstStyle>
          <a:p>
            <a:pPr lvl="0"/>
            <a:r>
              <a:rPr lang="zh-CN" altLang="en-US" noProof="0"/>
              <a:t>单击此处编辑母版副标题样式</a:t>
            </a:r>
          </a:p>
        </p:txBody>
      </p:sp>
    </p:spTree>
    <p:extLst>
      <p:ext uri="{BB962C8B-B14F-4D97-AF65-F5344CB8AC3E}">
        <p14:creationId xmlns:p14="http://schemas.microsoft.com/office/powerpoint/2010/main" val="250658417"/>
      </p:ext>
    </p:extLst>
  </p:cSld>
  <p:clrMapOvr>
    <a:masterClrMapping/>
  </p:clrMapOvr>
  <p:transition spd="slow"/>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2521226060"/>
      </p:ext>
    </p:extLst>
  </p:cSld>
  <p:clrMapOvr>
    <a:masterClrMapping/>
  </p:clrMapOvr>
  <p:transition spd="slow"/>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Tree>
    <p:extLst>
      <p:ext uri="{BB962C8B-B14F-4D97-AF65-F5344CB8AC3E}">
        <p14:creationId xmlns:p14="http://schemas.microsoft.com/office/powerpoint/2010/main" val="3971388053"/>
      </p:ext>
    </p:extLst>
  </p:cSld>
  <p:clrMapOvr>
    <a:masterClrMapping/>
  </p:clrMapOvr>
  <p:transition spd="slow"/>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566738" y="1752600"/>
            <a:ext cx="3924300" cy="4267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3438" y="1752600"/>
            <a:ext cx="3924300" cy="4267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04321773"/>
      </p:ext>
    </p:extLst>
  </p:cSld>
  <p:clrMapOvr>
    <a:masterClrMapping/>
  </p:clrMapOvr>
  <p:transition spd="slow"/>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847403001"/>
      </p:ext>
    </p:extLst>
  </p:cSld>
  <p:clrMapOvr>
    <a:masterClrMapping/>
  </p:clrMapOvr>
  <p:transition spd="slow"/>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Tree>
    <p:extLst>
      <p:ext uri="{BB962C8B-B14F-4D97-AF65-F5344CB8AC3E}">
        <p14:creationId xmlns:p14="http://schemas.microsoft.com/office/powerpoint/2010/main" val="2246268682"/>
      </p:ext>
    </p:extLst>
  </p:cSld>
  <p:clrMapOvr>
    <a:masterClrMapping/>
  </p:clrMapOvr>
  <p:transition spd="slow"/>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2430098233"/>
      </p:ext>
    </p:extLst>
  </p:cSld>
  <p:clrMapOvr>
    <a:masterClrMapping/>
  </p:clrMapOvr>
  <p:transition spd="slow"/>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2006225566"/>
      </p:ext>
    </p:extLst>
  </p:cSld>
  <p:clrMapOvr>
    <a:masterClrMapping/>
  </p:clrMapOvr>
  <p:transition spd="slow"/>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1591642796"/>
      </p:ext>
    </p:extLst>
  </p:cSld>
  <p:clrMapOvr>
    <a:masterClrMapping/>
  </p:clrMapOvr>
  <p:transition spd="slow"/>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455720250"/>
      </p:ext>
    </p:extLst>
  </p:cSld>
  <p:clrMapOvr>
    <a:masterClrMapping/>
  </p:clrMapOvr>
  <p:transition spd="slow"/>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73838" y="304800"/>
            <a:ext cx="2001837" cy="57150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566738" y="304800"/>
            <a:ext cx="5854700" cy="57150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058994538"/>
      </p:ext>
    </p:extLst>
  </p:cSld>
  <p:clrMapOvr>
    <a:masterClrMapping/>
  </p:clrMapOvr>
  <p:transition spd="slow"/>
</p:sldLayout>
</file>

<file path=ppt/slideLayouts/slideLayout34.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574675" y="304800"/>
            <a:ext cx="8001000" cy="1216025"/>
          </a:xfrm>
        </p:spPr>
        <p:txBody>
          <a:bodyPr/>
          <a:lstStyle/>
          <a:p>
            <a:r>
              <a:rPr lang="zh-CN" altLang="en-US"/>
              <a:t>单击此处编辑母版标题样式</a:t>
            </a:r>
          </a:p>
        </p:txBody>
      </p:sp>
      <p:sp>
        <p:nvSpPr>
          <p:cNvPr id="3" name="文本占位符 2"/>
          <p:cNvSpPr>
            <a:spLocks noGrp="1"/>
          </p:cNvSpPr>
          <p:nvPr>
            <p:ph type="body" sz="half" idx="1"/>
          </p:nvPr>
        </p:nvSpPr>
        <p:spPr>
          <a:xfrm>
            <a:off x="566738" y="1752600"/>
            <a:ext cx="3924300" cy="42672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4643438" y="1752600"/>
            <a:ext cx="3924300" cy="20574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4643438" y="3962400"/>
            <a:ext cx="3924300" cy="20574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652834426"/>
      </p:ext>
    </p:extLst>
  </p:cSld>
  <p:clrMapOvr>
    <a:masterClrMapping/>
  </p:clrMapOvr>
  <p:transition spd="slow"/>
</p:sldLayout>
</file>

<file path=ppt/slideLayouts/slideLayout35.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566738" y="304800"/>
            <a:ext cx="8008937" cy="57150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783629269"/>
      </p:ext>
    </p:extLst>
  </p:cSld>
  <p:clrMapOvr>
    <a:masterClrMapping/>
  </p:clrMapOvr>
  <p:transition spd="slow"/>
</p:sldLayout>
</file>

<file path=ppt/slideLayouts/slideLayout36.xml><?xml version="1.0" encoding="utf-8"?>
<p:sldLayout xmlns:a="http://schemas.openxmlformats.org/drawingml/2006/main" xmlns:r="http://schemas.openxmlformats.org/officeDocument/2006/relationships" xmlns:p="http://schemas.openxmlformats.org/presentationml/2006/main" type="objAndTx" preserve="1">
  <p:cSld name="标题，内容与文本">
    <p:spTree>
      <p:nvGrpSpPr>
        <p:cNvPr id="1" name=""/>
        <p:cNvGrpSpPr/>
        <p:nvPr/>
      </p:nvGrpSpPr>
      <p:grpSpPr>
        <a:xfrm>
          <a:off x="0" y="0"/>
          <a:ext cx="0" cy="0"/>
          <a:chOff x="0" y="0"/>
          <a:chExt cx="0" cy="0"/>
        </a:xfrm>
      </p:grpSpPr>
      <p:sp>
        <p:nvSpPr>
          <p:cNvPr id="2" name="标题 1"/>
          <p:cNvSpPr>
            <a:spLocks noGrp="1"/>
          </p:cNvSpPr>
          <p:nvPr>
            <p:ph type="title"/>
          </p:nvPr>
        </p:nvSpPr>
        <p:spPr>
          <a:xfrm>
            <a:off x="574675" y="304800"/>
            <a:ext cx="8001000" cy="1216025"/>
          </a:xfrm>
        </p:spPr>
        <p:txBody>
          <a:bodyPr/>
          <a:lstStyle/>
          <a:p>
            <a:r>
              <a:rPr lang="zh-CN" altLang="en-US"/>
              <a:t>单击此处编辑母版标题样式</a:t>
            </a:r>
          </a:p>
        </p:txBody>
      </p:sp>
      <p:sp>
        <p:nvSpPr>
          <p:cNvPr id="3" name="内容占位符 2"/>
          <p:cNvSpPr>
            <a:spLocks noGrp="1"/>
          </p:cNvSpPr>
          <p:nvPr>
            <p:ph sz="half" idx="1"/>
          </p:nvPr>
        </p:nvSpPr>
        <p:spPr>
          <a:xfrm>
            <a:off x="566738" y="1752600"/>
            <a:ext cx="3924300" cy="42672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643438" y="1752600"/>
            <a:ext cx="3924300" cy="42672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2977489610"/>
      </p:ext>
    </p:extLst>
  </p:cSld>
  <p:clrMapOvr>
    <a:masterClrMapping/>
  </p:clrMapOvr>
  <p:transition spd="slow"/>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slideLayout" Target="../slideLayouts/slideLayout35.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slideLayout" Target="../slideLayouts/slideLayout34.xml"/><Relationship Id="rId17" Type="http://schemas.openxmlformats.org/officeDocument/2006/relationships/image" Target="../media/image2.png"/><Relationship Id="rId2" Type="http://schemas.openxmlformats.org/officeDocument/2006/relationships/slideLayout" Target="../slideLayouts/slideLayout24.xml"/><Relationship Id="rId16" Type="http://schemas.openxmlformats.org/officeDocument/2006/relationships/image" Target="../media/image1.png"/><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5" Type="http://schemas.openxmlformats.org/officeDocument/2006/relationships/theme" Target="../theme/theme3.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 Id="rId14" Type="http://schemas.openxmlformats.org/officeDocument/2006/relationships/slideLayout" Target="../slideLayouts/slideLayout3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4638"/>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7" name="Rectangle 3"/>
          <p:cNvSpPr>
            <a:spLocks noGrp="1" noChangeArrowheads="1"/>
          </p:cNvSpPr>
          <p:nvPr>
            <p:ph type="body" idx="1"/>
          </p:nvPr>
        </p:nvSpPr>
        <p:spPr bwMode="auto">
          <a:xfrm>
            <a:off x="457200" y="1600200"/>
            <a:ext cx="822960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221188" name="Rectangle 4"/>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eaLnBrk="1" hangingPunct="1">
              <a:defRPr kumimoji="1" sz="1400">
                <a:solidFill>
                  <a:schemeClr val="tx1"/>
                </a:solidFill>
                <a:latin typeface="Times New Roman" pitchFamily="18" charset="0"/>
                <a:ea typeface="+mn-ea"/>
              </a:defRPr>
            </a:lvl1pPr>
          </a:lstStyle>
          <a:p>
            <a:pPr>
              <a:defRPr/>
            </a:pPr>
            <a:fld id="{27DDBBC0-1497-4A2D-AF7D-3879F78E7517}" type="datetime11">
              <a:rPr lang="zh-CN" altLang="en-US"/>
              <a:pPr>
                <a:defRPr/>
              </a:pPr>
              <a:t>09:53:07</a:t>
            </a:fld>
            <a:endParaRPr lang="en-US" altLang="zh-CN"/>
          </a:p>
        </p:txBody>
      </p:sp>
      <p:sp>
        <p:nvSpPr>
          <p:cNvPr id="221189" name="Rectangle 5"/>
          <p:cNvSpPr>
            <a:spLocks noGrp="1" noChangeArrowheads="1"/>
          </p:cNvSpPr>
          <p:nvPr>
            <p:ph type="ftr" sz="quarter" idx="3"/>
          </p:nvPr>
        </p:nvSpPr>
        <p:spPr bwMode="auto">
          <a:xfrm>
            <a:off x="3124200" y="6245225"/>
            <a:ext cx="2895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eaLnBrk="1" hangingPunct="1">
              <a:defRPr kumimoji="1" sz="1400">
                <a:solidFill>
                  <a:schemeClr val="tx1"/>
                </a:solidFill>
                <a:latin typeface="Times New Roman" pitchFamily="18" charset="0"/>
                <a:ea typeface="+mn-ea"/>
              </a:defRPr>
            </a:lvl1pPr>
          </a:lstStyle>
          <a:p>
            <a:pPr>
              <a:defRPr/>
            </a:pPr>
            <a:endParaRPr lang="en-US" altLang="zh-CN"/>
          </a:p>
        </p:txBody>
      </p:sp>
      <p:sp>
        <p:nvSpPr>
          <p:cNvPr id="221190" name="Rectangle 6"/>
          <p:cNvSpPr>
            <a:spLocks noGrp="1" noChangeArrowheads="1"/>
          </p:cNvSpPr>
          <p:nvPr>
            <p:ph type="sldNum" sz="quarter" idx="4"/>
          </p:nvPr>
        </p:nvSpPr>
        <p:spPr bwMode="auto">
          <a:xfrm>
            <a:off x="6553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kumimoji="1" sz="1400">
                <a:solidFill>
                  <a:schemeClr val="tx1"/>
                </a:solidFill>
                <a:latin typeface="Times New Roman" panose="02020603050405020304" pitchFamily="18" charset="0"/>
                <a:ea typeface="宋体" panose="02010600030101010101" pitchFamily="2" charset="-122"/>
              </a:defRPr>
            </a:lvl1pPr>
          </a:lstStyle>
          <a:p>
            <a:pPr>
              <a:defRPr/>
            </a:pPr>
            <a:fld id="{87BC8ADF-0443-44F5-90C2-191E8367BF15}" type="slidenum">
              <a:rPr lang="zh-CN" altLang="en-US"/>
              <a:pPr>
                <a:defRPr/>
              </a:pPr>
              <a:t>‹#›</a:t>
            </a:fld>
            <a:endParaRPr lang="en-US" altLang="zh-CN"/>
          </a:p>
        </p:txBody>
      </p:sp>
    </p:spTree>
  </p:cSld>
  <p:clrMap bg1="lt1" tx1="dk1" bg2="lt2" tx2="dk2" accent1="accent1" accent2="accent2" accent3="accent3" accent4="accent4" accent5="accent5" accent6="accent6" hlink="hlink" folHlink="folHlink"/>
  <p:sldLayoutIdLst>
    <p:sldLayoutId id="2147484846" r:id="rId1"/>
    <p:sldLayoutId id="2147484847" r:id="rId2"/>
    <p:sldLayoutId id="2147484848" r:id="rId3"/>
    <p:sldLayoutId id="2147484849" r:id="rId4"/>
    <p:sldLayoutId id="2147484850" r:id="rId5"/>
    <p:sldLayoutId id="2147484851" r:id="rId6"/>
    <p:sldLayoutId id="2147484852" r:id="rId7"/>
    <p:sldLayoutId id="2147484853" r:id="rId8"/>
    <p:sldLayoutId id="2147484854" r:id="rId9"/>
    <p:sldLayoutId id="2147484855" r:id="rId10"/>
    <p:sldLayoutId id="2147484856" r:id="rId11"/>
  </p:sldLayoutIdLst>
  <p:transition spd="slow"/>
  <p:hf hdr="0" ftr="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ea typeface="宋体" pitchFamily="2" charset="-122"/>
        </a:defRPr>
      </a:lvl2pPr>
      <a:lvl3pPr algn="ctr" rtl="0" eaLnBrk="0" fontAlgn="base" hangingPunct="0">
        <a:spcBef>
          <a:spcPct val="0"/>
        </a:spcBef>
        <a:spcAft>
          <a:spcPct val="0"/>
        </a:spcAft>
        <a:defRPr sz="4400">
          <a:solidFill>
            <a:schemeClr val="tx2"/>
          </a:solidFill>
          <a:latin typeface="Arial" charset="0"/>
          <a:ea typeface="宋体" pitchFamily="2" charset="-122"/>
        </a:defRPr>
      </a:lvl3pPr>
      <a:lvl4pPr algn="ctr" rtl="0" eaLnBrk="0" fontAlgn="base" hangingPunct="0">
        <a:spcBef>
          <a:spcPct val="0"/>
        </a:spcBef>
        <a:spcAft>
          <a:spcPct val="0"/>
        </a:spcAft>
        <a:defRPr sz="4400">
          <a:solidFill>
            <a:schemeClr val="tx2"/>
          </a:solidFill>
          <a:latin typeface="Arial" charset="0"/>
          <a:ea typeface="宋体" pitchFamily="2" charset="-122"/>
        </a:defRPr>
      </a:lvl4pPr>
      <a:lvl5pPr algn="ctr" rtl="0" eaLnBrk="0" fontAlgn="base" hangingPunct="0">
        <a:spcBef>
          <a:spcPct val="0"/>
        </a:spcBef>
        <a:spcAft>
          <a:spcPct val="0"/>
        </a:spcAft>
        <a:defRPr sz="4400">
          <a:solidFill>
            <a:schemeClr val="tx2"/>
          </a:solidFill>
          <a:latin typeface="Arial" charset="0"/>
          <a:ea typeface="宋体" pitchFamily="2" charset="-122"/>
        </a:defRPr>
      </a:lvl5pPr>
      <a:lvl6pPr marL="457200" algn="ctr" rtl="0" fontAlgn="base">
        <a:spcBef>
          <a:spcPct val="0"/>
        </a:spcBef>
        <a:spcAft>
          <a:spcPct val="0"/>
        </a:spcAft>
        <a:defRPr sz="4400">
          <a:solidFill>
            <a:schemeClr val="tx2"/>
          </a:solidFill>
          <a:latin typeface="Arial" charset="0"/>
          <a:ea typeface="宋体" pitchFamily="2" charset="-122"/>
        </a:defRPr>
      </a:lvl6pPr>
      <a:lvl7pPr marL="914400" algn="ctr" rtl="0" fontAlgn="base">
        <a:spcBef>
          <a:spcPct val="0"/>
        </a:spcBef>
        <a:spcAft>
          <a:spcPct val="0"/>
        </a:spcAft>
        <a:defRPr sz="4400">
          <a:solidFill>
            <a:schemeClr val="tx2"/>
          </a:solidFill>
          <a:latin typeface="Arial" charset="0"/>
          <a:ea typeface="宋体" pitchFamily="2" charset="-122"/>
        </a:defRPr>
      </a:lvl7pPr>
      <a:lvl8pPr marL="1371600" algn="ctr" rtl="0" fontAlgn="base">
        <a:spcBef>
          <a:spcPct val="0"/>
        </a:spcBef>
        <a:spcAft>
          <a:spcPct val="0"/>
        </a:spcAft>
        <a:defRPr sz="4400">
          <a:solidFill>
            <a:schemeClr val="tx2"/>
          </a:solidFill>
          <a:latin typeface="Arial" charset="0"/>
          <a:ea typeface="宋体" pitchFamily="2" charset="-122"/>
        </a:defRPr>
      </a:lvl8pPr>
      <a:lvl9pPr marL="1828800" algn="ctr" rtl="0" fontAlgn="base">
        <a:spcBef>
          <a:spcPct val="0"/>
        </a:spcBef>
        <a:spcAft>
          <a:spcPct val="0"/>
        </a:spcAft>
        <a:defRPr sz="4400">
          <a:solidFill>
            <a:schemeClr val="tx2"/>
          </a:solidFill>
          <a:latin typeface="Arial" charset="0"/>
          <a:ea typeface="宋体" pitchFamily="2" charset="-122"/>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title"/>
          </p:nvPr>
        </p:nvSpPr>
        <p:spPr bwMode="auto">
          <a:xfrm>
            <a:off x="457200" y="274638"/>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2051" name="Rectangle 3"/>
          <p:cNvSpPr>
            <a:spLocks noGrp="1" noChangeArrowheads="1"/>
          </p:cNvSpPr>
          <p:nvPr>
            <p:ph type="body" idx="1"/>
          </p:nvPr>
        </p:nvSpPr>
        <p:spPr bwMode="auto">
          <a:xfrm>
            <a:off x="457200" y="1600200"/>
            <a:ext cx="822960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17828" name="Rectangle 4"/>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eaLnBrk="1" hangingPunct="1">
              <a:defRPr kumimoji="1" sz="1400">
                <a:solidFill>
                  <a:schemeClr val="tx1"/>
                </a:solidFill>
                <a:latin typeface="Times New Roman" pitchFamily="18" charset="0"/>
                <a:ea typeface="+mn-ea"/>
              </a:defRPr>
            </a:lvl1pPr>
          </a:lstStyle>
          <a:p>
            <a:pPr>
              <a:defRPr/>
            </a:pPr>
            <a:fld id="{F4D38977-17EA-44DA-9BE8-28A5AFE7A8ED}" type="datetime11">
              <a:rPr lang="zh-CN" altLang="en-US"/>
              <a:pPr>
                <a:defRPr/>
              </a:pPr>
              <a:t>09:53:07</a:t>
            </a:fld>
            <a:endParaRPr lang="en-US" altLang="zh-CN"/>
          </a:p>
        </p:txBody>
      </p:sp>
      <p:sp>
        <p:nvSpPr>
          <p:cNvPr id="717829" name="Rectangle 5"/>
          <p:cNvSpPr>
            <a:spLocks noGrp="1" noChangeArrowheads="1"/>
          </p:cNvSpPr>
          <p:nvPr>
            <p:ph type="ftr" sz="quarter" idx="3"/>
          </p:nvPr>
        </p:nvSpPr>
        <p:spPr bwMode="auto">
          <a:xfrm>
            <a:off x="3124200" y="6245225"/>
            <a:ext cx="2895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eaLnBrk="1" hangingPunct="1">
              <a:defRPr kumimoji="1" sz="1400">
                <a:solidFill>
                  <a:schemeClr val="tx1"/>
                </a:solidFill>
                <a:latin typeface="Times New Roman" pitchFamily="18" charset="0"/>
                <a:ea typeface="+mn-ea"/>
              </a:defRPr>
            </a:lvl1pPr>
          </a:lstStyle>
          <a:p>
            <a:pPr>
              <a:defRPr/>
            </a:pPr>
            <a:endParaRPr lang="en-US" altLang="zh-CN"/>
          </a:p>
        </p:txBody>
      </p:sp>
      <p:sp>
        <p:nvSpPr>
          <p:cNvPr id="717830" name="Rectangle 6"/>
          <p:cNvSpPr>
            <a:spLocks noGrp="1" noChangeArrowheads="1"/>
          </p:cNvSpPr>
          <p:nvPr>
            <p:ph type="sldNum" sz="quarter" idx="4"/>
          </p:nvPr>
        </p:nvSpPr>
        <p:spPr bwMode="auto">
          <a:xfrm>
            <a:off x="6553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kumimoji="1" sz="1400">
                <a:solidFill>
                  <a:schemeClr val="tx1"/>
                </a:solidFill>
                <a:latin typeface="Times New Roman" panose="02020603050405020304" pitchFamily="18" charset="0"/>
                <a:ea typeface="宋体" panose="02010600030101010101" pitchFamily="2" charset="-122"/>
              </a:defRPr>
            </a:lvl1pPr>
          </a:lstStyle>
          <a:p>
            <a:pPr>
              <a:defRPr/>
            </a:pPr>
            <a:fld id="{6B522CFB-6B11-4AA7-9A4F-EA6E6F9AE779}" type="slidenum">
              <a:rPr lang="zh-CN" altLang="en-US"/>
              <a:pPr>
                <a:defRPr/>
              </a:pPr>
              <a:t>‹#›</a:t>
            </a:fld>
            <a:endParaRPr lang="en-US" altLang="zh-CN"/>
          </a:p>
        </p:txBody>
      </p:sp>
    </p:spTree>
  </p:cSld>
  <p:clrMap bg1="lt1" tx1="dk1" bg2="lt2" tx2="dk2" accent1="accent1" accent2="accent2" accent3="accent3" accent4="accent4" accent5="accent5" accent6="accent6" hlink="hlink" folHlink="folHlink"/>
  <p:sldLayoutIdLst>
    <p:sldLayoutId id="2147484857" r:id="rId1"/>
    <p:sldLayoutId id="2147484858" r:id="rId2"/>
    <p:sldLayoutId id="2147484859" r:id="rId3"/>
    <p:sldLayoutId id="2147484860" r:id="rId4"/>
    <p:sldLayoutId id="2147484861" r:id="rId5"/>
    <p:sldLayoutId id="2147484862" r:id="rId6"/>
    <p:sldLayoutId id="2147484863" r:id="rId7"/>
    <p:sldLayoutId id="2147484864" r:id="rId8"/>
    <p:sldLayoutId id="2147484865" r:id="rId9"/>
    <p:sldLayoutId id="2147484866" r:id="rId10"/>
    <p:sldLayoutId id="2147484867" r:id="rId11"/>
  </p:sldLayoutIdLst>
  <p:transition spd="slow"/>
  <p:hf hdr="0" ftr="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ea typeface="宋体" pitchFamily="2" charset="-122"/>
        </a:defRPr>
      </a:lvl2pPr>
      <a:lvl3pPr algn="ctr" rtl="0" eaLnBrk="0" fontAlgn="base" hangingPunct="0">
        <a:spcBef>
          <a:spcPct val="0"/>
        </a:spcBef>
        <a:spcAft>
          <a:spcPct val="0"/>
        </a:spcAft>
        <a:defRPr sz="4400">
          <a:solidFill>
            <a:schemeClr val="tx2"/>
          </a:solidFill>
          <a:latin typeface="Arial" charset="0"/>
          <a:ea typeface="宋体" pitchFamily="2" charset="-122"/>
        </a:defRPr>
      </a:lvl3pPr>
      <a:lvl4pPr algn="ctr" rtl="0" eaLnBrk="0" fontAlgn="base" hangingPunct="0">
        <a:spcBef>
          <a:spcPct val="0"/>
        </a:spcBef>
        <a:spcAft>
          <a:spcPct val="0"/>
        </a:spcAft>
        <a:defRPr sz="4400">
          <a:solidFill>
            <a:schemeClr val="tx2"/>
          </a:solidFill>
          <a:latin typeface="Arial" charset="0"/>
          <a:ea typeface="宋体" pitchFamily="2" charset="-122"/>
        </a:defRPr>
      </a:lvl4pPr>
      <a:lvl5pPr algn="ctr" rtl="0" eaLnBrk="0" fontAlgn="base" hangingPunct="0">
        <a:spcBef>
          <a:spcPct val="0"/>
        </a:spcBef>
        <a:spcAft>
          <a:spcPct val="0"/>
        </a:spcAft>
        <a:defRPr sz="4400">
          <a:solidFill>
            <a:schemeClr val="tx2"/>
          </a:solidFill>
          <a:latin typeface="Arial" charset="0"/>
          <a:ea typeface="宋体" pitchFamily="2" charset="-122"/>
        </a:defRPr>
      </a:lvl5pPr>
      <a:lvl6pPr marL="457200" algn="ctr" rtl="0" fontAlgn="base">
        <a:spcBef>
          <a:spcPct val="0"/>
        </a:spcBef>
        <a:spcAft>
          <a:spcPct val="0"/>
        </a:spcAft>
        <a:defRPr sz="4400">
          <a:solidFill>
            <a:schemeClr val="tx2"/>
          </a:solidFill>
          <a:latin typeface="Arial" charset="0"/>
          <a:ea typeface="宋体" pitchFamily="2" charset="-122"/>
        </a:defRPr>
      </a:lvl6pPr>
      <a:lvl7pPr marL="914400" algn="ctr" rtl="0" fontAlgn="base">
        <a:spcBef>
          <a:spcPct val="0"/>
        </a:spcBef>
        <a:spcAft>
          <a:spcPct val="0"/>
        </a:spcAft>
        <a:defRPr sz="4400">
          <a:solidFill>
            <a:schemeClr val="tx2"/>
          </a:solidFill>
          <a:latin typeface="Arial" charset="0"/>
          <a:ea typeface="宋体" pitchFamily="2" charset="-122"/>
        </a:defRPr>
      </a:lvl7pPr>
      <a:lvl8pPr marL="1371600" algn="ctr" rtl="0" fontAlgn="base">
        <a:spcBef>
          <a:spcPct val="0"/>
        </a:spcBef>
        <a:spcAft>
          <a:spcPct val="0"/>
        </a:spcAft>
        <a:defRPr sz="4400">
          <a:solidFill>
            <a:schemeClr val="tx2"/>
          </a:solidFill>
          <a:latin typeface="Arial" charset="0"/>
          <a:ea typeface="宋体" pitchFamily="2" charset="-122"/>
        </a:defRPr>
      </a:lvl8pPr>
      <a:lvl9pPr marL="1828800" algn="ctr" rtl="0" fontAlgn="base">
        <a:spcBef>
          <a:spcPct val="0"/>
        </a:spcBef>
        <a:spcAft>
          <a:spcPct val="0"/>
        </a:spcAft>
        <a:defRPr sz="4400">
          <a:solidFill>
            <a:schemeClr val="tx2"/>
          </a:solidFill>
          <a:latin typeface="Arial" charset="0"/>
          <a:ea typeface="宋体" pitchFamily="2" charset="-122"/>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bwMode="auto">
          <a:xfrm>
            <a:off x="574675" y="304800"/>
            <a:ext cx="8001000" cy="1216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lvl="0"/>
            <a:r>
              <a:rPr lang="zh-CN" altLang="en-US"/>
              <a:t>单击此处编辑母版标题样式</a:t>
            </a:r>
          </a:p>
        </p:txBody>
      </p:sp>
      <p:sp>
        <p:nvSpPr>
          <p:cNvPr id="3075" name="Rectangle 3"/>
          <p:cNvSpPr>
            <a:spLocks noGrp="1" noChangeArrowheads="1"/>
          </p:cNvSpPr>
          <p:nvPr>
            <p:ph type="body" idx="1"/>
          </p:nvPr>
        </p:nvSpPr>
        <p:spPr bwMode="auto">
          <a:xfrm>
            <a:off x="566738" y="1752600"/>
            <a:ext cx="8001000" cy="426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076" name="AutoShape 4"/>
          <p:cNvSpPr>
            <a:spLocks noChangeArrowheads="1"/>
          </p:cNvSpPr>
          <p:nvPr/>
        </p:nvSpPr>
        <p:spPr bwMode="auto">
          <a:xfrm>
            <a:off x="609600" y="1566863"/>
            <a:ext cx="7958138" cy="109537"/>
          </a:xfrm>
          <a:custGeom>
            <a:avLst/>
            <a:gdLst>
              <a:gd name="T0" fmla="*/ 0 w 1000"/>
              <a:gd name="T1" fmla="*/ 0 h 1000"/>
              <a:gd name="T2" fmla="*/ 2147483646 w 1000"/>
              <a:gd name="T3" fmla="*/ 0 h 1000"/>
              <a:gd name="T4" fmla="*/ 2147483646 w 1000"/>
              <a:gd name="T5" fmla="*/ 2147483646 h 1000"/>
              <a:gd name="T6" fmla="*/ 0 w 1000"/>
              <a:gd name="T7" fmla="*/ 2147483646 h 1000"/>
              <a:gd name="T8" fmla="*/ 0 w 1000"/>
              <a:gd name="T9" fmla="*/ 0 h 1000"/>
              <a:gd name="T10" fmla="*/ 2147483646 w 1000"/>
              <a:gd name="T11" fmla="*/ 0 h 10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00" h="1000" stroke="0">
                <a:moveTo>
                  <a:pt x="0" y="0"/>
                </a:moveTo>
                <a:lnTo>
                  <a:pt x="585" y="0"/>
                </a:lnTo>
                <a:lnTo>
                  <a:pt x="585" y="1000"/>
                </a:lnTo>
                <a:lnTo>
                  <a:pt x="0" y="1000"/>
                </a:lnTo>
                <a:lnTo>
                  <a:pt x="0" y="0"/>
                </a:lnTo>
                <a:close/>
              </a:path>
              <a:path w="1000" h="1000">
                <a:moveTo>
                  <a:pt x="0" y="0"/>
                </a:moveTo>
                <a:lnTo>
                  <a:pt x="1000" y="0"/>
                </a:lnTo>
              </a:path>
            </a:pathLst>
          </a:custGeom>
          <a:solidFill>
            <a:schemeClr val="accent2"/>
          </a:solidFill>
          <a:ln w="9525">
            <a:solidFill>
              <a:schemeClr val="accent2"/>
            </a:solidFill>
            <a:round/>
            <a:headEnd/>
            <a:tailEnd/>
          </a:ln>
        </p:spPr>
        <p:txBody>
          <a:bodyPr/>
          <a:lstStyle/>
          <a:p>
            <a:endParaRPr lang="zh-CN" altLang="en-US"/>
          </a:p>
        </p:txBody>
      </p:sp>
      <p:pic>
        <p:nvPicPr>
          <p:cNvPr id="3078" name="Picture 6"/>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0" y="0"/>
            <a:ext cx="9144000" cy="858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9" name="Text Box 7"/>
          <p:cNvSpPr txBox="1">
            <a:spLocks noChangeArrowheads="1"/>
          </p:cNvSpPr>
          <p:nvPr/>
        </p:nvSpPr>
        <p:spPr bwMode="auto">
          <a:xfrm>
            <a:off x="2484438" y="260350"/>
            <a:ext cx="280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500">
                <a:solidFill>
                  <a:schemeClr val="bg1"/>
                </a:solidFill>
                <a:latin typeface="黑体" pitchFamily="49" charset="-122"/>
                <a:ea typeface="黑体" pitchFamily="49" charset="-122"/>
              </a:defRPr>
            </a:lvl1pPr>
            <a:lvl2pPr marL="742950" indent="-285750" eaLnBrk="0" hangingPunct="0">
              <a:defRPr sz="2500">
                <a:solidFill>
                  <a:schemeClr val="bg1"/>
                </a:solidFill>
                <a:latin typeface="黑体" pitchFamily="49" charset="-122"/>
                <a:ea typeface="黑体" pitchFamily="49" charset="-122"/>
              </a:defRPr>
            </a:lvl2pPr>
            <a:lvl3pPr marL="1143000" indent="-228600" eaLnBrk="0" hangingPunct="0">
              <a:defRPr sz="2500">
                <a:solidFill>
                  <a:schemeClr val="bg1"/>
                </a:solidFill>
                <a:latin typeface="黑体" pitchFamily="49" charset="-122"/>
                <a:ea typeface="黑体" pitchFamily="49" charset="-122"/>
              </a:defRPr>
            </a:lvl3pPr>
            <a:lvl4pPr marL="1600200" indent="-228600" eaLnBrk="0" hangingPunct="0">
              <a:defRPr sz="2500">
                <a:solidFill>
                  <a:schemeClr val="bg1"/>
                </a:solidFill>
                <a:latin typeface="黑体" pitchFamily="49" charset="-122"/>
                <a:ea typeface="黑体" pitchFamily="49" charset="-122"/>
              </a:defRPr>
            </a:lvl4pPr>
            <a:lvl5pPr marL="2057400" indent="-228600" eaLnBrk="0" hangingPunct="0">
              <a:defRPr sz="2500">
                <a:solidFill>
                  <a:schemeClr val="bg1"/>
                </a:solidFill>
                <a:latin typeface="黑体" pitchFamily="49" charset="-122"/>
                <a:ea typeface="黑体" pitchFamily="49" charset="-122"/>
              </a:defRPr>
            </a:lvl5pPr>
            <a:lvl6pPr marL="2514600" indent="-228600" algn="ctr" eaLnBrk="0" fontAlgn="base" hangingPunct="0">
              <a:spcBef>
                <a:spcPct val="0"/>
              </a:spcBef>
              <a:spcAft>
                <a:spcPct val="0"/>
              </a:spcAft>
              <a:defRPr sz="2500">
                <a:solidFill>
                  <a:schemeClr val="bg1"/>
                </a:solidFill>
                <a:latin typeface="黑体" pitchFamily="49" charset="-122"/>
                <a:ea typeface="黑体" pitchFamily="49" charset="-122"/>
              </a:defRPr>
            </a:lvl6pPr>
            <a:lvl7pPr marL="2971800" indent="-228600" algn="ctr" eaLnBrk="0" fontAlgn="base" hangingPunct="0">
              <a:spcBef>
                <a:spcPct val="0"/>
              </a:spcBef>
              <a:spcAft>
                <a:spcPct val="0"/>
              </a:spcAft>
              <a:defRPr sz="2500">
                <a:solidFill>
                  <a:schemeClr val="bg1"/>
                </a:solidFill>
                <a:latin typeface="黑体" pitchFamily="49" charset="-122"/>
                <a:ea typeface="黑体" pitchFamily="49" charset="-122"/>
              </a:defRPr>
            </a:lvl7pPr>
            <a:lvl8pPr marL="3429000" indent="-228600" algn="ctr" eaLnBrk="0" fontAlgn="base" hangingPunct="0">
              <a:spcBef>
                <a:spcPct val="0"/>
              </a:spcBef>
              <a:spcAft>
                <a:spcPct val="0"/>
              </a:spcAft>
              <a:defRPr sz="2500">
                <a:solidFill>
                  <a:schemeClr val="bg1"/>
                </a:solidFill>
                <a:latin typeface="黑体" pitchFamily="49" charset="-122"/>
                <a:ea typeface="黑体" pitchFamily="49" charset="-122"/>
              </a:defRPr>
            </a:lvl8pPr>
            <a:lvl9pPr marL="3886200" indent="-228600" algn="ctr" eaLnBrk="0" fontAlgn="base" hangingPunct="0">
              <a:spcBef>
                <a:spcPct val="0"/>
              </a:spcBef>
              <a:spcAft>
                <a:spcPct val="0"/>
              </a:spcAft>
              <a:defRPr sz="2500">
                <a:solidFill>
                  <a:schemeClr val="bg1"/>
                </a:solidFill>
                <a:latin typeface="黑体" pitchFamily="49" charset="-122"/>
                <a:ea typeface="黑体" pitchFamily="49" charset="-122"/>
              </a:defRPr>
            </a:lvl9pPr>
          </a:lstStyle>
          <a:p>
            <a:pPr eaLnBrk="1" hangingPunct="1">
              <a:spcBef>
                <a:spcPct val="50000"/>
              </a:spcBef>
              <a:defRPr/>
            </a:pPr>
            <a:r>
              <a:rPr lang="zh-CN" altLang="en-US" sz="2400" b="1" dirty="0">
                <a:solidFill>
                  <a:srgbClr val="F7F7F7"/>
                </a:solidFill>
                <a:latin typeface="Verdana" pitchFamily="34" charset="0"/>
                <a:ea typeface="楷体_GB2312" pitchFamily="49" charset="-122"/>
              </a:rPr>
              <a:t>计算机与软件学院</a:t>
            </a:r>
          </a:p>
        </p:txBody>
      </p:sp>
      <p:pic>
        <p:nvPicPr>
          <p:cNvPr id="3080" name="Picture 8" descr="邓体字徽（白色透明）"/>
          <p:cNvPicPr>
            <a:picLocks noChangeAspect="1" noChangeArrowheads="1"/>
          </p:cNvPicPr>
          <p:nvPr/>
        </p:nvPicPr>
        <p:blipFill>
          <a:blip r:embed="rId17" cstate="print">
            <a:extLst>
              <a:ext uri="{28A0092B-C50C-407E-A947-70E740481C1C}">
                <a14:useLocalDpi xmlns:a14="http://schemas.microsoft.com/office/drawing/2010/main" val="0"/>
              </a:ext>
            </a:extLst>
          </a:blip>
          <a:srcRect/>
          <a:stretch>
            <a:fillRect/>
          </a:stretch>
        </p:blipFill>
        <p:spPr bwMode="auto">
          <a:xfrm>
            <a:off x="179388" y="0"/>
            <a:ext cx="2232025" cy="795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881" r:id="rId1"/>
    <p:sldLayoutId id="2147484868" r:id="rId2"/>
    <p:sldLayoutId id="2147484869" r:id="rId3"/>
    <p:sldLayoutId id="2147484870" r:id="rId4"/>
    <p:sldLayoutId id="2147484871" r:id="rId5"/>
    <p:sldLayoutId id="2147484872" r:id="rId6"/>
    <p:sldLayoutId id="2147484873" r:id="rId7"/>
    <p:sldLayoutId id="2147484874" r:id="rId8"/>
    <p:sldLayoutId id="2147484875" r:id="rId9"/>
    <p:sldLayoutId id="2147484876" r:id="rId10"/>
    <p:sldLayoutId id="2147484877" r:id="rId11"/>
    <p:sldLayoutId id="2147484878" r:id="rId12"/>
    <p:sldLayoutId id="2147484879" r:id="rId13"/>
    <p:sldLayoutId id="2147484880" r:id="rId14"/>
  </p:sldLayoutIdLst>
  <p:transition spd="slow"/>
  <p:txStyles>
    <p:titleStyle>
      <a:lvl1pPr algn="l" rtl="0" eaLnBrk="0" fontAlgn="base" hangingPunct="0">
        <a:spcBef>
          <a:spcPct val="0"/>
        </a:spcBef>
        <a:spcAft>
          <a:spcPct val="0"/>
        </a:spcAft>
        <a:defRPr sz="3800">
          <a:solidFill>
            <a:schemeClr val="tx2"/>
          </a:solidFill>
          <a:latin typeface="+mj-lt"/>
          <a:ea typeface="+mj-ea"/>
          <a:cs typeface="+mj-cs"/>
        </a:defRPr>
      </a:lvl1pPr>
      <a:lvl2pPr algn="l" rtl="0" eaLnBrk="0" fontAlgn="base" hangingPunct="0">
        <a:spcBef>
          <a:spcPct val="0"/>
        </a:spcBef>
        <a:spcAft>
          <a:spcPct val="0"/>
        </a:spcAft>
        <a:defRPr sz="3800">
          <a:solidFill>
            <a:schemeClr val="tx2"/>
          </a:solidFill>
          <a:latin typeface="Verdana" pitchFamily="34" charset="0"/>
          <a:ea typeface="宋体" pitchFamily="2" charset="-122"/>
        </a:defRPr>
      </a:lvl2pPr>
      <a:lvl3pPr algn="l" rtl="0" eaLnBrk="0" fontAlgn="base" hangingPunct="0">
        <a:spcBef>
          <a:spcPct val="0"/>
        </a:spcBef>
        <a:spcAft>
          <a:spcPct val="0"/>
        </a:spcAft>
        <a:defRPr sz="3800">
          <a:solidFill>
            <a:schemeClr val="tx2"/>
          </a:solidFill>
          <a:latin typeface="Verdana" pitchFamily="34" charset="0"/>
          <a:ea typeface="宋体" pitchFamily="2" charset="-122"/>
        </a:defRPr>
      </a:lvl3pPr>
      <a:lvl4pPr algn="l" rtl="0" eaLnBrk="0" fontAlgn="base" hangingPunct="0">
        <a:spcBef>
          <a:spcPct val="0"/>
        </a:spcBef>
        <a:spcAft>
          <a:spcPct val="0"/>
        </a:spcAft>
        <a:defRPr sz="3800">
          <a:solidFill>
            <a:schemeClr val="tx2"/>
          </a:solidFill>
          <a:latin typeface="Verdana" pitchFamily="34" charset="0"/>
          <a:ea typeface="宋体" pitchFamily="2" charset="-122"/>
        </a:defRPr>
      </a:lvl4pPr>
      <a:lvl5pPr algn="l" rtl="0" eaLnBrk="0" fontAlgn="base" hangingPunct="0">
        <a:spcBef>
          <a:spcPct val="0"/>
        </a:spcBef>
        <a:spcAft>
          <a:spcPct val="0"/>
        </a:spcAft>
        <a:defRPr sz="3800">
          <a:solidFill>
            <a:schemeClr val="tx2"/>
          </a:solidFill>
          <a:latin typeface="Verdana" pitchFamily="34" charset="0"/>
          <a:ea typeface="宋体" pitchFamily="2" charset="-122"/>
        </a:defRPr>
      </a:lvl5pPr>
      <a:lvl6pPr marL="457200" algn="l" rtl="0" fontAlgn="base">
        <a:spcBef>
          <a:spcPct val="0"/>
        </a:spcBef>
        <a:spcAft>
          <a:spcPct val="0"/>
        </a:spcAft>
        <a:defRPr sz="3800">
          <a:solidFill>
            <a:schemeClr val="tx2"/>
          </a:solidFill>
          <a:latin typeface="Verdana" pitchFamily="34" charset="0"/>
          <a:ea typeface="宋体" pitchFamily="2" charset="-122"/>
        </a:defRPr>
      </a:lvl6pPr>
      <a:lvl7pPr marL="914400" algn="l" rtl="0" fontAlgn="base">
        <a:spcBef>
          <a:spcPct val="0"/>
        </a:spcBef>
        <a:spcAft>
          <a:spcPct val="0"/>
        </a:spcAft>
        <a:defRPr sz="3800">
          <a:solidFill>
            <a:schemeClr val="tx2"/>
          </a:solidFill>
          <a:latin typeface="Verdana" pitchFamily="34" charset="0"/>
          <a:ea typeface="宋体" pitchFamily="2" charset="-122"/>
        </a:defRPr>
      </a:lvl7pPr>
      <a:lvl8pPr marL="1371600" algn="l" rtl="0" fontAlgn="base">
        <a:spcBef>
          <a:spcPct val="0"/>
        </a:spcBef>
        <a:spcAft>
          <a:spcPct val="0"/>
        </a:spcAft>
        <a:defRPr sz="3800">
          <a:solidFill>
            <a:schemeClr val="tx2"/>
          </a:solidFill>
          <a:latin typeface="Verdana" pitchFamily="34" charset="0"/>
          <a:ea typeface="宋体" pitchFamily="2" charset="-122"/>
        </a:defRPr>
      </a:lvl8pPr>
      <a:lvl9pPr marL="1828800" algn="l" rtl="0" fontAlgn="base">
        <a:spcBef>
          <a:spcPct val="0"/>
        </a:spcBef>
        <a:spcAft>
          <a:spcPct val="0"/>
        </a:spcAft>
        <a:defRPr sz="3800">
          <a:solidFill>
            <a:schemeClr val="tx2"/>
          </a:solidFill>
          <a:latin typeface="Verdana" pitchFamily="34" charset="0"/>
          <a:ea typeface="宋体" pitchFamily="2" charset="-122"/>
        </a:defRPr>
      </a:lvl9pPr>
    </p:titleStyle>
    <p:body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563" algn="l" rtl="0" eaLnBrk="0" fontAlgn="base" hangingPunct="0">
        <a:spcBef>
          <a:spcPct val="20000"/>
        </a:spcBef>
        <a:spcAft>
          <a:spcPct val="0"/>
        </a:spcAft>
        <a:buClr>
          <a:schemeClr val="accent2"/>
        </a:buClr>
        <a:buFont typeface="Wingdings" panose="05000000000000000000" pitchFamily="2" charset="2"/>
        <a:buChar char="n"/>
        <a:defRPr sz="2600">
          <a:solidFill>
            <a:schemeClr val="tx1"/>
          </a:solidFill>
          <a:latin typeface="+mn-lt"/>
          <a:ea typeface="+mn-ea"/>
        </a:defRPr>
      </a:lvl2pPr>
      <a:lvl3pPr marL="1304925" indent="-395288" algn="l" rtl="0" eaLnBrk="0" fontAlgn="base" hangingPunct="0">
        <a:spcBef>
          <a:spcPct val="20000"/>
        </a:spcBef>
        <a:spcAft>
          <a:spcPct val="0"/>
        </a:spcAft>
        <a:buClr>
          <a:schemeClr val="accent2"/>
        </a:buClr>
        <a:buFont typeface="Wingdings" panose="05000000000000000000" pitchFamily="2" charset="2"/>
        <a:buChar char="o"/>
        <a:defRPr sz="2300">
          <a:solidFill>
            <a:schemeClr val="tx1"/>
          </a:solidFill>
          <a:latin typeface="+mn-lt"/>
          <a:ea typeface="+mn-ea"/>
        </a:defRPr>
      </a:lvl3pPr>
      <a:lvl4pPr marL="1693863" indent="-387350" algn="l" rtl="0" eaLnBrk="0" fontAlgn="base" hangingPunct="0">
        <a:spcBef>
          <a:spcPct val="20000"/>
        </a:spcBef>
        <a:spcAft>
          <a:spcPct val="0"/>
        </a:spcAft>
        <a:buClr>
          <a:schemeClr val="accent2"/>
        </a:buClr>
        <a:buFont typeface="Wingdings" panose="05000000000000000000" pitchFamily="2" charset="2"/>
        <a:buChar char="n"/>
        <a:defRPr sz="2000">
          <a:solidFill>
            <a:schemeClr val="tx1"/>
          </a:solidFill>
          <a:latin typeface="+mn-lt"/>
          <a:ea typeface="+mn-ea"/>
        </a:defRPr>
      </a:lvl4pPr>
      <a:lvl5pPr marL="2093913" indent="-398463" algn="l" rtl="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5pPr>
      <a:lvl6pPr marL="2551113" indent="-398463" algn="l" rtl="0" fontAlgn="base">
        <a:spcBef>
          <a:spcPct val="25000"/>
        </a:spcBef>
        <a:spcAft>
          <a:spcPct val="0"/>
        </a:spcAft>
        <a:buClr>
          <a:schemeClr val="accent2"/>
        </a:buClr>
        <a:buFont typeface="Wingdings" pitchFamily="2" charset="2"/>
        <a:buChar char="§"/>
        <a:defRPr sz="2000">
          <a:solidFill>
            <a:schemeClr val="tx1"/>
          </a:solidFill>
          <a:latin typeface="+mn-lt"/>
          <a:ea typeface="+mn-ea"/>
        </a:defRPr>
      </a:lvl6pPr>
      <a:lvl7pPr marL="3008313" indent="-398463" algn="l" rtl="0" fontAlgn="base">
        <a:spcBef>
          <a:spcPct val="25000"/>
        </a:spcBef>
        <a:spcAft>
          <a:spcPct val="0"/>
        </a:spcAft>
        <a:buClr>
          <a:schemeClr val="accent2"/>
        </a:buClr>
        <a:buFont typeface="Wingdings" pitchFamily="2" charset="2"/>
        <a:buChar char="§"/>
        <a:defRPr sz="2000">
          <a:solidFill>
            <a:schemeClr val="tx1"/>
          </a:solidFill>
          <a:latin typeface="+mn-lt"/>
          <a:ea typeface="+mn-ea"/>
        </a:defRPr>
      </a:lvl7pPr>
      <a:lvl8pPr marL="3465513" indent="-398463" algn="l" rtl="0" fontAlgn="base">
        <a:spcBef>
          <a:spcPct val="25000"/>
        </a:spcBef>
        <a:spcAft>
          <a:spcPct val="0"/>
        </a:spcAft>
        <a:buClr>
          <a:schemeClr val="accent2"/>
        </a:buClr>
        <a:buFont typeface="Wingdings" pitchFamily="2" charset="2"/>
        <a:buChar char="§"/>
        <a:defRPr sz="2000">
          <a:solidFill>
            <a:schemeClr val="tx1"/>
          </a:solidFill>
          <a:latin typeface="+mn-lt"/>
          <a:ea typeface="+mn-ea"/>
        </a:defRPr>
      </a:lvl8pPr>
      <a:lvl9pPr marL="3922713" indent="-398463" algn="l" rtl="0" fontAlgn="base">
        <a:spcBef>
          <a:spcPct val="25000"/>
        </a:spcBef>
        <a:spcAft>
          <a:spcPct val="0"/>
        </a:spcAft>
        <a:buClr>
          <a:schemeClr val="accent2"/>
        </a:buClr>
        <a:buFont typeface="Wingdings" pitchFamily="2" charset="2"/>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3.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3.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3.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3.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35.xml"/><Relationship Id="rId1" Type="http://schemas.openxmlformats.org/officeDocument/2006/relationships/vmlDrawing" Target="../drawings/vmlDrawing1.vml"/><Relationship Id="rId4" Type="http://schemas.openxmlformats.org/officeDocument/2006/relationships/image" Target="../media/image10.emf"/></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15.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3.png"/><Relationship Id="rId1" Type="http://schemas.openxmlformats.org/officeDocument/2006/relationships/slideLayout" Target="../slideLayouts/slideLayout23.xml"/></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hyperlink" Target="https://so.csdn.net/so/search?q=%E8%B7%AF%E7%94%B1%E8%A1%A8&amp;spm=1001.2101.3001.7020" TargetMode="External"/><Relationship Id="rId1" Type="http://schemas.openxmlformats.org/officeDocument/2006/relationships/slideLayout" Target="../slideLayouts/slideLayout23.xml"/></Relationships>
</file>

<file path=ppt/slides/_rels/slide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3.xml"/></Relationships>
</file>

<file path=ppt/slides/_rels/slide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3.xml"/></Relationships>
</file>

<file path=ppt/slides/_rels/slide2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3.xml"/></Relationships>
</file>

<file path=ppt/slides/_rels/slide2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22" name="Rectangle 2"/>
          <p:cNvSpPr>
            <a:spLocks noGrp="1" noChangeArrowheads="1"/>
          </p:cNvSpPr>
          <p:nvPr>
            <p:ph type="ctrTitle"/>
          </p:nvPr>
        </p:nvSpPr>
        <p:spPr>
          <a:xfrm>
            <a:off x="2699792" y="3068960"/>
            <a:ext cx="4032250" cy="503237"/>
          </a:xfrm>
        </p:spPr>
        <p:txBody>
          <a:bodyPr/>
          <a:lstStyle/>
          <a:p>
            <a:pPr eaLnBrk="1" hangingPunct="1">
              <a:defRPr/>
            </a:pPr>
            <a:r>
              <a:rPr lang="zh-CN" altLang="en-US" sz="3200" b="1" dirty="0">
                <a:effectLst>
                  <a:outerShdw blurRad="38100" dist="38100" dir="2700000" algn="tl">
                    <a:srgbClr val="C0C0C0"/>
                  </a:outerShdw>
                </a:effectLst>
                <a:latin typeface="华文新魏" pitchFamily="2" charset="-122"/>
                <a:ea typeface="黑体" pitchFamily="49" charset="-122"/>
              </a:rPr>
              <a:t>网络层的路由选择</a:t>
            </a:r>
            <a:endParaRPr lang="zh-CN" altLang="en-US" sz="3200" b="1" dirty="0">
              <a:solidFill>
                <a:srgbClr val="000099"/>
              </a:solidFill>
              <a:effectLst>
                <a:outerShdw blurRad="38100" dist="38100" dir="2700000" algn="tl">
                  <a:srgbClr val="C0C0C0"/>
                </a:outerShdw>
              </a:effectLst>
              <a:latin typeface="华文行楷" pitchFamily="2" charset="-122"/>
              <a:ea typeface="黑体" pitchFamily="49" charset="-122"/>
            </a:endParaRPr>
          </a:p>
        </p:txBody>
      </p:sp>
    </p:spTree>
  </p:cSld>
  <p:clrMapOvr>
    <a:masterClrMapping/>
  </p:clrMapOvr>
  <p:transition spd="slow"/>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矩形 3"/>
          <p:cNvSpPr>
            <a:spLocks noChangeArrowheads="1"/>
          </p:cNvSpPr>
          <p:nvPr/>
        </p:nvSpPr>
        <p:spPr bwMode="auto">
          <a:xfrm>
            <a:off x="539750" y="836613"/>
            <a:ext cx="234791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500">
                <a:solidFill>
                  <a:schemeClr val="bg1"/>
                </a:solidFill>
                <a:latin typeface="黑体" panose="02010609060101010101" pitchFamily="49" charset="-122"/>
                <a:ea typeface="黑体" panose="02010609060101010101" pitchFamily="49" charset="-122"/>
              </a:defRPr>
            </a:lvl1pPr>
            <a:lvl2pPr marL="742950" indent="-285750">
              <a:defRPr sz="2500">
                <a:solidFill>
                  <a:schemeClr val="bg1"/>
                </a:solidFill>
                <a:latin typeface="黑体" panose="02010609060101010101" pitchFamily="49" charset="-122"/>
                <a:ea typeface="黑体" panose="02010609060101010101" pitchFamily="49" charset="-122"/>
              </a:defRPr>
            </a:lvl2pPr>
            <a:lvl3pPr marL="1143000" indent="-228600">
              <a:defRPr sz="2500">
                <a:solidFill>
                  <a:schemeClr val="bg1"/>
                </a:solidFill>
                <a:latin typeface="黑体" panose="02010609060101010101" pitchFamily="49" charset="-122"/>
                <a:ea typeface="黑体" panose="02010609060101010101" pitchFamily="49" charset="-122"/>
              </a:defRPr>
            </a:lvl3pPr>
            <a:lvl4pPr marL="1600200" indent="-228600">
              <a:defRPr sz="2500">
                <a:solidFill>
                  <a:schemeClr val="bg1"/>
                </a:solidFill>
                <a:latin typeface="黑体" panose="02010609060101010101" pitchFamily="49" charset="-122"/>
                <a:ea typeface="黑体" panose="02010609060101010101" pitchFamily="49" charset="-122"/>
              </a:defRPr>
            </a:lvl4pPr>
            <a:lvl5pPr marL="2057400" indent="-228600">
              <a:defRPr sz="2500">
                <a:solidFill>
                  <a:schemeClr val="bg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9pPr>
          </a:lstStyle>
          <a:p>
            <a:r>
              <a:rPr lang="zh-CN" altLang="en-US" sz="2800" b="1">
                <a:solidFill>
                  <a:srgbClr val="121212"/>
                </a:solidFill>
                <a:latin typeface="-apple-system"/>
              </a:rPr>
              <a:t>什么是路由？</a:t>
            </a:r>
          </a:p>
        </p:txBody>
      </p:sp>
      <p:sp>
        <p:nvSpPr>
          <p:cNvPr id="10244" name="矩形 4"/>
          <p:cNvSpPr>
            <a:spLocks noChangeArrowheads="1"/>
          </p:cNvSpPr>
          <p:nvPr/>
        </p:nvSpPr>
        <p:spPr bwMode="auto">
          <a:xfrm>
            <a:off x="2762250" y="815975"/>
            <a:ext cx="4875213"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500">
                <a:solidFill>
                  <a:schemeClr val="bg1"/>
                </a:solidFill>
                <a:latin typeface="黑体" panose="02010609060101010101" pitchFamily="49" charset="-122"/>
                <a:ea typeface="黑体" panose="02010609060101010101" pitchFamily="49" charset="-122"/>
              </a:defRPr>
            </a:lvl1pPr>
            <a:lvl2pPr marL="742950" indent="-285750">
              <a:defRPr sz="2500">
                <a:solidFill>
                  <a:schemeClr val="bg1"/>
                </a:solidFill>
                <a:latin typeface="黑体" panose="02010609060101010101" pitchFamily="49" charset="-122"/>
                <a:ea typeface="黑体" panose="02010609060101010101" pitchFamily="49" charset="-122"/>
              </a:defRPr>
            </a:lvl2pPr>
            <a:lvl3pPr marL="1143000" indent="-228600">
              <a:defRPr sz="2500">
                <a:solidFill>
                  <a:schemeClr val="bg1"/>
                </a:solidFill>
                <a:latin typeface="黑体" panose="02010609060101010101" pitchFamily="49" charset="-122"/>
                <a:ea typeface="黑体" panose="02010609060101010101" pitchFamily="49" charset="-122"/>
              </a:defRPr>
            </a:lvl3pPr>
            <a:lvl4pPr marL="1600200" indent="-228600">
              <a:defRPr sz="2500">
                <a:solidFill>
                  <a:schemeClr val="bg1"/>
                </a:solidFill>
                <a:latin typeface="黑体" panose="02010609060101010101" pitchFamily="49" charset="-122"/>
                <a:ea typeface="黑体" panose="02010609060101010101" pitchFamily="49" charset="-122"/>
              </a:defRPr>
            </a:lvl4pPr>
            <a:lvl5pPr marL="2057400" indent="-228600">
              <a:defRPr sz="2500">
                <a:solidFill>
                  <a:schemeClr val="bg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9pPr>
          </a:lstStyle>
          <a:p>
            <a:r>
              <a:rPr lang="zh-CN" altLang="en-US" sz="2800" b="1">
                <a:solidFill>
                  <a:srgbClr val="121212"/>
                </a:solidFill>
                <a:latin typeface="-apple-system"/>
              </a:rPr>
              <a:t>指导</a:t>
            </a:r>
            <a:r>
              <a:rPr lang="en-US" altLang="zh-CN" sz="2800" b="1">
                <a:solidFill>
                  <a:srgbClr val="121212"/>
                </a:solidFill>
                <a:latin typeface="-apple-system"/>
              </a:rPr>
              <a:t>IP</a:t>
            </a:r>
            <a:r>
              <a:rPr lang="zh-CN" altLang="en-US" sz="2800" b="1">
                <a:solidFill>
                  <a:srgbClr val="121212"/>
                </a:solidFill>
                <a:latin typeface="-apple-system"/>
              </a:rPr>
              <a:t>报文转发的路径信息。</a:t>
            </a:r>
            <a:endParaRPr lang="zh-CN" altLang="en-US" sz="2800"/>
          </a:p>
        </p:txBody>
      </p:sp>
      <p:sp>
        <p:nvSpPr>
          <p:cNvPr id="10246" name="矩形 6"/>
          <p:cNvSpPr>
            <a:spLocks noChangeArrowheads="1"/>
          </p:cNvSpPr>
          <p:nvPr/>
        </p:nvSpPr>
        <p:spPr bwMode="auto">
          <a:xfrm>
            <a:off x="6012160" y="5960158"/>
            <a:ext cx="198002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500">
                <a:solidFill>
                  <a:schemeClr val="bg1"/>
                </a:solidFill>
                <a:latin typeface="黑体" panose="02010609060101010101" pitchFamily="49" charset="-122"/>
                <a:ea typeface="黑体" panose="02010609060101010101" pitchFamily="49" charset="-122"/>
              </a:defRPr>
            </a:lvl1pPr>
            <a:lvl2pPr marL="742950" indent="-285750">
              <a:defRPr sz="2500">
                <a:solidFill>
                  <a:schemeClr val="bg1"/>
                </a:solidFill>
                <a:latin typeface="黑体" panose="02010609060101010101" pitchFamily="49" charset="-122"/>
                <a:ea typeface="黑体" panose="02010609060101010101" pitchFamily="49" charset="-122"/>
              </a:defRPr>
            </a:lvl2pPr>
            <a:lvl3pPr marL="1143000" indent="-228600">
              <a:defRPr sz="2500">
                <a:solidFill>
                  <a:schemeClr val="bg1"/>
                </a:solidFill>
                <a:latin typeface="黑体" panose="02010609060101010101" pitchFamily="49" charset="-122"/>
                <a:ea typeface="黑体" panose="02010609060101010101" pitchFamily="49" charset="-122"/>
              </a:defRPr>
            </a:lvl3pPr>
            <a:lvl4pPr marL="1600200" indent="-228600">
              <a:defRPr sz="2500">
                <a:solidFill>
                  <a:schemeClr val="bg1"/>
                </a:solidFill>
                <a:latin typeface="黑体" panose="02010609060101010101" pitchFamily="49" charset="-122"/>
                <a:ea typeface="黑体" panose="02010609060101010101" pitchFamily="49" charset="-122"/>
              </a:defRPr>
            </a:lvl4pPr>
            <a:lvl5pPr marL="2057400" indent="-228600">
              <a:defRPr sz="2500">
                <a:solidFill>
                  <a:schemeClr val="bg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9pPr>
          </a:lstStyle>
          <a:p>
            <a:r>
              <a:rPr lang="zh-CN" altLang="en-US" sz="2000" dirty="0">
                <a:solidFill>
                  <a:srgbClr val="121212"/>
                </a:solidFill>
                <a:latin typeface="-apple-system"/>
              </a:rPr>
              <a:t>现实中的路由表</a:t>
            </a:r>
            <a:endParaRPr lang="zh-CN" altLang="en-US" sz="2000" dirty="0"/>
          </a:p>
        </p:txBody>
      </p:sp>
      <p:pic>
        <p:nvPicPr>
          <p:cNvPr id="3" name="图片 2">
            <a:extLst>
              <a:ext uri="{FF2B5EF4-FFF2-40B4-BE49-F238E27FC236}">
                <a16:creationId xmlns:a16="http://schemas.microsoft.com/office/drawing/2014/main" id="{9D04ED9F-4651-4B69-A938-012EBA13079E}"/>
              </a:ext>
            </a:extLst>
          </p:cNvPr>
          <p:cNvPicPr>
            <a:picLocks noChangeAspect="1"/>
          </p:cNvPicPr>
          <p:nvPr/>
        </p:nvPicPr>
        <p:blipFill>
          <a:blip r:embed="rId2"/>
          <a:stretch>
            <a:fillRect/>
          </a:stretch>
        </p:blipFill>
        <p:spPr>
          <a:xfrm>
            <a:off x="333009" y="1700809"/>
            <a:ext cx="4599031" cy="2491142"/>
          </a:xfrm>
          <a:prstGeom prst="rect">
            <a:avLst/>
          </a:prstGeom>
        </p:spPr>
      </p:pic>
      <p:pic>
        <p:nvPicPr>
          <p:cNvPr id="5" name="图片 4">
            <a:extLst>
              <a:ext uri="{FF2B5EF4-FFF2-40B4-BE49-F238E27FC236}">
                <a16:creationId xmlns:a16="http://schemas.microsoft.com/office/drawing/2014/main" id="{9A4E6D97-AEFA-4107-B9B8-64FCD2F464CE}"/>
              </a:ext>
            </a:extLst>
          </p:cNvPr>
          <p:cNvPicPr>
            <a:picLocks noChangeAspect="1"/>
          </p:cNvPicPr>
          <p:nvPr/>
        </p:nvPicPr>
        <p:blipFill>
          <a:blip r:embed="rId3"/>
          <a:stretch>
            <a:fillRect/>
          </a:stretch>
        </p:blipFill>
        <p:spPr>
          <a:xfrm>
            <a:off x="4797330" y="3573016"/>
            <a:ext cx="4433753" cy="2404079"/>
          </a:xfrm>
          <a:prstGeom prst="rect">
            <a:avLst/>
          </a:prstGeom>
        </p:spPr>
      </p:pic>
    </p:spTree>
  </p:cSld>
  <p:clrMapOvr>
    <a:masterClrMapping/>
  </p:clrMapOvr>
  <p:transition spd="slow"/>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矩形 3"/>
          <p:cNvSpPr>
            <a:spLocks noChangeArrowheads="1"/>
          </p:cNvSpPr>
          <p:nvPr/>
        </p:nvSpPr>
        <p:spPr bwMode="auto">
          <a:xfrm>
            <a:off x="621308" y="1001366"/>
            <a:ext cx="234791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500">
                <a:solidFill>
                  <a:schemeClr val="bg1"/>
                </a:solidFill>
                <a:latin typeface="黑体" panose="02010609060101010101" pitchFamily="49" charset="-122"/>
                <a:ea typeface="黑体" panose="02010609060101010101" pitchFamily="49" charset="-122"/>
              </a:defRPr>
            </a:lvl1pPr>
            <a:lvl2pPr marL="742950" indent="-285750">
              <a:defRPr sz="2500">
                <a:solidFill>
                  <a:schemeClr val="bg1"/>
                </a:solidFill>
                <a:latin typeface="黑体" panose="02010609060101010101" pitchFamily="49" charset="-122"/>
                <a:ea typeface="黑体" panose="02010609060101010101" pitchFamily="49" charset="-122"/>
              </a:defRPr>
            </a:lvl2pPr>
            <a:lvl3pPr marL="1143000" indent="-228600">
              <a:defRPr sz="2500">
                <a:solidFill>
                  <a:schemeClr val="bg1"/>
                </a:solidFill>
                <a:latin typeface="黑体" panose="02010609060101010101" pitchFamily="49" charset="-122"/>
                <a:ea typeface="黑体" panose="02010609060101010101" pitchFamily="49" charset="-122"/>
              </a:defRPr>
            </a:lvl3pPr>
            <a:lvl4pPr marL="1600200" indent="-228600">
              <a:defRPr sz="2500">
                <a:solidFill>
                  <a:schemeClr val="bg1"/>
                </a:solidFill>
                <a:latin typeface="黑体" panose="02010609060101010101" pitchFamily="49" charset="-122"/>
                <a:ea typeface="黑体" panose="02010609060101010101" pitchFamily="49" charset="-122"/>
              </a:defRPr>
            </a:lvl4pPr>
            <a:lvl5pPr marL="2057400" indent="-228600">
              <a:defRPr sz="2500">
                <a:solidFill>
                  <a:schemeClr val="bg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9pPr>
          </a:lstStyle>
          <a:p>
            <a:r>
              <a:rPr lang="zh-CN" altLang="en-US" sz="2800" b="1" dirty="0">
                <a:solidFill>
                  <a:srgbClr val="121212"/>
                </a:solidFill>
                <a:latin typeface="-apple-system"/>
              </a:rPr>
              <a:t>什么是路由？</a:t>
            </a:r>
          </a:p>
        </p:txBody>
      </p:sp>
      <p:sp>
        <p:nvSpPr>
          <p:cNvPr id="11267" name="矩形 4"/>
          <p:cNvSpPr>
            <a:spLocks noChangeArrowheads="1"/>
          </p:cNvSpPr>
          <p:nvPr/>
        </p:nvSpPr>
        <p:spPr bwMode="auto">
          <a:xfrm>
            <a:off x="2843808" y="980728"/>
            <a:ext cx="4875213"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500">
                <a:solidFill>
                  <a:schemeClr val="bg1"/>
                </a:solidFill>
                <a:latin typeface="黑体" panose="02010609060101010101" pitchFamily="49" charset="-122"/>
                <a:ea typeface="黑体" panose="02010609060101010101" pitchFamily="49" charset="-122"/>
              </a:defRPr>
            </a:lvl1pPr>
            <a:lvl2pPr marL="742950" indent="-285750">
              <a:defRPr sz="2500">
                <a:solidFill>
                  <a:schemeClr val="bg1"/>
                </a:solidFill>
                <a:latin typeface="黑体" panose="02010609060101010101" pitchFamily="49" charset="-122"/>
                <a:ea typeface="黑体" panose="02010609060101010101" pitchFamily="49" charset="-122"/>
              </a:defRPr>
            </a:lvl2pPr>
            <a:lvl3pPr marL="1143000" indent="-228600">
              <a:defRPr sz="2500">
                <a:solidFill>
                  <a:schemeClr val="bg1"/>
                </a:solidFill>
                <a:latin typeface="黑体" panose="02010609060101010101" pitchFamily="49" charset="-122"/>
                <a:ea typeface="黑体" panose="02010609060101010101" pitchFamily="49" charset="-122"/>
              </a:defRPr>
            </a:lvl3pPr>
            <a:lvl4pPr marL="1600200" indent="-228600">
              <a:defRPr sz="2500">
                <a:solidFill>
                  <a:schemeClr val="bg1"/>
                </a:solidFill>
                <a:latin typeface="黑体" panose="02010609060101010101" pitchFamily="49" charset="-122"/>
                <a:ea typeface="黑体" panose="02010609060101010101" pitchFamily="49" charset="-122"/>
              </a:defRPr>
            </a:lvl4pPr>
            <a:lvl5pPr marL="2057400" indent="-228600">
              <a:defRPr sz="2500">
                <a:solidFill>
                  <a:schemeClr val="bg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9pPr>
          </a:lstStyle>
          <a:p>
            <a:r>
              <a:rPr lang="zh-CN" altLang="en-US" sz="2800" b="1" dirty="0">
                <a:solidFill>
                  <a:srgbClr val="121212"/>
                </a:solidFill>
                <a:latin typeface="-apple-system"/>
              </a:rPr>
              <a:t>指导</a:t>
            </a:r>
            <a:r>
              <a:rPr lang="en-US" altLang="zh-CN" sz="2800" b="1" dirty="0">
                <a:solidFill>
                  <a:srgbClr val="121212"/>
                </a:solidFill>
                <a:latin typeface="-apple-system"/>
              </a:rPr>
              <a:t>IP</a:t>
            </a:r>
            <a:r>
              <a:rPr lang="zh-CN" altLang="en-US" sz="2800" b="1" dirty="0">
                <a:solidFill>
                  <a:srgbClr val="121212"/>
                </a:solidFill>
                <a:latin typeface="-apple-system"/>
              </a:rPr>
              <a:t>报文转发的路径信息。</a:t>
            </a:r>
            <a:endParaRPr lang="zh-CN" altLang="en-US" sz="2800" dirty="0"/>
          </a:p>
        </p:txBody>
      </p:sp>
      <p:sp>
        <p:nvSpPr>
          <p:cNvPr id="11268" name="矩形 1"/>
          <p:cNvSpPr>
            <a:spLocks noChangeArrowheads="1"/>
          </p:cNvSpPr>
          <p:nvPr/>
        </p:nvSpPr>
        <p:spPr bwMode="auto">
          <a:xfrm>
            <a:off x="766763" y="1773238"/>
            <a:ext cx="189547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500">
                <a:solidFill>
                  <a:schemeClr val="bg1"/>
                </a:solidFill>
                <a:latin typeface="黑体" panose="02010609060101010101" pitchFamily="49" charset="-122"/>
                <a:ea typeface="黑体" panose="02010609060101010101" pitchFamily="49" charset="-122"/>
              </a:defRPr>
            </a:lvl1pPr>
            <a:lvl2pPr marL="742950" indent="-285750">
              <a:defRPr sz="2500">
                <a:solidFill>
                  <a:schemeClr val="bg1"/>
                </a:solidFill>
                <a:latin typeface="黑体" panose="02010609060101010101" pitchFamily="49" charset="-122"/>
                <a:ea typeface="黑体" panose="02010609060101010101" pitchFamily="49" charset="-122"/>
              </a:defRPr>
            </a:lvl2pPr>
            <a:lvl3pPr marL="1143000" indent="-228600">
              <a:defRPr sz="2500">
                <a:solidFill>
                  <a:schemeClr val="bg1"/>
                </a:solidFill>
                <a:latin typeface="黑体" panose="02010609060101010101" pitchFamily="49" charset="-122"/>
                <a:ea typeface="黑体" panose="02010609060101010101" pitchFamily="49" charset="-122"/>
              </a:defRPr>
            </a:lvl3pPr>
            <a:lvl4pPr marL="1600200" indent="-228600">
              <a:defRPr sz="2500">
                <a:solidFill>
                  <a:schemeClr val="bg1"/>
                </a:solidFill>
                <a:latin typeface="黑体" panose="02010609060101010101" pitchFamily="49" charset="-122"/>
                <a:ea typeface="黑体" panose="02010609060101010101" pitchFamily="49" charset="-122"/>
              </a:defRPr>
            </a:lvl4pPr>
            <a:lvl5pPr marL="2057400" indent="-228600">
              <a:defRPr sz="2500">
                <a:solidFill>
                  <a:schemeClr val="bg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9pPr>
          </a:lstStyle>
          <a:p>
            <a:r>
              <a:rPr lang="en-US" altLang="zh-CN" sz="2400" b="1">
                <a:solidFill>
                  <a:srgbClr val="121212"/>
                </a:solidFill>
                <a:latin typeface="-apple-system"/>
              </a:rPr>
              <a:t>route PRINT</a:t>
            </a:r>
            <a:endParaRPr lang="zh-CN" altLang="en-US"/>
          </a:p>
        </p:txBody>
      </p:sp>
      <p:pic>
        <p:nvPicPr>
          <p:cNvPr id="11269" name="图片 7"/>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900113" y="2420938"/>
            <a:ext cx="7391400" cy="3368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ctrTitle"/>
          </p:nvPr>
        </p:nvSpPr>
        <p:spPr>
          <a:xfrm>
            <a:off x="3779838" y="3141663"/>
            <a:ext cx="1798637" cy="733425"/>
          </a:xfrm>
          <a:noFill/>
          <a:extLst>
            <a:ext uri="{91240B29-F687-4F45-9708-019B960494DF}">
              <a14:hiddenLine xmlns:a14="http://schemas.microsoft.com/office/drawing/2010/main" w="9525" cap="flat" cmpd="sng" algn="ctr">
                <a:solidFill>
                  <a:schemeClr val="tx1"/>
                </a:solidFill>
                <a:prstDash val="solid"/>
                <a:miter lim="800000"/>
                <a:headEnd/>
                <a:tailEnd/>
              </a14:hiddenLine>
            </a:ext>
          </a:extLst>
        </p:spPr>
        <p:txBody>
          <a:bodyPr/>
          <a:lstStyle/>
          <a:p>
            <a:pPr eaLnBrk="1" hangingPunct="1"/>
            <a:r>
              <a:rPr lang="zh-CN" altLang="en-US" sz="3200" b="1">
                <a:latin typeface="黑体" panose="02010609060101010101" pitchFamily="49" charset="-122"/>
                <a:ea typeface="黑体" panose="02010609060101010101" pitchFamily="49" charset="-122"/>
              </a:rPr>
              <a:t>路由表</a:t>
            </a:r>
          </a:p>
        </p:txBody>
      </p:sp>
    </p:spTree>
  </p:cSld>
  <p:clrMapOvr>
    <a:masterClrMapping/>
  </p:clrMapOvr>
  <p:transition spd="slow"/>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ctrTitle"/>
          </p:nvPr>
        </p:nvSpPr>
        <p:spPr>
          <a:xfrm>
            <a:off x="684213" y="836613"/>
            <a:ext cx="1798637" cy="733425"/>
          </a:xfrm>
          <a:noFill/>
          <a:extLst>
            <a:ext uri="{91240B29-F687-4F45-9708-019B960494DF}">
              <a14:hiddenLine xmlns:a14="http://schemas.microsoft.com/office/drawing/2010/main" w="9525" cap="flat" cmpd="sng" algn="ctr">
                <a:solidFill>
                  <a:schemeClr val="tx1"/>
                </a:solidFill>
                <a:prstDash val="solid"/>
                <a:miter lim="800000"/>
                <a:headEnd/>
                <a:tailEnd/>
              </a14:hiddenLine>
            </a:ext>
          </a:extLst>
        </p:spPr>
        <p:txBody>
          <a:bodyPr/>
          <a:lstStyle/>
          <a:p>
            <a:pPr eaLnBrk="1" hangingPunct="1"/>
            <a:r>
              <a:rPr lang="zh-CN" altLang="en-US" sz="3000" b="1">
                <a:latin typeface="黑体" panose="02010609060101010101" pitchFamily="49" charset="-122"/>
                <a:ea typeface="黑体" panose="02010609060101010101" pitchFamily="49" charset="-122"/>
              </a:rPr>
              <a:t>路由表</a:t>
            </a:r>
          </a:p>
        </p:txBody>
      </p:sp>
      <p:sp>
        <p:nvSpPr>
          <p:cNvPr id="23555" name="Text Box 3"/>
          <p:cNvSpPr txBox="1">
            <a:spLocks noChangeArrowheads="1"/>
          </p:cNvSpPr>
          <p:nvPr/>
        </p:nvSpPr>
        <p:spPr bwMode="auto">
          <a:xfrm>
            <a:off x="179388" y="2384425"/>
            <a:ext cx="8640762" cy="44867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399" algn="ctr">
                <a:solidFill>
                  <a:schemeClr val="bg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lnSpc>
                <a:spcPct val="120000"/>
              </a:lnSpc>
              <a:spcBef>
                <a:spcPct val="50000"/>
              </a:spcBef>
              <a:buClrTx/>
              <a:buFontTx/>
              <a:buNone/>
            </a:pPr>
            <a:r>
              <a:rPr lang="en-US" altLang="zh-CN" sz="2400" dirty="0">
                <a:latin typeface="微软雅黑" panose="020B0503020204020204" pitchFamily="34" charset="-122"/>
                <a:ea typeface="微软雅黑" panose="020B0503020204020204" pitchFamily="34" charset="-122"/>
              </a:rPr>
              <a:t>IP </a:t>
            </a:r>
            <a:r>
              <a:rPr lang="zh-CN" altLang="en-US" sz="2400" dirty="0">
                <a:latin typeface="微软雅黑" panose="020B0503020204020204" pitchFamily="34" charset="-122"/>
                <a:ea typeface="微软雅黑" panose="020B0503020204020204" pitchFamily="34" charset="-122"/>
              </a:rPr>
              <a:t>路由表包含下面这些列（字段）信息：</a:t>
            </a:r>
            <a:br>
              <a:rPr lang="zh-CN" altLang="en-US" sz="2400" dirty="0">
                <a:latin typeface="微软雅黑" panose="020B0503020204020204" pitchFamily="34" charset="-122"/>
                <a:ea typeface="微软雅黑" panose="020B0503020204020204" pitchFamily="34" charset="-122"/>
              </a:rPr>
            </a:br>
            <a:r>
              <a:rPr lang="zh-CN" altLang="en-US" sz="2400" dirty="0">
                <a:latin typeface="微软雅黑" panose="020B0503020204020204" pitchFamily="34" charset="-122"/>
                <a:ea typeface="微软雅黑" panose="020B0503020204020204" pitchFamily="34" charset="-122"/>
              </a:rPr>
              <a:t>　　●</a:t>
            </a:r>
            <a:r>
              <a:rPr lang="zh-CN" altLang="en-US" sz="2400" dirty="0">
                <a:solidFill>
                  <a:srgbClr val="0000CC"/>
                </a:solidFill>
                <a:latin typeface="微软雅黑" panose="020B0503020204020204" pitchFamily="34" charset="-122"/>
                <a:ea typeface="微软雅黑" panose="020B0503020204020204" pitchFamily="34" charset="-122"/>
              </a:rPr>
              <a:t>目标</a:t>
            </a:r>
            <a:r>
              <a:rPr lang="en-US" altLang="zh-CN" sz="2400" dirty="0">
                <a:solidFill>
                  <a:srgbClr val="0000CC"/>
                </a:solidFill>
                <a:latin typeface="微软雅黑" panose="020B0503020204020204" pitchFamily="34" charset="-122"/>
                <a:ea typeface="微软雅黑" panose="020B0503020204020204" pitchFamily="34" charset="-122"/>
              </a:rPr>
              <a:t>IP</a:t>
            </a:r>
            <a:r>
              <a:rPr lang="zh-CN" altLang="en-US" sz="2400" dirty="0">
                <a:solidFill>
                  <a:srgbClr val="0000CC"/>
                </a:solidFill>
                <a:latin typeface="微软雅黑" panose="020B0503020204020204" pitchFamily="34" charset="-122"/>
                <a:ea typeface="微软雅黑" panose="020B0503020204020204" pitchFamily="34" charset="-122"/>
              </a:rPr>
              <a:t>地址（</a:t>
            </a:r>
            <a:r>
              <a:rPr lang="en-US" altLang="zh-CN" sz="2400" dirty="0">
                <a:solidFill>
                  <a:srgbClr val="0000CC"/>
                </a:solidFill>
                <a:latin typeface="微软雅黑" panose="020B0503020204020204" pitchFamily="34" charset="-122"/>
                <a:ea typeface="微软雅黑" panose="020B0503020204020204" pitchFamily="34" charset="-122"/>
              </a:rPr>
              <a:t>Network Destination</a:t>
            </a:r>
            <a:r>
              <a:rPr lang="zh-CN" altLang="en-US" sz="2400" dirty="0">
                <a:solidFill>
                  <a:srgbClr val="0000CC"/>
                </a:solidFill>
                <a:latin typeface="微软雅黑" panose="020B0503020204020204" pitchFamily="34" charset="-122"/>
                <a:ea typeface="微软雅黑" panose="020B0503020204020204" pitchFamily="34" charset="-122"/>
              </a:rPr>
              <a:t>）</a:t>
            </a:r>
            <a:br>
              <a:rPr lang="zh-CN" altLang="en-US" sz="2400" dirty="0">
                <a:latin typeface="微软雅黑" panose="020B0503020204020204" pitchFamily="34" charset="-122"/>
                <a:ea typeface="微软雅黑" panose="020B0503020204020204" pitchFamily="34" charset="-122"/>
              </a:rPr>
            </a:br>
            <a:r>
              <a:rPr lang="zh-CN" altLang="en-US" sz="2400" dirty="0">
                <a:latin typeface="微软雅黑" panose="020B0503020204020204" pitchFamily="34" charset="-122"/>
                <a:ea typeface="微软雅黑" panose="020B0503020204020204" pitchFamily="34" charset="-122"/>
              </a:rPr>
              <a:t>　　目标</a:t>
            </a:r>
            <a:r>
              <a:rPr lang="en-US" altLang="zh-CN" sz="2400" dirty="0">
                <a:latin typeface="微软雅黑" panose="020B0503020204020204" pitchFamily="34" charset="-122"/>
                <a:ea typeface="微软雅黑" panose="020B0503020204020204" pitchFamily="34" charset="-122"/>
              </a:rPr>
              <a:t>IP</a:t>
            </a:r>
            <a:r>
              <a:rPr lang="zh-CN" altLang="en-US" sz="2400" dirty="0">
                <a:latin typeface="微软雅黑" panose="020B0503020204020204" pitchFamily="34" charset="-122"/>
                <a:ea typeface="微软雅黑" panose="020B0503020204020204" pitchFamily="34" charset="-122"/>
              </a:rPr>
              <a:t>地址是目标主机、子网地址、网络地址或默认路由。默认路由为 </a:t>
            </a:r>
            <a:r>
              <a:rPr lang="en-US" altLang="zh-CN" sz="2400" dirty="0">
                <a:latin typeface="微软雅黑" panose="020B0503020204020204" pitchFamily="34" charset="-122"/>
                <a:ea typeface="微软雅黑" panose="020B0503020204020204" pitchFamily="34" charset="-122"/>
              </a:rPr>
              <a:t>0.0.0.0</a:t>
            </a:r>
            <a:r>
              <a:rPr lang="zh-CN" altLang="en-US" sz="2400" dirty="0">
                <a:latin typeface="微软雅黑" panose="020B0503020204020204" pitchFamily="34" charset="-122"/>
                <a:ea typeface="微软雅黑" panose="020B0503020204020204" pitchFamily="34" charset="-122"/>
              </a:rPr>
              <a:t>。</a:t>
            </a:r>
            <a:br>
              <a:rPr lang="zh-CN" altLang="en-US" sz="2400" dirty="0">
                <a:latin typeface="微软雅黑" panose="020B0503020204020204" pitchFamily="34" charset="-122"/>
                <a:ea typeface="微软雅黑" panose="020B0503020204020204" pitchFamily="34" charset="-122"/>
              </a:rPr>
            </a:br>
            <a:r>
              <a:rPr lang="zh-CN" altLang="en-US" sz="2400" dirty="0">
                <a:latin typeface="微软雅黑" panose="020B0503020204020204" pitchFamily="34" charset="-122"/>
                <a:ea typeface="微软雅黑" panose="020B0503020204020204" pitchFamily="34" charset="-122"/>
              </a:rPr>
              <a:t>　　●</a:t>
            </a:r>
            <a:r>
              <a:rPr lang="zh-CN" altLang="en-US" sz="2400" dirty="0">
                <a:solidFill>
                  <a:srgbClr val="0000CC"/>
                </a:solidFill>
                <a:latin typeface="微软雅黑" panose="020B0503020204020204" pitchFamily="34" charset="-122"/>
                <a:ea typeface="微软雅黑" panose="020B0503020204020204" pitchFamily="34" charset="-122"/>
              </a:rPr>
              <a:t>网络掩码（</a:t>
            </a:r>
            <a:r>
              <a:rPr lang="en-US" altLang="zh-CN" sz="2400" dirty="0">
                <a:solidFill>
                  <a:srgbClr val="0000CC"/>
                </a:solidFill>
                <a:latin typeface="微软雅黑" panose="020B0503020204020204" pitchFamily="34" charset="-122"/>
                <a:ea typeface="微软雅黑" panose="020B0503020204020204" pitchFamily="34" charset="-122"/>
              </a:rPr>
              <a:t>Netmask</a:t>
            </a:r>
            <a:r>
              <a:rPr lang="zh-CN" altLang="en-US" sz="2400" dirty="0">
                <a:solidFill>
                  <a:srgbClr val="0000CC"/>
                </a:solidFill>
                <a:latin typeface="微软雅黑" panose="020B0503020204020204" pitchFamily="34" charset="-122"/>
                <a:ea typeface="微软雅黑" panose="020B0503020204020204" pitchFamily="34" charset="-122"/>
              </a:rPr>
              <a:t>）</a:t>
            </a:r>
            <a:br>
              <a:rPr lang="zh-CN" altLang="en-US" sz="2400" dirty="0">
                <a:latin typeface="微软雅黑" panose="020B0503020204020204" pitchFamily="34" charset="-122"/>
                <a:ea typeface="微软雅黑" panose="020B0503020204020204" pitchFamily="34" charset="-122"/>
              </a:rPr>
            </a:br>
            <a:r>
              <a:rPr lang="zh-CN" altLang="en-US" sz="2400" dirty="0">
                <a:latin typeface="微软雅黑" panose="020B0503020204020204" pitchFamily="34" charset="-122"/>
                <a:ea typeface="微软雅黑" panose="020B0503020204020204" pitchFamily="34" charset="-122"/>
              </a:rPr>
              <a:t>　　网络掩码与目标位置结合使用以决定使用路由的时间。例如，主机路由的掩码为 </a:t>
            </a:r>
            <a:r>
              <a:rPr lang="en-US" altLang="zh-CN" sz="2400" dirty="0">
                <a:latin typeface="微软雅黑" panose="020B0503020204020204" pitchFamily="34" charset="-122"/>
                <a:ea typeface="微软雅黑" panose="020B0503020204020204" pitchFamily="34" charset="-122"/>
              </a:rPr>
              <a:t>255.255.255.255</a:t>
            </a:r>
            <a:r>
              <a:rPr lang="zh-CN" altLang="en-US" sz="2400" dirty="0">
                <a:latin typeface="微软雅黑" panose="020B0503020204020204" pitchFamily="34" charset="-122"/>
                <a:ea typeface="微软雅黑" panose="020B0503020204020204" pitchFamily="34" charset="-122"/>
              </a:rPr>
              <a:t>，默认路由的掩码为 </a:t>
            </a:r>
            <a:r>
              <a:rPr lang="en-US" altLang="zh-CN" sz="2400" dirty="0">
                <a:latin typeface="微软雅黑" panose="020B0503020204020204" pitchFamily="34" charset="-122"/>
                <a:ea typeface="微软雅黑" panose="020B0503020204020204" pitchFamily="34" charset="-122"/>
              </a:rPr>
              <a:t>0.0.0.0</a:t>
            </a:r>
            <a:r>
              <a:rPr lang="zh-CN" altLang="en-US" sz="2400" dirty="0">
                <a:latin typeface="微软雅黑" panose="020B0503020204020204" pitchFamily="34" charset="-122"/>
                <a:ea typeface="微软雅黑" panose="020B0503020204020204" pitchFamily="34" charset="-122"/>
              </a:rPr>
              <a:t>，而子网或网络路由的掩码在这两个极限值之间。</a:t>
            </a:r>
            <a:br>
              <a:rPr lang="zh-CN" altLang="en-US" sz="2400" dirty="0">
                <a:latin typeface="微软雅黑" panose="020B0503020204020204" pitchFamily="34" charset="-122"/>
                <a:ea typeface="微软雅黑" panose="020B0503020204020204" pitchFamily="34" charset="-122"/>
              </a:rPr>
            </a:br>
            <a:br>
              <a:rPr lang="zh-CN" altLang="en-US" sz="2400" dirty="0">
                <a:latin typeface="微软雅黑" panose="020B0503020204020204" pitchFamily="34" charset="-122"/>
                <a:ea typeface="微软雅黑" panose="020B0503020204020204" pitchFamily="34" charset="-122"/>
              </a:rPr>
            </a:br>
            <a:r>
              <a:rPr lang="zh-CN" altLang="en-US" sz="2400" dirty="0">
                <a:latin typeface="微软雅黑" panose="020B0503020204020204" pitchFamily="34" charset="-122"/>
                <a:ea typeface="微软雅黑" panose="020B0503020204020204" pitchFamily="34" charset="-122"/>
              </a:rPr>
              <a:t>　　</a:t>
            </a:r>
          </a:p>
        </p:txBody>
      </p:sp>
      <p:pic>
        <p:nvPicPr>
          <p:cNvPr id="23556"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36813" y="12700"/>
            <a:ext cx="6707187" cy="2047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ctrTitle"/>
          </p:nvPr>
        </p:nvSpPr>
        <p:spPr>
          <a:xfrm>
            <a:off x="755650" y="981075"/>
            <a:ext cx="1870075" cy="588963"/>
          </a:xfrm>
          <a:noFill/>
          <a:extLst>
            <a:ext uri="{91240B29-F687-4F45-9708-019B960494DF}">
              <a14:hiddenLine xmlns:a14="http://schemas.microsoft.com/office/drawing/2010/main" w="9525" cap="flat" cmpd="sng" algn="ctr">
                <a:solidFill>
                  <a:schemeClr val="tx1"/>
                </a:solidFill>
                <a:prstDash val="solid"/>
                <a:miter lim="800000"/>
                <a:headEnd/>
                <a:tailEnd/>
              </a14:hiddenLine>
            </a:ext>
          </a:extLst>
        </p:spPr>
        <p:txBody>
          <a:bodyPr/>
          <a:lstStyle/>
          <a:p>
            <a:pPr eaLnBrk="1" hangingPunct="1"/>
            <a:r>
              <a:rPr lang="zh-CN" altLang="en-US" sz="3000" b="1">
                <a:latin typeface="黑体" panose="02010609060101010101" pitchFamily="49" charset="-122"/>
                <a:ea typeface="黑体" panose="02010609060101010101" pitchFamily="49" charset="-122"/>
              </a:rPr>
              <a:t>路由表</a:t>
            </a:r>
          </a:p>
        </p:txBody>
      </p:sp>
      <p:sp>
        <p:nvSpPr>
          <p:cNvPr id="24579" name="Text Box 3"/>
          <p:cNvSpPr txBox="1">
            <a:spLocks noChangeArrowheads="1"/>
          </p:cNvSpPr>
          <p:nvPr/>
        </p:nvSpPr>
        <p:spPr bwMode="auto">
          <a:xfrm>
            <a:off x="373280" y="2348880"/>
            <a:ext cx="8748712" cy="40435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399" algn="ctr">
                <a:solidFill>
                  <a:schemeClr val="bg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defPPr>
              <a:defRPr lang="en-US"/>
            </a:defPPr>
            <a:lvl1pPr eaLnBrk="1" hangingPunct="1">
              <a:lnSpc>
                <a:spcPct val="120000"/>
              </a:lnSpc>
              <a:spcBef>
                <a:spcPct val="50000"/>
              </a:spcBef>
              <a:buClrTx/>
              <a:buFontTx/>
              <a:buNone/>
              <a:defRPr sz="2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ts val="0"/>
              </a:spcBef>
            </a:pPr>
            <a:r>
              <a:rPr lang="en-US" altLang="zh-CN" dirty="0"/>
              <a:t>IP </a:t>
            </a:r>
            <a:r>
              <a:rPr lang="zh-CN" altLang="en-US" dirty="0"/>
              <a:t>路由表包含下面这些列（字段）信息（续）：</a:t>
            </a:r>
            <a:br>
              <a:rPr lang="zh-CN" altLang="en-US" dirty="0"/>
            </a:br>
            <a:r>
              <a:rPr lang="zh-CN" altLang="en-US" dirty="0">
                <a:solidFill>
                  <a:srgbClr val="0070C0"/>
                </a:solidFill>
              </a:rPr>
              <a:t>　　●网关（</a:t>
            </a:r>
            <a:r>
              <a:rPr lang="en-US" altLang="zh-CN" dirty="0">
                <a:solidFill>
                  <a:srgbClr val="0070C0"/>
                </a:solidFill>
              </a:rPr>
              <a:t>Gateway)</a:t>
            </a:r>
            <a:br>
              <a:rPr lang="en-US" altLang="zh-CN" dirty="0"/>
            </a:br>
            <a:r>
              <a:rPr lang="zh-CN" altLang="en-US" dirty="0"/>
              <a:t>　　网关是数据包需要发送到的下一个路由器的 </a:t>
            </a:r>
            <a:r>
              <a:rPr lang="en-US" altLang="zh-CN" dirty="0"/>
              <a:t>IP </a:t>
            </a:r>
            <a:r>
              <a:rPr lang="zh-CN" altLang="en-US" dirty="0"/>
              <a:t>地址。</a:t>
            </a:r>
          </a:p>
          <a:p>
            <a:pPr>
              <a:spcBef>
                <a:spcPts val="0"/>
              </a:spcBef>
            </a:pPr>
            <a:r>
              <a:rPr lang="zh-CN" altLang="en-US" dirty="0"/>
              <a:t>　</a:t>
            </a:r>
            <a:r>
              <a:rPr lang="zh-CN" altLang="en-US" dirty="0">
                <a:solidFill>
                  <a:srgbClr val="0070C0"/>
                </a:solidFill>
              </a:rPr>
              <a:t>　●接口（</a:t>
            </a:r>
            <a:r>
              <a:rPr lang="en-US" altLang="zh-CN" dirty="0">
                <a:solidFill>
                  <a:srgbClr val="0070C0"/>
                </a:solidFill>
              </a:rPr>
              <a:t>Interface)</a:t>
            </a:r>
            <a:br>
              <a:rPr lang="en-US" altLang="zh-CN" dirty="0"/>
            </a:br>
            <a:r>
              <a:rPr lang="zh-CN" altLang="en-US" dirty="0"/>
              <a:t>　　接口表明用于接通下一个路由器的 </a:t>
            </a:r>
            <a:r>
              <a:rPr lang="en-US" altLang="zh-CN" dirty="0"/>
              <a:t>LAN </a:t>
            </a:r>
            <a:r>
              <a:rPr lang="zh-CN" altLang="en-US" dirty="0"/>
              <a:t>或请求拨号接口。</a:t>
            </a:r>
            <a:br>
              <a:rPr lang="zh-CN" altLang="en-US" dirty="0"/>
            </a:br>
            <a:r>
              <a:rPr lang="zh-CN" altLang="en-US" dirty="0"/>
              <a:t>　</a:t>
            </a:r>
            <a:r>
              <a:rPr lang="zh-CN" altLang="en-US" dirty="0">
                <a:solidFill>
                  <a:srgbClr val="0070C0"/>
                </a:solidFill>
              </a:rPr>
              <a:t>　●跃点数（</a:t>
            </a:r>
            <a:r>
              <a:rPr lang="en-US" altLang="zh-CN" dirty="0">
                <a:solidFill>
                  <a:srgbClr val="0070C0"/>
                </a:solidFill>
              </a:rPr>
              <a:t>Metric)</a:t>
            </a:r>
            <a:br>
              <a:rPr lang="en-US" altLang="zh-CN" dirty="0"/>
            </a:br>
            <a:r>
              <a:rPr lang="zh-CN" altLang="en-US" dirty="0"/>
              <a:t>　　跃点数表明使用本路由到达目标位置的相对成本。常用指标为跃点，或到达目标位置所通过的路由器数目。如果有多个相同目标位置的路由，跃点数最低的路由为最佳路由。 </a:t>
            </a:r>
          </a:p>
        </p:txBody>
      </p:sp>
      <p:pic>
        <p:nvPicPr>
          <p:cNvPr id="24580"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60650" y="-7938"/>
            <a:ext cx="6483350" cy="19780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ctrTitle"/>
          </p:nvPr>
        </p:nvSpPr>
        <p:spPr>
          <a:noFill/>
          <a:extLst>
            <a:ext uri="{91240B29-F687-4F45-9708-019B960494DF}">
              <a14:hiddenLine xmlns:a14="http://schemas.microsoft.com/office/drawing/2010/main" w="9525" cap="flat" cmpd="sng" algn="ctr">
                <a:solidFill>
                  <a:schemeClr val="tx1"/>
                </a:solidFill>
                <a:prstDash val="solid"/>
                <a:miter lim="800000"/>
                <a:headEnd/>
                <a:tailEnd/>
              </a14:hiddenLine>
            </a:ext>
          </a:extLst>
        </p:spPr>
        <p:txBody>
          <a:bodyPr/>
          <a:lstStyle/>
          <a:p>
            <a:pPr eaLnBrk="1" hangingPunct="1"/>
            <a:r>
              <a:rPr lang="zh-CN" altLang="en-US" sz="3000" b="1">
                <a:latin typeface="黑体" panose="02010609060101010101" pitchFamily="49" charset="-122"/>
                <a:ea typeface="黑体" panose="02010609060101010101" pitchFamily="49" charset="-122"/>
              </a:rPr>
              <a:t>路由表</a:t>
            </a:r>
          </a:p>
        </p:txBody>
      </p:sp>
      <p:pic>
        <p:nvPicPr>
          <p:cNvPr id="25603"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77788"/>
            <a:ext cx="9109075" cy="2781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04"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2708275"/>
            <a:ext cx="9144000" cy="414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advClick="0"/>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ctrTitle"/>
          </p:nvPr>
        </p:nvSpPr>
        <p:spPr>
          <a:xfrm>
            <a:off x="755650" y="895350"/>
            <a:ext cx="4752975" cy="661988"/>
          </a:xfrm>
          <a:noFill/>
          <a:extLst>
            <a:ext uri="{91240B29-F687-4F45-9708-019B960494DF}">
              <a14:hiddenLine xmlns:a14="http://schemas.microsoft.com/office/drawing/2010/main" w="9525" cap="flat" cmpd="sng" algn="ctr">
                <a:solidFill>
                  <a:schemeClr val="tx1"/>
                </a:solidFill>
                <a:prstDash val="solid"/>
                <a:miter lim="800000"/>
                <a:headEnd/>
                <a:tailEnd/>
              </a14:hiddenLine>
            </a:ext>
          </a:extLst>
        </p:spPr>
        <p:txBody>
          <a:bodyPr/>
          <a:lstStyle/>
          <a:p>
            <a:pPr eaLnBrk="1" hangingPunct="1"/>
            <a:r>
              <a:rPr lang="zh-CN" altLang="en-US" sz="2800" b="1" dirty="0">
                <a:latin typeface="微软雅黑" panose="020B0503020204020204" pitchFamily="34" charset="-122"/>
                <a:ea typeface="微软雅黑" panose="020B0503020204020204" pitchFamily="34" charset="-122"/>
              </a:rPr>
              <a:t>网络层转发分组的过程</a:t>
            </a:r>
            <a:endParaRPr lang="zh-CN" altLang="en-US" sz="2800" dirty="0">
              <a:latin typeface="微软雅黑" panose="020B0503020204020204" pitchFamily="34" charset="-122"/>
              <a:ea typeface="微软雅黑" panose="020B0503020204020204" pitchFamily="34" charset="-122"/>
            </a:endParaRPr>
          </a:p>
        </p:txBody>
      </p:sp>
      <p:sp>
        <p:nvSpPr>
          <p:cNvPr id="1077251" name="Text Box 3"/>
          <p:cNvSpPr txBox="1">
            <a:spLocks noChangeArrowheads="1"/>
          </p:cNvSpPr>
          <p:nvPr/>
        </p:nvSpPr>
        <p:spPr bwMode="auto">
          <a:xfrm>
            <a:off x="107950" y="1628775"/>
            <a:ext cx="9036050" cy="4967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399" algn="ctr">
                <a:solidFill>
                  <a:schemeClr val="bg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lnSpc>
                <a:spcPct val="120000"/>
              </a:lnSpc>
              <a:spcBef>
                <a:spcPct val="0"/>
              </a:spcBef>
              <a:buClrTx/>
              <a:buFontTx/>
              <a:buNone/>
            </a:pPr>
            <a:r>
              <a:rPr lang="en-US" altLang="zh-CN" sz="2400" dirty="0">
                <a:latin typeface="微软雅黑" panose="020B0503020204020204" pitchFamily="34" charset="-122"/>
                <a:ea typeface="微软雅黑" panose="020B0503020204020204" pitchFamily="34" charset="-122"/>
              </a:rPr>
              <a:t>  (1) </a:t>
            </a:r>
            <a:r>
              <a:rPr lang="zh-CN" altLang="en-US" sz="2400" dirty="0">
                <a:latin typeface="微软雅黑" panose="020B0503020204020204" pitchFamily="34" charset="-122"/>
                <a:ea typeface="微软雅黑" panose="020B0503020204020204" pitchFamily="34" charset="-122"/>
              </a:rPr>
              <a:t>将</a:t>
            </a:r>
            <a:r>
              <a:rPr lang="en-US" altLang="zh-CN" sz="2400" dirty="0">
                <a:latin typeface="微软雅黑" panose="020B0503020204020204" pitchFamily="34" charset="-122"/>
                <a:ea typeface="微软雅黑" panose="020B0503020204020204" pitchFamily="34" charset="-122"/>
              </a:rPr>
              <a:t>IP</a:t>
            </a:r>
            <a:r>
              <a:rPr lang="zh-CN" altLang="en-US" sz="2400" dirty="0">
                <a:latin typeface="微软雅黑" panose="020B0503020204020204" pitchFamily="34" charset="-122"/>
                <a:ea typeface="微软雅黑" panose="020B0503020204020204" pitchFamily="34" charset="-122"/>
              </a:rPr>
              <a:t>封包的目的</a:t>
            </a:r>
            <a:r>
              <a:rPr lang="en-US" altLang="zh-CN" sz="2400" dirty="0">
                <a:latin typeface="微软雅黑" panose="020B0503020204020204" pitchFamily="34" charset="-122"/>
                <a:ea typeface="微软雅黑" panose="020B0503020204020204" pitchFamily="34" charset="-122"/>
              </a:rPr>
              <a:t>IP</a:t>
            </a:r>
            <a:r>
              <a:rPr lang="zh-CN" altLang="en-US" sz="2400" dirty="0">
                <a:latin typeface="微软雅黑" panose="020B0503020204020204" pitchFamily="34" charset="-122"/>
                <a:ea typeface="微软雅黑" panose="020B0503020204020204" pitchFamily="34" charset="-122"/>
              </a:rPr>
              <a:t>地址与路由记录的</a:t>
            </a:r>
            <a:r>
              <a:rPr lang="en-US" altLang="zh-CN" sz="2400" dirty="0">
                <a:latin typeface="微软雅黑" panose="020B0503020204020204" pitchFamily="34" charset="-122"/>
                <a:ea typeface="微软雅黑" panose="020B0503020204020204" pitchFamily="34" charset="-122"/>
              </a:rPr>
              <a:t>Netmask</a:t>
            </a:r>
            <a:r>
              <a:rPr lang="zh-CN" altLang="en-US" sz="2400" dirty="0">
                <a:latin typeface="微软雅黑" panose="020B0503020204020204" pitchFamily="34" charset="-122"/>
                <a:ea typeface="微软雅黑" panose="020B0503020204020204" pitchFamily="34" charset="-122"/>
              </a:rPr>
              <a:t>（网络掩码）做位</a:t>
            </a:r>
            <a:r>
              <a:rPr lang="en-US" altLang="zh-CN" sz="2400" dirty="0">
                <a:latin typeface="微软雅黑" panose="020B0503020204020204" pitchFamily="34" charset="-122"/>
                <a:ea typeface="微软雅黑" panose="020B0503020204020204" pitchFamily="34" charset="-122"/>
              </a:rPr>
              <a:t>AND</a:t>
            </a:r>
            <a:r>
              <a:rPr lang="zh-CN" altLang="en-US" sz="2400" dirty="0">
                <a:latin typeface="微软雅黑" panose="020B0503020204020204" pitchFamily="34" charset="-122"/>
                <a:ea typeface="微软雅黑" panose="020B0503020204020204" pitchFamily="34" charset="-122"/>
              </a:rPr>
              <a:t>运算。</a:t>
            </a:r>
            <a:endParaRPr lang="en-US" altLang="zh-CN" sz="2400" dirty="0">
              <a:latin typeface="微软雅黑" panose="020B0503020204020204" pitchFamily="34" charset="-122"/>
              <a:ea typeface="微软雅黑" panose="020B0503020204020204" pitchFamily="34" charset="-122"/>
            </a:endParaRPr>
          </a:p>
          <a:p>
            <a:pPr eaLnBrk="1" hangingPunct="1">
              <a:lnSpc>
                <a:spcPct val="120000"/>
              </a:lnSpc>
              <a:spcBef>
                <a:spcPct val="0"/>
              </a:spcBef>
              <a:buClrTx/>
              <a:buFontTx/>
              <a:buNone/>
            </a:pPr>
            <a:r>
              <a:rPr lang="en-US" altLang="zh-CN" sz="2400" dirty="0">
                <a:solidFill>
                  <a:srgbClr val="0000CC"/>
                </a:solidFill>
                <a:latin typeface="微软雅黑" panose="020B0503020204020204" pitchFamily="34" charset="-122"/>
                <a:ea typeface="微软雅黑" panose="020B0503020204020204" pitchFamily="34" charset="-122"/>
              </a:rPr>
              <a:t>  (2)</a:t>
            </a:r>
            <a:r>
              <a:rPr lang="zh-CN" altLang="en-US" sz="2400" dirty="0">
                <a:solidFill>
                  <a:srgbClr val="0000CC"/>
                </a:solidFill>
                <a:latin typeface="微软雅黑" panose="020B0503020204020204" pitchFamily="34" charset="-122"/>
                <a:ea typeface="微软雅黑" panose="020B0503020204020204" pitchFamily="34" charset="-122"/>
              </a:rPr>
              <a:t>将上述结果与路由记录的</a:t>
            </a:r>
            <a:r>
              <a:rPr lang="en-US" altLang="zh-CN" sz="2400" dirty="0">
                <a:solidFill>
                  <a:srgbClr val="0000CC"/>
                </a:solidFill>
                <a:latin typeface="微软雅黑" panose="020B0503020204020204" pitchFamily="34" charset="-122"/>
                <a:ea typeface="微软雅黑" panose="020B0503020204020204" pitchFamily="34" charset="-122"/>
              </a:rPr>
              <a:t>Network</a:t>
            </a:r>
            <a:r>
              <a:rPr lang="zh-CN" altLang="en-US" sz="2400" dirty="0">
                <a:solidFill>
                  <a:srgbClr val="0000CC"/>
                </a:solidFill>
                <a:latin typeface="微软雅黑" panose="020B0503020204020204" pitchFamily="34" charset="-122"/>
                <a:ea typeface="微软雅黑" panose="020B0503020204020204" pitchFamily="34" charset="-122"/>
              </a:rPr>
              <a:t>　</a:t>
            </a:r>
            <a:r>
              <a:rPr lang="en-US" altLang="zh-CN" sz="2400" dirty="0">
                <a:solidFill>
                  <a:srgbClr val="0000CC"/>
                </a:solidFill>
                <a:latin typeface="微软雅黑" panose="020B0503020204020204" pitchFamily="34" charset="-122"/>
                <a:ea typeface="微软雅黑" panose="020B0503020204020204" pitchFamily="34" charset="-122"/>
              </a:rPr>
              <a:t>Destination</a:t>
            </a:r>
            <a:r>
              <a:rPr lang="zh-CN" altLang="en-US" sz="2400" dirty="0">
                <a:solidFill>
                  <a:srgbClr val="0000CC"/>
                </a:solidFill>
                <a:latin typeface="微软雅黑" panose="020B0503020204020204" pitchFamily="34" charset="-122"/>
                <a:ea typeface="微软雅黑" panose="020B0503020204020204" pitchFamily="34" charset="-122"/>
              </a:rPr>
              <a:t>（目的</a:t>
            </a:r>
            <a:r>
              <a:rPr lang="en-US" altLang="zh-CN" sz="2400" dirty="0">
                <a:solidFill>
                  <a:srgbClr val="0000CC"/>
                </a:solidFill>
                <a:latin typeface="微软雅黑" panose="020B0503020204020204" pitchFamily="34" charset="-122"/>
                <a:ea typeface="微软雅黑" panose="020B0503020204020204" pitchFamily="34" charset="-122"/>
              </a:rPr>
              <a:t>IP</a:t>
            </a:r>
            <a:r>
              <a:rPr lang="zh-CN" altLang="en-US" sz="2400" dirty="0">
                <a:solidFill>
                  <a:srgbClr val="0000CC"/>
                </a:solidFill>
                <a:latin typeface="微软雅黑" panose="020B0503020204020204" pitchFamily="34" charset="-122"/>
                <a:ea typeface="微软雅黑" panose="020B0503020204020204" pitchFamily="34" charset="-122"/>
              </a:rPr>
              <a:t>地址）比较，若两者相同，才代表</a:t>
            </a:r>
            <a:r>
              <a:rPr lang="en-US" altLang="zh-CN" sz="2400" dirty="0">
                <a:solidFill>
                  <a:srgbClr val="0000CC"/>
                </a:solidFill>
                <a:latin typeface="微软雅黑" panose="020B0503020204020204" pitchFamily="34" charset="-122"/>
                <a:ea typeface="微软雅黑" panose="020B0503020204020204" pitchFamily="34" charset="-122"/>
              </a:rPr>
              <a:t>IP</a:t>
            </a:r>
            <a:r>
              <a:rPr lang="zh-CN" altLang="en-US" sz="2400" dirty="0">
                <a:solidFill>
                  <a:srgbClr val="0000CC"/>
                </a:solidFill>
                <a:latin typeface="微软雅黑" panose="020B0503020204020204" pitchFamily="34" charset="-122"/>
                <a:ea typeface="微软雅黑" panose="020B0503020204020204" pitchFamily="34" charset="-122"/>
              </a:rPr>
              <a:t>封包适用该路由记录。若找不到任何适用的记录，则使用默认路由</a:t>
            </a:r>
            <a:r>
              <a:rPr lang="en-US" altLang="zh-CN" sz="2400" dirty="0">
                <a:solidFill>
                  <a:srgbClr val="0000CC"/>
                </a:solidFill>
                <a:latin typeface="微软雅黑" panose="020B0503020204020204" pitchFamily="34" charset="-122"/>
                <a:ea typeface="微软雅黑" panose="020B0503020204020204" pitchFamily="34" charset="-122"/>
              </a:rPr>
              <a:t>(default)</a:t>
            </a:r>
            <a:r>
              <a:rPr lang="zh-CN" altLang="en-US" sz="2400" dirty="0">
                <a:solidFill>
                  <a:srgbClr val="0000CC"/>
                </a:solidFill>
                <a:latin typeface="微软雅黑" panose="020B0503020204020204" pitchFamily="34" charset="-122"/>
                <a:ea typeface="微软雅黑" panose="020B0503020204020204" pitchFamily="34" charset="-122"/>
              </a:rPr>
              <a:t>，亦即将封包按照默认路由来处理。</a:t>
            </a:r>
            <a:endParaRPr lang="zh-CN" altLang="en-US" sz="2400" dirty="0">
              <a:latin typeface="微软雅黑" panose="020B0503020204020204" pitchFamily="34" charset="-122"/>
              <a:ea typeface="微软雅黑" panose="020B0503020204020204" pitchFamily="34" charset="-122"/>
            </a:endParaRPr>
          </a:p>
          <a:p>
            <a:pPr eaLnBrk="1" hangingPunct="1">
              <a:lnSpc>
                <a:spcPct val="120000"/>
              </a:lnSpc>
              <a:spcBef>
                <a:spcPct val="0"/>
              </a:spcBef>
              <a:buClrTx/>
              <a:buFontTx/>
              <a:buNone/>
            </a:pPr>
            <a:r>
              <a:rPr lang="en-US" altLang="zh-CN" sz="2400" dirty="0">
                <a:solidFill>
                  <a:srgbClr val="A50021"/>
                </a:solidFill>
                <a:latin typeface="微软雅黑" panose="020B0503020204020204" pitchFamily="34" charset="-122"/>
                <a:ea typeface="微软雅黑" panose="020B0503020204020204" pitchFamily="34" charset="-122"/>
              </a:rPr>
              <a:t>  (3)</a:t>
            </a:r>
            <a:r>
              <a:rPr lang="zh-CN" altLang="en-US" sz="2400" dirty="0">
                <a:solidFill>
                  <a:srgbClr val="A50021"/>
                </a:solidFill>
                <a:latin typeface="微软雅黑" panose="020B0503020204020204" pitchFamily="34" charset="-122"/>
                <a:ea typeface="微软雅黑" panose="020B0503020204020204" pitchFamily="34" charset="-122"/>
              </a:rPr>
              <a:t>若某个目标地址，有多个路径都可以转发，则取掩码长的，即</a:t>
            </a:r>
            <a:r>
              <a:rPr lang="en-US" altLang="zh-CN" sz="2400" dirty="0">
                <a:solidFill>
                  <a:srgbClr val="A50021"/>
                </a:solidFill>
                <a:latin typeface="微软雅黑" panose="020B0503020204020204" pitchFamily="34" charset="-122"/>
                <a:ea typeface="微软雅黑" panose="020B0503020204020204" pitchFamily="34" charset="-122"/>
              </a:rPr>
              <a:t>1</a:t>
            </a:r>
            <a:r>
              <a:rPr lang="zh-CN" altLang="en-US" sz="2400" dirty="0">
                <a:solidFill>
                  <a:srgbClr val="A50021"/>
                </a:solidFill>
                <a:latin typeface="微软雅黑" panose="020B0503020204020204" pitchFamily="34" charset="-122"/>
                <a:ea typeface="微软雅黑" panose="020B0503020204020204" pitchFamily="34" charset="-122"/>
              </a:rPr>
              <a:t>最多的，这是因为</a:t>
            </a:r>
            <a:r>
              <a:rPr lang="en-US" altLang="zh-CN" sz="2400" dirty="0">
                <a:solidFill>
                  <a:srgbClr val="A50021"/>
                </a:solidFill>
                <a:latin typeface="微软雅黑" panose="020B0503020204020204" pitchFamily="34" charset="-122"/>
                <a:ea typeface="微软雅黑" panose="020B0503020204020204" pitchFamily="34" charset="-122"/>
              </a:rPr>
              <a:t>Netmask</a:t>
            </a:r>
            <a:r>
              <a:rPr lang="zh-CN" altLang="en-US" sz="2400" dirty="0">
                <a:solidFill>
                  <a:srgbClr val="A50021"/>
                </a:solidFill>
                <a:latin typeface="微软雅黑" panose="020B0503020204020204" pitchFamily="34" charset="-122"/>
                <a:ea typeface="微软雅黑" panose="020B0503020204020204" pitchFamily="34" charset="-122"/>
              </a:rPr>
              <a:t>字段的</a:t>
            </a:r>
            <a:r>
              <a:rPr lang="en-US" altLang="zh-CN" sz="2400" dirty="0">
                <a:solidFill>
                  <a:srgbClr val="A50021"/>
                </a:solidFill>
                <a:latin typeface="微软雅黑" panose="020B0503020204020204" pitchFamily="34" charset="-122"/>
                <a:ea typeface="微软雅黑" panose="020B0503020204020204" pitchFamily="34" charset="-122"/>
              </a:rPr>
              <a:t>1</a:t>
            </a:r>
            <a:r>
              <a:rPr lang="zh-CN" altLang="en-US" sz="2400" dirty="0">
                <a:solidFill>
                  <a:srgbClr val="A50021"/>
                </a:solidFill>
                <a:latin typeface="微软雅黑" panose="020B0503020204020204" pitchFamily="34" charset="-122"/>
                <a:ea typeface="微软雅黑" panose="020B0503020204020204" pitchFamily="34" charset="-122"/>
              </a:rPr>
              <a:t>愈多，代表目的网络的规模愈小，因此路径较为精确。 </a:t>
            </a:r>
          </a:p>
          <a:p>
            <a:pPr eaLnBrk="1" hangingPunct="1">
              <a:lnSpc>
                <a:spcPct val="120000"/>
              </a:lnSpc>
              <a:spcBef>
                <a:spcPct val="0"/>
              </a:spcBef>
              <a:buClrTx/>
              <a:buFontTx/>
              <a:buNone/>
            </a:pPr>
            <a:r>
              <a:rPr lang="en-US" altLang="zh-CN" sz="2400" dirty="0">
                <a:solidFill>
                  <a:srgbClr val="0000CC"/>
                </a:solidFill>
                <a:latin typeface="微软雅黑" panose="020B0503020204020204" pitchFamily="34" charset="-122"/>
                <a:ea typeface="微软雅黑" panose="020B0503020204020204" pitchFamily="34" charset="-122"/>
              </a:rPr>
              <a:t>  (4)</a:t>
            </a:r>
            <a:r>
              <a:rPr lang="zh-CN" altLang="en-US" sz="2400" dirty="0">
                <a:solidFill>
                  <a:srgbClr val="0000CC"/>
                </a:solidFill>
                <a:latin typeface="微软雅黑" panose="020B0503020204020204" pitchFamily="34" charset="-122"/>
                <a:ea typeface="微软雅黑" panose="020B0503020204020204" pitchFamily="34" charset="-122"/>
              </a:rPr>
              <a:t>如果出现</a:t>
            </a:r>
            <a:r>
              <a:rPr lang="en-US" altLang="zh-CN" sz="2400" dirty="0">
                <a:solidFill>
                  <a:srgbClr val="0000CC"/>
                </a:solidFill>
                <a:latin typeface="微软雅黑" panose="020B0503020204020204" pitchFamily="34" charset="-122"/>
                <a:ea typeface="微软雅黑" panose="020B0503020204020204" pitchFamily="34" charset="-122"/>
              </a:rPr>
              <a:t>3</a:t>
            </a:r>
            <a:r>
              <a:rPr lang="zh-CN" altLang="en-US" sz="2400" dirty="0">
                <a:solidFill>
                  <a:srgbClr val="0000CC"/>
                </a:solidFill>
                <a:latin typeface="微软雅黑" panose="020B0503020204020204" pitchFamily="34" charset="-122"/>
                <a:ea typeface="微软雅黑" panose="020B0503020204020204" pitchFamily="34" charset="-122"/>
              </a:rPr>
              <a:t>也不能识别，则以</a:t>
            </a:r>
            <a:r>
              <a:rPr lang="en-US" altLang="zh-CN" sz="2400" dirty="0">
                <a:solidFill>
                  <a:srgbClr val="0000CC"/>
                </a:solidFill>
                <a:latin typeface="微软雅黑" panose="020B0503020204020204" pitchFamily="34" charset="-122"/>
                <a:ea typeface="微软雅黑" panose="020B0503020204020204" pitchFamily="34" charset="-122"/>
              </a:rPr>
              <a:t>Metric</a:t>
            </a:r>
            <a:r>
              <a:rPr lang="zh-CN" altLang="en-US" sz="2400" dirty="0">
                <a:solidFill>
                  <a:srgbClr val="0000CC"/>
                </a:solidFill>
                <a:latin typeface="微软雅黑" panose="020B0503020204020204" pitchFamily="34" charset="-122"/>
                <a:ea typeface="微软雅黑" panose="020B0503020204020204" pitchFamily="34" charset="-122"/>
              </a:rPr>
              <a:t>值最小的记录。</a:t>
            </a:r>
            <a:r>
              <a:rPr lang="en-US" altLang="zh-CN" sz="2400" dirty="0">
                <a:solidFill>
                  <a:srgbClr val="0000CC"/>
                </a:solidFill>
                <a:latin typeface="微软雅黑" panose="020B0503020204020204" pitchFamily="34" charset="-122"/>
                <a:ea typeface="微软雅黑" panose="020B0503020204020204" pitchFamily="34" charset="-122"/>
              </a:rPr>
              <a:t>Metric</a:t>
            </a:r>
            <a:r>
              <a:rPr lang="zh-CN" altLang="en-US" sz="2400" dirty="0">
                <a:solidFill>
                  <a:srgbClr val="0000CC"/>
                </a:solidFill>
                <a:latin typeface="微软雅黑" panose="020B0503020204020204" pitchFamily="34" charset="-122"/>
                <a:ea typeface="微软雅黑" panose="020B0503020204020204" pitchFamily="34" charset="-122"/>
              </a:rPr>
              <a:t>值代表路径的成本，因此路由器会优先使用成本较低的路径。 </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5" presetClass="entr" presetSubtype="0" fill="hold" nodeType="clickEffect">
                                  <p:stCondLst>
                                    <p:cond delay="0"/>
                                  </p:stCondLst>
                                  <p:childTnLst>
                                    <p:set>
                                      <p:cBhvr>
                                        <p:cTn id="6" dur="1" fill="hold">
                                          <p:stCondLst>
                                            <p:cond delay="0"/>
                                          </p:stCondLst>
                                        </p:cTn>
                                        <p:tgtEl>
                                          <p:spTgt spid="1077251">
                                            <p:txEl>
                                              <p:pRg st="1" end="1"/>
                                            </p:txEl>
                                          </p:spTgt>
                                        </p:tgtEl>
                                        <p:attrNameLst>
                                          <p:attrName>style.visibility</p:attrName>
                                        </p:attrNameLst>
                                      </p:cBhvr>
                                      <p:to>
                                        <p:strVal val="visible"/>
                                      </p:to>
                                    </p:set>
                                    <p:anim calcmode="lin" valueType="num">
                                      <p:cBhvr>
                                        <p:cTn id="7" dur="1000" fill="hold"/>
                                        <p:tgtEl>
                                          <p:spTgt spid="1077251">
                                            <p:txEl>
                                              <p:pRg st="1" end="1"/>
                                            </p:txEl>
                                          </p:spTgt>
                                        </p:tgtEl>
                                        <p:attrNameLst>
                                          <p:attrName>ppt_w</p:attrName>
                                        </p:attrNameLst>
                                      </p:cBhvr>
                                      <p:tavLst>
                                        <p:tav tm="0">
                                          <p:val>
                                            <p:strVal val="#ppt_w*0.70"/>
                                          </p:val>
                                        </p:tav>
                                        <p:tav tm="100000">
                                          <p:val>
                                            <p:strVal val="#ppt_w"/>
                                          </p:val>
                                        </p:tav>
                                      </p:tavLst>
                                    </p:anim>
                                    <p:anim calcmode="lin" valueType="num">
                                      <p:cBhvr>
                                        <p:cTn id="8" dur="1000" fill="hold"/>
                                        <p:tgtEl>
                                          <p:spTgt spid="1077251">
                                            <p:txEl>
                                              <p:pRg st="1" end="1"/>
                                            </p:txEl>
                                          </p:spTgt>
                                        </p:tgtEl>
                                        <p:attrNameLst>
                                          <p:attrName>ppt_h</p:attrName>
                                        </p:attrNameLst>
                                      </p:cBhvr>
                                      <p:tavLst>
                                        <p:tav tm="0">
                                          <p:val>
                                            <p:strVal val="#ppt_h"/>
                                          </p:val>
                                        </p:tav>
                                        <p:tav tm="100000">
                                          <p:val>
                                            <p:strVal val="#ppt_h"/>
                                          </p:val>
                                        </p:tav>
                                      </p:tavLst>
                                    </p:anim>
                                    <p:animEffect transition="in" filter="fade">
                                      <p:cBhvr>
                                        <p:cTn id="9" dur="1000"/>
                                        <p:tgtEl>
                                          <p:spTgt spid="1077251">
                                            <p:txEl>
                                              <p:pRg st="1" end="1"/>
                                            </p:txEl>
                                          </p:spTgt>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55" presetClass="entr" presetSubtype="0" fill="hold" nodeType="clickEffect">
                                  <p:stCondLst>
                                    <p:cond delay="0"/>
                                  </p:stCondLst>
                                  <p:childTnLst>
                                    <p:set>
                                      <p:cBhvr>
                                        <p:cTn id="13" dur="1" fill="hold">
                                          <p:stCondLst>
                                            <p:cond delay="0"/>
                                          </p:stCondLst>
                                        </p:cTn>
                                        <p:tgtEl>
                                          <p:spTgt spid="1077251">
                                            <p:txEl>
                                              <p:pRg st="2" end="2"/>
                                            </p:txEl>
                                          </p:spTgt>
                                        </p:tgtEl>
                                        <p:attrNameLst>
                                          <p:attrName>style.visibility</p:attrName>
                                        </p:attrNameLst>
                                      </p:cBhvr>
                                      <p:to>
                                        <p:strVal val="visible"/>
                                      </p:to>
                                    </p:set>
                                    <p:anim calcmode="lin" valueType="num">
                                      <p:cBhvr>
                                        <p:cTn id="14" dur="1000" fill="hold"/>
                                        <p:tgtEl>
                                          <p:spTgt spid="1077251">
                                            <p:txEl>
                                              <p:pRg st="2" end="2"/>
                                            </p:txEl>
                                          </p:spTgt>
                                        </p:tgtEl>
                                        <p:attrNameLst>
                                          <p:attrName>ppt_w</p:attrName>
                                        </p:attrNameLst>
                                      </p:cBhvr>
                                      <p:tavLst>
                                        <p:tav tm="0">
                                          <p:val>
                                            <p:strVal val="#ppt_w*0.70"/>
                                          </p:val>
                                        </p:tav>
                                        <p:tav tm="100000">
                                          <p:val>
                                            <p:strVal val="#ppt_w"/>
                                          </p:val>
                                        </p:tav>
                                      </p:tavLst>
                                    </p:anim>
                                    <p:anim calcmode="lin" valueType="num">
                                      <p:cBhvr>
                                        <p:cTn id="15" dur="1000" fill="hold"/>
                                        <p:tgtEl>
                                          <p:spTgt spid="1077251">
                                            <p:txEl>
                                              <p:pRg st="2" end="2"/>
                                            </p:txEl>
                                          </p:spTgt>
                                        </p:tgtEl>
                                        <p:attrNameLst>
                                          <p:attrName>ppt_h</p:attrName>
                                        </p:attrNameLst>
                                      </p:cBhvr>
                                      <p:tavLst>
                                        <p:tav tm="0">
                                          <p:val>
                                            <p:strVal val="#ppt_h"/>
                                          </p:val>
                                        </p:tav>
                                        <p:tav tm="100000">
                                          <p:val>
                                            <p:strVal val="#ppt_h"/>
                                          </p:val>
                                        </p:tav>
                                      </p:tavLst>
                                    </p:anim>
                                    <p:animEffect transition="in" filter="fade">
                                      <p:cBhvr>
                                        <p:cTn id="16" dur="1000"/>
                                        <p:tgtEl>
                                          <p:spTgt spid="1077251">
                                            <p:txEl>
                                              <p:pRg st="2" end="2"/>
                                            </p:txEl>
                                          </p:spTgt>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55" presetClass="entr" presetSubtype="0" fill="hold" nodeType="clickEffect">
                                  <p:stCondLst>
                                    <p:cond delay="0"/>
                                  </p:stCondLst>
                                  <p:childTnLst>
                                    <p:set>
                                      <p:cBhvr>
                                        <p:cTn id="20" dur="1" fill="hold">
                                          <p:stCondLst>
                                            <p:cond delay="0"/>
                                          </p:stCondLst>
                                        </p:cTn>
                                        <p:tgtEl>
                                          <p:spTgt spid="1077251">
                                            <p:txEl>
                                              <p:pRg st="3" end="3"/>
                                            </p:txEl>
                                          </p:spTgt>
                                        </p:tgtEl>
                                        <p:attrNameLst>
                                          <p:attrName>style.visibility</p:attrName>
                                        </p:attrNameLst>
                                      </p:cBhvr>
                                      <p:to>
                                        <p:strVal val="visible"/>
                                      </p:to>
                                    </p:set>
                                    <p:anim calcmode="lin" valueType="num">
                                      <p:cBhvr>
                                        <p:cTn id="21" dur="1000" fill="hold"/>
                                        <p:tgtEl>
                                          <p:spTgt spid="1077251">
                                            <p:txEl>
                                              <p:pRg st="3" end="3"/>
                                            </p:txEl>
                                          </p:spTgt>
                                        </p:tgtEl>
                                        <p:attrNameLst>
                                          <p:attrName>ppt_w</p:attrName>
                                        </p:attrNameLst>
                                      </p:cBhvr>
                                      <p:tavLst>
                                        <p:tav tm="0">
                                          <p:val>
                                            <p:strVal val="#ppt_w*0.70"/>
                                          </p:val>
                                        </p:tav>
                                        <p:tav tm="100000">
                                          <p:val>
                                            <p:strVal val="#ppt_w"/>
                                          </p:val>
                                        </p:tav>
                                      </p:tavLst>
                                    </p:anim>
                                    <p:anim calcmode="lin" valueType="num">
                                      <p:cBhvr>
                                        <p:cTn id="22" dur="1000" fill="hold"/>
                                        <p:tgtEl>
                                          <p:spTgt spid="1077251">
                                            <p:txEl>
                                              <p:pRg st="3" end="3"/>
                                            </p:txEl>
                                          </p:spTgt>
                                        </p:tgtEl>
                                        <p:attrNameLst>
                                          <p:attrName>ppt_h</p:attrName>
                                        </p:attrNameLst>
                                      </p:cBhvr>
                                      <p:tavLst>
                                        <p:tav tm="0">
                                          <p:val>
                                            <p:strVal val="#ppt_h"/>
                                          </p:val>
                                        </p:tav>
                                        <p:tav tm="100000">
                                          <p:val>
                                            <p:strVal val="#ppt_h"/>
                                          </p:val>
                                        </p:tav>
                                      </p:tavLst>
                                    </p:anim>
                                    <p:animEffect transition="in" filter="fade">
                                      <p:cBhvr>
                                        <p:cTn id="23" dur="1000"/>
                                        <p:tgtEl>
                                          <p:spTgt spid="1077251">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6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275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80367" name="Picture 4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513" y="1341438"/>
            <a:ext cx="9144001" cy="428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652" name="矩形 1"/>
          <p:cNvSpPr>
            <a:spLocks noChangeArrowheads="1"/>
          </p:cNvSpPr>
          <p:nvPr/>
        </p:nvSpPr>
        <p:spPr bwMode="auto">
          <a:xfrm>
            <a:off x="0" y="203200"/>
            <a:ext cx="27114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500">
                <a:solidFill>
                  <a:schemeClr val="bg1"/>
                </a:solidFill>
                <a:latin typeface="黑体" panose="02010609060101010101" pitchFamily="49" charset="-122"/>
                <a:ea typeface="黑体" panose="02010609060101010101" pitchFamily="49" charset="-122"/>
              </a:defRPr>
            </a:lvl1pPr>
            <a:lvl2pPr marL="742950" indent="-285750">
              <a:defRPr sz="2500">
                <a:solidFill>
                  <a:schemeClr val="bg1"/>
                </a:solidFill>
                <a:latin typeface="黑体" panose="02010609060101010101" pitchFamily="49" charset="-122"/>
                <a:ea typeface="黑体" panose="02010609060101010101" pitchFamily="49" charset="-122"/>
              </a:defRPr>
            </a:lvl2pPr>
            <a:lvl3pPr marL="1143000" indent="-228600">
              <a:defRPr sz="2500">
                <a:solidFill>
                  <a:schemeClr val="bg1"/>
                </a:solidFill>
                <a:latin typeface="黑体" panose="02010609060101010101" pitchFamily="49" charset="-122"/>
                <a:ea typeface="黑体" panose="02010609060101010101" pitchFamily="49" charset="-122"/>
              </a:defRPr>
            </a:lvl3pPr>
            <a:lvl4pPr marL="1600200" indent="-228600">
              <a:defRPr sz="2500">
                <a:solidFill>
                  <a:schemeClr val="bg1"/>
                </a:solidFill>
                <a:latin typeface="黑体" panose="02010609060101010101" pitchFamily="49" charset="-122"/>
                <a:ea typeface="黑体" panose="02010609060101010101" pitchFamily="49" charset="-122"/>
              </a:defRPr>
            </a:lvl4pPr>
            <a:lvl5pPr marL="2057400" indent="-228600">
              <a:defRPr sz="2500">
                <a:solidFill>
                  <a:schemeClr val="bg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9pPr>
          </a:lstStyle>
          <a:p>
            <a:r>
              <a:rPr lang="zh-CN" altLang="en-US" sz="2800" b="1">
                <a:solidFill>
                  <a:srgbClr val="0000CC"/>
                </a:solidFill>
              </a:rPr>
              <a:t>为</a:t>
            </a:r>
            <a:r>
              <a:rPr lang="en-US" altLang="zh-CN" sz="2800" b="1">
                <a:solidFill>
                  <a:srgbClr val="0000CC"/>
                </a:solidFill>
              </a:rPr>
              <a:t>R2</a:t>
            </a:r>
            <a:r>
              <a:rPr lang="zh-CN" altLang="en-US" sz="2800" b="1">
                <a:solidFill>
                  <a:srgbClr val="0000CC"/>
                </a:solidFill>
              </a:rPr>
              <a:t>编写路由表</a:t>
            </a:r>
            <a:endParaRPr lang="zh-CN" altLang="en-US"/>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path" presetSubtype="0" accel="50000" decel="50000" fill="hold" nodeType="clickEffect">
                                  <p:stCondLst>
                                    <p:cond delay="0"/>
                                  </p:stCondLst>
                                  <p:childTnLst>
                                    <p:animMotion origin="layout" path="M 0 0  L 0 0.33295  E" pathEditMode="relative" ptsTypes="">
                                      <p:cBhvr>
                                        <p:cTn id="6" dur="2000" fill="hold"/>
                                        <p:tgtEl>
                                          <p:spTgt spid="1080367"/>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6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275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1080323" name="Group 3"/>
          <p:cNvGraphicFramePr>
            <a:graphicFrameLocks noGrp="1"/>
          </p:cNvGraphicFramePr>
          <p:nvPr/>
        </p:nvGraphicFramePr>
        <p:xfrm>
          <a:off x="0" y="0"/>
          <a:ext cx="9144000" cy="2193948"/>
        </p:xfrm>
        <a:graphic>
          <a:graphicData uri="http://schemas.openxmlformats.org/drawingml/2006/table">
            <a:tbl>
              <a:tblPr/>
              <a:tblGrid>
                <a:gridCol w="1908175">
                  <a:extLst>
                    <a:ext uri="{9D8B030D-6E8A-4147-A177-3AD203B41FA5}">
                      <a16:colId xmlns:a16="http://schemas.microsoft.com/office/drawing/2014/main" val="20000"/>
                    </a:ext>
                  </a:extLst>
                </a:gridCol>
                <a:gridCol w="2159000">
                  <a:extLst>
                    <a:ext uri="{9D8B030D-6E8A-4147-A177-3AD203B41FA5}">
                      <a16:colId xmlns:a16="http://schemas.microsoft.com/office/drawing/2014/main" val="20001"/>
                    </a:ext>
                  </a:extLst>
                </a:gridCol>
                <a:gridCol w="1944688">
                  <a:extLst>
                    <a:ext uri="{9D8B030D-6E8A-4147-A177-3AD203B41FA5}">
                      <a16:colId xmlns:a16="http://schemas.microsoft.com/office/drawing/2014/main" val="20002"/>
                    </a:ext>
                  </a:extLst>
                </a:gridCol>
                <a:gridCol w="2016125">
                  <a:extLst>
                    <a:ext uri="{9D8B030D-6E8A-4147-A177-3AD203B41FA5}">
                      <a16:colId xmlns:a16="http://schemas.microsoft.com/office/drawing/2014/main" val="20003"/>
                    </a:ext>
                  </a:extLst>
                </a:gridCol>
                <a:gridCol w="1116012">
                  <a:extLst>
                    <a:ext uri="{9D8B030D-6E8A-4147-A177-3AD203B41FA5}">
                      <a16:colId xmlns:a16="http://schemas.microsoft.com/office/drawing/2014/main" val="20004"/>
                    </a:ext>
                  </a:extLst>
                </a:gridCol>
              </a:tblGrid>
              <a:tr h="365654">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altLang="zh-CN" sz="1800" b="1" i="0" u="none" strike="noStrike" cap="none" normalizeH="0" baseline="0">
                          <a:ln>
                            <a:noFill/>
                          </a:ln>
                          <a:solidFill>
                            <a:schemeClr val="tx1"/>
                          </a:solidFill>
                          <a:effectLst/>
                          <a:latin typeface="Verdana" pitchFamily="34" charset="0"/>
                          <a:ea typeface="宋体" pitchFamily="2" charset="-122"/>
                        </a:rPr>
                        <a:t>destionation</a:t>
                      </a:r>
                    </a:p>
                  </a:txBody>
                  <a:tcPr marT="45669" marB="45669"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altLang="zh-CN" sz="1800" b="1" i="0" u="none" strike="noStrike" cap="none" normalizeH="0" baseline="0">
                          <a:ln>
                            <a:noFill/>
                          </a:ln>
                          <a:solidFill>
                            <a:schemeClr val="tx1"/>
                          </a:solidFill>
                          <a:effectLst/>
                          <a:latin typeface="Verdana" pitchFamily="34" charset="0"/>
                          <a:ea typeface="宋体" pitchFamily="2" charset="-122"/>
                        </a:rPr>
                        <a:t>Netmask</a:t>
                      </a:r>
                    </a:p>
                  </a:txBody>
                  <a:tcPr marT="45669" marB="45669"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altLang="zh-CN" sz="1800" b="1" i="0" u="none" strike="noStrike" cap="none" normalizeH="0" baseline="0">
                          <a:ln>
                            <a:noFill/>
                          </a:ln>
                          <a:solidFill>
                            <a:schemeClr val="tx1"/>
                          </a:solidFill>
                          <a:effectLst/>
                          <a:latin typeface="Verdana" pitchFamily="34" charset="0"/>
                          <a:ea typeface="宋体" pitchFamily="2" charset="-122"/>
                        </a:rPr>
                        <a:t>gateway</a:t>
                      </a:r>
                    </a:p>
                  </a:txBody>
                  <a:tcPr marT="45669" marB="45669"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altLang="zh-CN" sz="1800" b="1" i="0" u="none" strike="noStrike" cap="none" normalizeH="0" baseline="0">
                          <a:ln>
                            <a:noFill/>
                          </a:ln>
                          <a:solidFill>
                            <a:schemeClr val="tx1"/>
                          </a:solidFill>
                          <a:effectLst/>
                          <a:latin typeface="Verdana" pitchFamily="34" charset="0"/>
                          <a:ea typeface="宋体" pitchFamily="2" charset="-122"/>
                        </a:rPr>
                        <a:t>interface</a:t>
                      </a:r>
                    </a:p>
                  </a:txBody>
                  <a:tcPr marT="45669" marB="45669"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altLang="zh-CN" sz="1800" b="1" i="0" u="none" strike="noStrike" cap="none" normalizeH="0" baseline="0">
                          <a:ln>
                            <a:noFill/>
                          </a:ln>
                          <a:solidFill>
                            <a:schemeClr val="tx1"/>
                          </a:solidFill>
                          <a:effectLst/>
                          <a:latin typeface="Verdana" pitchFamily="34" charset="0"/>
                          <a:ea typeface="宋体" pitchFamily="2" charset="-122"/>
                        </a:rPr>
                        <a:t>metric</a:t>
                      </a:r>
                    </a:p>
                  </a:txBody>
                  <a:tcPr marT="45669" marB="45669"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0"/>
                  </a:ext>
                </a:extLst>
              </a:tr>
              <a:tr h="365654">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altLang="zh-CN" sz="1800" b="1" i="0" u="none" strike="noStrike" cap="none" normalizeH="0" baseline="0">
                          <a:ln>
                            <a:noFill/>
                          </a:ln>
                          <a:solidFill>
                            <a:srgbClr val="A50021"/>
                          </a:solidFill>
                          <a:effectLst/>
                          <a:latin typeface="Verdana" pitchFamily="34" charset="0"/>
                          <a:ea typeface="宋体" pitchFamily="2" charset="-122"/>
                        </a:rPr>
                        <a:t>192.168.7.0</a:t>
                      </a:r>
                    </a:p>
                  </a:txBody>
                  <a:tcPr marT="45669" marB="45669"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altLang="zh-CN" sz="1800" b="1" i="0" u="none" strike="noStrike" cap="none" normalizeH="0" baseline="0">
                          <a:ln>
                            <a:noFill/>
                          </a:ln>
                          <a:solidFill>
                            <a:srgbClr val="A50021"/>
                          </a:solidFill>
                          <a:effectLst/>
                          <a:latin typeface="Verdana" pitchFamily="34" charset="0"/>
                          <a:ea typeface="宋体" pitchFamily="2" charset="-122"/>
                        </a:rPr>
                        <a:t>255.255.255.0</a:t>
                      </a:r>
                    </a:p>
                  </a:txBody>
                  <a:tcPr marT="45669" marB="45669"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altLang="zh-CN" sz="1800" b="1" i="0" u="none" strike="noStrike" cap="none" normalizeH="0" baseline="0">
                          <a:ln>
                            <a:noFill/>
                          </a:ln>
                          <a:solidFill>
                            <a:srgbClr val="A50021"/>
                          </a:solidFill>
                          <a:effectLst/>
                          <a:latin typeface="Verdana" pitchFamily="34" charset="0"/>
                          <a:ea typeface="宋体" pitchFamily="2" charset="-122"/>
                        </a:rPr>
                        <a:t>192.168.8.1</a:t>
                      </a:r>
                    </a:p>
                  </a:txBody>
                  <a:tcPr marT="45669" marB="45669"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altLang="zh-CN" sz="1800" b="1" i="0" u="none" strike="noStrike" cap="none" normalizeH="0" baseline="0">
                          <a:ln>
                            <a:noFill/>
                          </a:ln>
                          <a:solidFill>
                            <a:srgbClr val="A50021"/>
                          </a:solidFill>
                          <a:effectLst/>
                          <a:latin typeface="Verdana" pitchFamily="34" charset="0"/>
                          <a:ea typeface="宋体" pitchFamily="2" charset="-122"/>
                        </a:rPr>
                        <a:t>192.168.8.2</a:t>
                      </a:r>
                    </a:p>
                  </a:txBody>
                  <a:tcPr marT="45669" marB="45669"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altLang="zh-CN" sz="1800" b="1" i="0" u="none" strike="noStrike" cap="none" normalizeH="0" baseline="0">
                          <a:ln>
                            <a:noFill/>
                          </a:ln>
                          <a:solidFill>
                            <a:srgbClr val="A50021"/>
                          </a:solidFill>
                          <a:effectLst/>
                          <a:latin typeface="Verdana" pitchFamily="34" charset="0"/>
                          <a:ea typeface="宋体" pitchFamily="2" charset="-122"/>
                        </a:rPr>
                        <a:t>2</a:t>
                      </a:r>
                    </a:p>
                  </a:txBody>
                  <a:tcPr marT="45669" marB="45669"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1"/>
                  </a:ext>
                </a:extLst>
              </a:tr>
              <a:tr h="365654">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altLang="zh-CN" sz="1800" b="1" i="0" u="none" strike="noStrike" cap="none" normalizeH="0" baseline="0">
                          <a:ln>
                            <a:noFill/>
                          </a:ln>
                          <a:solidFill>
                            <a:schemeClr val="tx1"/>
                          </a:solidFill>
                          <a:effectLst/>
                          <a:latin typeface="Verdana" pitchFamily="34" charset="0"/>
                          <a:ea typeface="宋体" pitchFamily="2" charset="-122"/>
                        </a:rPr>
                        <a:t>192.168.8.0</a:t>
                      </a:r>
                    </a:p>
                  </a:txBody>
                  <a:tcPr marT="45669" marB="45669"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altLang="zh-CN" sz="1800" b="1" i="0" u="none" strike="noStrike" cap="none" normalizeH="0" baseline="0">
                          <a:ln>
                            <a:noFill/>
                          </a:ln>
                          <a:solidFill>
                            <a:schemeClr val="tx1"/>
                          </a:solidFill>
                          <a:effectLst/>
                          <a:latin typeface="Verdana" pitchFamily="34" charset="0"/>
                          <a:ea typeface="宋体" pitchFamily="2" charset="-122"/>
                        </a:rPr>
                        <a:t>255.255.255.0</a:t>
                      </a:r>
                    </a:p>
                  </a:txBody>
                  <a:tcPr marT="45669" marB="45669"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altLang="zh-CN" sz="1800" b="1" i="0" u="none" strike="noStrike" cap="none" normalizeH="0" baseline="0">
                          <a:ln>
                            <a:noFill/>
                          </a:ln>
                          <a:solidFill>
                            <a:schemeClr val="tx1"/>
                          </a:solidFill>
                          <a:effectLst/>
                          <a:latin typeface="Verdana" pitchFamily="34" charset="0"/>
                          <a:ea typeface="宋体" pitchFamily="2" charset="-122"/>
                        </a:rPr>
                        <a:t>192.168.8.2</a:t>
                      </a:r>
                    </a:p>
                  </a:txBody>
                  <a:tcPr marT="45669" marB="45669"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altLang="zh-CN" sz="1800" b="1" i="0" u="none" strike="noStrike" cap="none" normalizeH="0" baseline="0">
                          <a:ln>
                            <a:noFill/>
                          </a:ln>
                          <a:solidFill>
                            <a:schemeClr val="tx1"/>
                          </a:solidFill>
                          <a:effectLst/>
                          <a:latin typeface="Verdana" pitchFamily="34" charset="0"/>
                          <a:ea typeface="宋体" pitchFamily="2" charset="-122"/>
                        </a:rPr>
                        <a:t>192.168.8.2</a:t>
                      </a:r>
                    </a:p>
                  </a:txBody>
                  <a:tcPr marT="45669" marB="45669"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altLang="zh-CN" sz="1800" b="1" i="0" u="none" strike="noStrike" cap="none" normalizeH="0" baseline="0">
                          <a:ln>
                            <a:noFill/>
                          </a:ln>
                          <a:solidFill>
                            <a:schemeClr val="tx1"/>
                          </a:solidFill>
                          <a:effectLst/>
                          <a:latin typeface="Verdana" pitchFamily="34" charset="0"/>
                          <a:ea typeface="宋体" pitchFamily="2" charset="-122"/>
                        </a:rPr>
                        <a:t>1</a:t>
                      </a:r>
                    </a:p>
                  </a:txBody>
                  <a:tcPr marT="45669" marB="45669"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2"/>
                  </a:ext>
                </a:extLst>
              </a:tr>
              <a:tr h="365654">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altLang="zh-CN" sz="1800" b="1" i="0" u="none" strike="noStrike" cap="none" normalizeH="0" baseline="0">
                          <a:ln>
                            <a:noFill/>
                          </a:ln>
                          <a:solidFill>
                            <a:srgbClr val="A50021"/>
                          </a:solidFill>
                          <a:effectLst/>
                          <a:latin typeface="Verdana" pitchFamily="34" charset="0"/>
                          <a:ea typeface="宋体" pitchFamily="2" charset="-122"/>
                        </a:rPr>
                        <a:t>192.168.9.0</a:t>
                      </a:r>
                    </a:p>
                  </a:txBody>
                  <a:tcPr marT="45669" marB="45669"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altLang="zh-CN" sz="1800" b="1" i="0" u="none" strike="noStrike" cap="none" normalizeH="0" baseline="0">
                          <a:ln>
                            <a:noFill/>
                          </a:ln>
                          <a:solidFill>
                            <a:srgbClr val="A50021"/>
                          </a:solidFill>
                          <a:effectLst/>
                          <a:latin typeface="Verdana" pitchFamily="34" charset="0"/>
                          <a:ea typeface="宋体" pitchFamily="2" charset="-122"/>
                        </a:rPr>
                        <a:t>255.255.255.0</a:t>
                      </a:r>
                    </a:p>
                  </a:txBody>
                  <a:tcPr marT="45669" marB="45669"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altLang="zh-CN" sz="1800" b="1" i="0" u="none" strike="noStrike" cap="none" normalizeH="0" baseline="0">
                          <a:ln>
                            <a:noFill/>
                          </a:ln>
                          <a:solidFill>
                            <a:srgbClr val="A50021"/>
                          </a:solidFill>
                          <a:effectLst/>
                          <a:latin typeface="Verdana" pitchFamily="34" charset="0"/>
                          <a:ea typeface="宋体" pitchFamily="2" charset="-122"/>
                        </a:rPr>
                        <a:t>192.168.8.1</a:t>
                      </a:r>
                    </a:p>
                  </a:txBody>
                  <a:tcPr marT="45669" marB="45669"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altLang="zh-CN" sz="1800" b="1" i="0" u="none" strike="noStrike" cap="none" normalizeH="0" baseline="0">
                          <a:ln>
                            <a:noFill/>
                          </a:ln>
                          <a:solidFill>
                            <a:srgbClr val="A50021"/>
                          </a:solidFill>
                          <a:effectLst/>
                          <a:latin typeface="Verdana" pitchFamily="34" charset="0"/>
                          <a:ea typeface="宋体" pitchFamily="2" charset="-122"/>
                        </a:rPr>
                        <a:t>192.168.8.2</a:t>
                      </a:r>
                    </a:p>
                  </a:txBody>
                  <a:tcPr marT="45669" marB="45669"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altLang="zh-CN" sz="1800" b="1" i="0" u="none" strike="noStrike" cap="none" normalizeH="0" baseline="0">
                          <a:ln>
                            <a:noFill/>
                          </a:ln>
                          <a:solidFill>
                            <a:srgbClr val="A50021"/>
                          </a:solidFill>
                          <a:effectLst/>
                          <a:latin typeface="Verdana" pitchFamily="34" charset="0"/>
                          <a:ea typeface="宋体" pitchFamily="2" charset="-122"/>
                        </a:rPr>
                        <a:t>2</a:t>
                      </a:r>
                    </a:p>
                  </a:txBody>
                  <a:tcPr marT="45669" marB="45669"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3"/>
                  </a:ext>
                </a:extLst>
              </a:tr>
              <a:tr h="365654">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altLang="zh-CN" sz="1800" b="1" i="0" u="none" strike="noStrike" cap="none" normalizeH="0" baseline="0">
                          <a:ln>
                            <a:noFill/>
                          </a:ln>
                          <a:solidFill>
                            <a:schemeClr val="tx1"/>
                          </a:solidFill>
                          <a:effectLst/>
                          <a:latin typeface="Verdana" pitchFamily="34" charset="0"/>
                          <a:ea typeface="宋体" pitchFamily="2" charset="-122"/>
                        </a:rPr>
                        <a:t>192.168.10.0</a:t>
                      </a:r>
                    </a:p>
                  </a:txBody>
                  <a:tcPr marT="45669" marB="45669"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altLang="zh-CN" sz="1800" b="1" i="0" u="none" strike="noStrike" cap="none" normalizeH="0" baseline="0">
                          <a:ln>
                            <a:noFill/>
                          </a:ln>
                          <a:solidFill>
                            <a:schemeClr val="tx1"/>
                          </a:solidFill>
                          <a:effectLst/>
                          <a:latin typeface="Verdana" pitchFamily="34" charset="0"/>
                          <a:ea typeface="宋体" pitchFamily="2" charset="-122"/>
                        </a:rPr>
                        <a:t>255.255.255.0</a:t>
                      </a:r>
                    </a:p>
                  </a:txBody>
                  <a:tcPr marT="45669" marB="45669"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altLang="zh-CN" sz="1800" b="1" i="0" u="none" strike="noStrike" cap="none" normalizeH="0" baseline="0">
                          <a:ln>
                            <a:noFill/>
                          </a:ln>
                          <a:solidFill>
                            <a:schemeClr val="tx1"/>
                          </a:solidFill>
                          <a:effectLst/>
                          <a:latin typeface="Verdana" pitchFamily="34" charset="0"/>
                          <a:ea typeface="宋体" pitchFamily="2" charset="-122"/>
                        </a:rPr>
                        <a:t>192.168.10.1</a:t>
                      </a:r>
                    </a:p>
                  </a:txBody>
                  <a:tcPr marT="45669" marB="45669"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altLang="zh-CN" sz="1800" b="1" i="0" u="none" strike="noStrike" cap="none" normalizeH="0" baseline="0">
                          <a:ln>
                            <a:noFill/>
                          </a:ln>
                          <a:solidFill>
                            <a:schemeClr val="tx1"/>
                          </a:solidFill>
                          <a:effectLst/>
                          <a:latin typeface="Verdana" pitchFamily="34" charset="0"/>
                          <a:ea typeface="宋体" pitchFamily="2" charset="-122"/>
                        </a:rPr>
                        <a:t>192.168.10.1</a:t>
                      </a:r>
                    </a:p>
                  </a:txBody>
                  <a:tcPr marT="45669" marB="45669"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altLang="zh-CN" sz="1800" b="1" i="0" u="none" strike="noStrike" cap="none" normalizeH="0" baseline="0">
                          <a:ln>
                            <a:noFill/>
                          </a:ln>
                          <a:solidFill>
                            <a:schemeClr val="tx1"/>
                          </a:solidFill>
                          <a:effectLst/>
                          <a:latin typeface="Verdana" pitchFamily="34" charset="0"/>
                          <a:ea typeface="宋体" pitchFamily="2" charset="-122"/>
                        </a:rPr>
                        <a:t>1</a:t>
                      </a:r>
                    </a:p>
                  </a:txBody>
                  <a:tcPr marT="45669" marB="45669"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4"/>
                  </a:ext>
                </a:extLst>
              </a:tr>
              <a:tr h="365654">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altLang="zh-CN" sz="1800" b="1" i="0" u="none" strike="noStrike" cap="none" normalizeH="0" baseline="0">
                          <a:ln>
                            <a:noFill/>
                          </a:ln>
                          <a:solidFill>
                            <a:srgbClr val="A50021"/>
                          </a:solidFill>
                          <a:effectLst/>
                          <a:latin typeface="Verdana" pitchFamily="34" charset="0"/>
                          <a:ea typeface="宋体" pitchFamily="2" charset="-122"/>
                        </a:rPr>
                        <a:t>192.168.11.0</a:t>
                      </a:r>
                    </a:p>
                  </a:txBody>
                  <a:tcPr marT="45669" marB="45669"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altLang="zh-CN" sz="1800" b="1" i="0" u="none" strike="noStrike" cap="none" normalizeH="0" baseline="0" dirty="0">
                          <a:ln>
                            <a:noFill/>
                          </a:ln>
                          <a:solidFill>
                            <a:srgbClr val="A50021"/>
                          </a:solidFill>
                          <a:effectLst/>
                          <a:latin typeface="Verdana" pitchFamily="34" charset="0"/>
                          <a:ea typeface="宋体" pitchFamily="2" charset="-122"/>
                        </a:rPr>
                        <a:t>255.255.255.0</a:t>
                      </a:r>
                    </a:p>
                  </a:txBody>
                  <a:tcPr marT="45669" marB="45669"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altLang="zh-CN" sz="1800" b="1" i="0" u="none" strike="noStrike" cap="none" normalizeH="0" baseline="0">
                          <a:ln>
                            <a:noFill/>
                          </a:ln>
                          <a:solidFill>
                            <a:srgbClr val="A50021"/>
                          </a:solidFill>
                          <a:effectLst/>
                          <a:latin typeface="Verdana" pitchFamily="34" charset="0"/>
                          <a:ea typeface="宋体" pitchFamily="2" charset="-122"/>
                        </a:rPr>
                        <a:t>192.168.10.2</a:t>
                      </a:r>
                    </a:p>
                  </a:txBody>
                  <a:tcPr marT="45669" marB="45669"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altLang="zh-CN" sz="1800" b="1" i="0" u="none" strike="noStrike" cap="none" normalizeH="0" baseline="0">
                          <a:ln>
                            <a:noFill/>
                          </a:ln>
                          <a:solidFill>
                            <a:srgbClr val="A50021"/>
                          </a:solidFill>
                          <a:effectLst/>
                          <a:latin typeface="Verdana" pitchFamily="34" charset="0"/>
                          <a:ea typeface="宋体" pitchFamily="2" charset="-122"/>
                        </a:rPr>
                        <a:t>192.168.10.1</a:t>
                      </a:r>
                    </a:p>
                  </a:txBody>
                  <a:tcPr marT="45669" marB="45669"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altLang="zh-CN" sz="1800" b="1" i="0" u="none" strike="noStrike" cap="none" normalizeH="0" baseline="0" dirty="0">
                          <a:ln>
                            <a:noFill/>
                          </a:ln>
                          <a:solidFill>
                            <a:srgbClr val="A50021"/>
                          </a:solidFill>
                          <a:effectLst/>
                          <a:latin typeface="Verdana" pitchFamily="34" charset="0"/>
                          <a:ea typeface="宋体" pitchFamily="2" charset="-122"/>
                        </a:rPr>
                        <a:t>2</a:t>
                      </a:r>
                    </a:p>
                  </a:txBody>
                  <a:tcPr marT="45669" marB="45669"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5"/>
                  </a:ext>
                </a:extLst>
              </a:tr>
            </a:tbl>
          </a:graphicData>
        </a:graphic>
      </p:graphicFrame>
      <p:pic>
        <p:nvPicPr>
          <p:cNvPr id="1080367" name="Picture 4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2349500"/>
            <a:ext cx="9144000" cy="428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path" presetSubtype="0" accel="50000" decel="50000" fill="hold" nodeType="clickEffect">
                                  <p:stCondLst>
                                    <p:cond delay="0"/>
                                  </p:stCondLst>
                                  <p:childTnLst>
                                    <p:animMotion origin="layout" path="M 0 0  L 0 0.33295  E" pathEditMode="relative" ptsTypes="">
                                      <p:cBhvr>
                                        <p:cTn id="6" dur="2000" fill="hold"/>
                                        <p:tgtEl>
                                          <p:spTgt spid="1080367"/>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54929125-F3C8-4941-B826-7BC18F5D906E}"/>
              </a:ext>
            </a:extLst>
          </p:cNvPr>
          <p:cNvSpPr txBox="1"/>
          <p:nvPr/>
        </p:nvSpPr>
        <p:spPr>
          <a:xfrm>
            <a:off x="755576" y="1052736"/>
            <a:ext cx="3168352" cy="523220"/>
          </a:xfrm>
          <a:prstGeom prst="rect">
            <a:avLst/>
          </a:prstGeom>
          <a:noFill/>
        </p:spPr>
        <p:txBody>
          <a:bodyPr wrap="square">
            <a:spAutoFit/>
          </a:bodyPr>
          <a:lstStyle/>
          <a:p>
            <a:r>
              <a:rPr kumimoji="0" lang="zh-CN" altLang="en-US" sz="2800" i="0" u="none" strike="noStrike" cap="none" normalizeH="0" baseline="0" dirty="0">
                <a:ln>
                  <a:noFill/>
                </a:ln>
                <a:solidFill>
                  <a:srgbClr val="A50021"/>
                </a:solidFill>
                <a:effectLst/>
                <a:latin typeface="微软雅黑" panose="020B0503020204020204" pitchFamily="34" charset="-122"/>
                <a:ea typeface="微软雅黑" panose="020B0503020204020204" pitchFamily="34" charset="-122"/>
              </a:rPr>
              <a:t>特殊的路由表条目</a:t>
            </a:r>
            <a:endParaRPr lang="zh-CN" altLang="en-US" dirty="0">
              <a:latin typeface="微软雅黑" panose="020B0503020204020204" pitchFamily="34" charset="-122"/>
              <a:ea typeface="微软雅黑" panose="020B0503020204020204" pitchFamily="34" charset="-122"/>
            </a:endParaRPr>
          </a:p>
        </p:txBody>
      </p:sp>
      <p:sp>
        <p:nvSpPr>
          <p:cNvPr id="8" name="文本框 7">
            <a:extLst>
              <a:ext uri="{FF2B5EF4-FFF2-40B4-BE49-F238E27FC236}">
                <a16:creationId xmlns:a16="http://schemas.microsoft.com/office/drawing/2014/main" id="{AE31E8DF-133E-4C87-9A99-C13261FDB2DA}"/>
              </a:ext>
            </a:extLst>
          </p:cNvPr>
          <p:cNvSpPr txBox="1"/>
          <p:nvPr/>
        </p:nvSpPr>
        <p:spPr>
          <a:xfrm>
            <a:off x="395536" y="1844824"/>
            <a:ext cx="8568951" cy="4039567"/>
          </a:xfrm>
          <a:prstGeom prst="rect">
            <a:avLst/>
          </a:prstGeom>
          <a:noFill/>
        </p:spPr>
        <p:txBody>
          <a:bodyPr wrap="square">
            <a:spAutoFit/>
          </a:bodyPr>
          <a:lstStyle/>
          <a:p>
            <a:pPr>
              <a:lnSpc>
                <a:spcPct val="120000"/>
              </a:lnSpc>
            </a:pPr>
            <a:r>
              <a:rPr kumimoji="0" lang="zh-CN" altLang="en-US" sz="240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a:t>
            </a:r>
            <a:r>
              <a:rPr kumimoji="0" lang="en-US" altLang="zh-CN" sz="240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1</a:t>
            </a:r>
            <a:r>
              <a:rPr kumimoji="0" lang="zh-CN" altLang="en-US" sz="240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a:t>
            </a:r>
            <a:r>
              <a:rPr kumimoji="0" lang="zh-CN" altLang="en-US" sz="2400" i="0" u="none" strike="noStrike" cap="none" normalizeH="0" baseline="0" dirty="0">
                <a:ln>
                  <a:noFill/>
                </a:ln>
                <a:solidFill>
                  <a:srgbClr val="0070C0"/>
                </a:solidFill>
                <a:effectLst/>
                <a:latin typeface="微软雅黑" panose="020B0503020204020204" pitchFamily="34" charset="-122"/>
                <a:ea typeface="微软雅黑" panose="020B0503020204020204" pitchFamily="34" charset="-122"/>
              </a:rPr>
              <a:t>特定主机路由。</a:t>
            </a:r>
            <a:r>
              <a:rPr kumimoji="0" lang="zh-CN" altLang="en-US" sz="240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对特定目的主句的</a:t>
            </a:r>
            <a:r>
              <a:rPr kumimoji="0" lang="en-US" altLang="zh-CN" sz="240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IP</a:t>
            </a:r>
            <a:r>
              <a:rPr kumimoji="0" lang="zh-CN" altLang="en-US" sz="240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地址专门指定一个路由，以方便管理员控制和测试网络。若特定主机的</a:t>
            </a:r>
            <a:r>
              <a:rPr kumimoji="0" lang="en-US" altLang="zh-CN" sz="240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IP</a:t>
            </a:r>
            <a:r>
              <a:rPr kumimoji="0" lang="zh-CN" altLang="en-US" sz="240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地址为</a:t>
            </a:r>
            <a:r>
              <a:rPr kumimoji="0" lang="en-US" altLang="zh-CN" sz="2400" i="0" u="none" strike="noStrike" cap="none" normalizeH="0" baseline="0" dirty="0" err="1">
                <a:ln>
                  <a:noFill/>
                </a:ln>
                <a:solidFill>
                  <a:schemeClr val="tx1"/>
                </a:solidFill>
                <a:effectLst/>
                <a:latin typeface="微软雅黑" panose="020B0503020204020204" pitchFamily="34" charset="-122"/>
                <a:ea typeface="微软雅黑" panose="020B0503020204020204" pitchFamily="34" charset="-122"/>
              </a:rPr>
              <a:t>a.b.c.d</a:t>
            </a:r>
            <a:r>
              <a:rPr kumimoji="0" lang="zh-CN" altLang="en-US" sz="240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，则转发表中对应项的目的网络为</a:t>
            </a:r>
            <a:r>
              <a:rPr kumimoji="0" lang="en-US" altLang="zh-CN" sz="2400" i="0" u="none" strike="noStrike" cap="none" normalizeH="0" baseline="0" dirty="0" err="1">
                <a:ln>
                  <a:noFill/>
                </a:ln>
                <a:solidFill>
                  <a:schemeClr val="tx1"/>
                </a:solidFill>
                <a:effectLst/>
                <a:latin typeface="微软雅黑" panose="020B0503020204020204" pitchFamily="34" charset="-122"/>
                <a:ea typeface="微软雅黑" panose="020B0503020204020204" pitchFamily="34" charset="-122"/>
              </a:rPr>
              <a:t>a.b.c.d</a:t>
            </a:r>
            <a:r>
              <a:rPr kumimoji="0" lang="zh-CN" altLang="en-US" sz="240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，子网掩码为</a:t>
            </a:r>
            <a:r>
              <a:rPr kumimoji="0" lang="en-US" altLang="zh-CN" sz="240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/32</a:t>
            </a:r>
          </a:p>
          <a:p>
            <a:pPr>
              <a:lnSpc>
                <a:spcPct val="120000"/>
              </a:lnSpc>
            </a:pPr>
            <a:r>
              <a:rPr kumimoji="0" lang="zh-CN" altLang="en-US" sz="240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a:t>
            </a:r>
            <a:r>
              <a:rPr kumimoji="0" lang="en-US" altLang="zh-CN" sz="240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2</a:t>
            </a:r>
            <a:r>
              <a:rPr kumimoji="0" lang="zh-CN" altLang="en-US" sz="240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a:t>
            </a:r>
            <a:r>
              <a:rPr lang="zh-CN" altLang="en-US" sz="2400" dirty="0">
                <a:solidFill>
                  <a:srgbClr val="0070C0"/>
                </a:solidFill>
                <a:latin typeface="微软雅黑" panose="020B0503020204020204" pitchFamily="34" charset="-122"/>
                <a:ea typeface="微软雅黑" panose="020B0503020204020204" pitchFamily="34" charset="-122"/>
              </a:rPr>
              <a:t>默认路由。</a:t>
            </a:r>
            <a:r>
              <a:rPr lang="zh-CN" altLang="en-US" sz="2400" dirty="0">
                <a:solidFill>
                  <a:schemeClr val="tx1"/>
                </a:solidFill>
                <a:latin typeface="微软雅黑" panose="020B0503020204020204" pitchFamily="34" charset="-122"/>
                <a:ea typeface="微软雅黑" panose="020B0503020204020204" pitchFamily="34" charset="-122"/>
              </a:rPr>
              <a:t>网络号</a:t>
            </a:r>
            <a:r>
              <a:rPr lang="en-US" altLang="zh-CN" sz="2400" dirty="0">
                <a:solidFill>
                  <a:schemeClr val="tx1"/>
                </a:solidFill>
                <a:latin typeface="微软雅黑" panose="020B0503020204020204" pitchFamily="34" charset="-122"/>
                <a:ea typeface="微软雅黑" panose="020B0503020204020204" pitchFamily="34" charset="-122"/>
              </a:rPr>
              <a:t>0.0.0.0</a:t>
            </a:r>
            <a:r>
              <a:rPr lang="zh-CN" altLang="en-US" sz="2400" dirty="0">
                <a:solidFill>
                  <a:schemeClr val="tx1"/>
                </a:solidFill>
                <a:latin typeface="微软雅黑" panose="020B0503020204020204" pitchFamily="34" charset="-122"/>
                <a:ea typeface="微软雅黑" panose="020B0503020204020204" pitchFamily="34" charset="-122"/>
              </a:rPr>
              <a:t>，掩码为</a:t>
            </a:r>
            <a:r>
              <a:rPr lang="en-US" altLang="zh-CN" sz="2400" dirty="0">
                <a:solidFill>
                  <a:schemeClr val="tx1"/>
                </a:solidFill>
                <a:latin typeface="微软雅黑" panose="020B0503020204020204" pitchFamily="34" charset="-122"/>
                <a:ea typeface="微软雅黑" panose="020B0503020204020204" pitchFamily="34" charset="-122"/>
              </a:rPr>
              <a:t>/0</a:t>
            </a:r>
            <a:r>
              <a:rPr lang="zh-CN" altLang="en-US" sz="2400" dirty="0">
                <a:solidFill>
                  <a:schemeClr val="tx1"/>
                </a:solidFill>
                <a:latin typeface="微软雅黑" panose="020B0503020204020204" pitchFamily="34" charset="-122"/>
                <a:ea typeface="微软雅黑" panose="020B0503020204020204" pitchFamily="34" charset="-122"/>
              </a:rPr>
              <a:t>， 全</a:t>
            </a:r>
            <a:r>
              <a:rPr lang="en-US" altLang="zh-CN" sz="2400" dirty="0">
                <a:solidFill>
                  <a:schemeClr val="tx1"/>
                </a:solidFill>
                <a:latin typeface="微软雅黑" panose="020B0503020204020204" pitchFamily="34" charset="-122"/>
                <a:ea typeface="微软雅黑" panose="020B0503020204020204" pitchFamily="34" charset="-122"/>
              </a:rPr>
              <a:t>0</a:t>
            </a:r>
            <a:r>
              <a:rPr lang="zh-CN" altLang="en-US" sz="2400" dirty="0">
                <a:solidFill>
                  <a:schemeClr val="tx1"/>
                </a:solidFill>
                <a:latin typeface="微软雅黑" panose="020B0503020204020204" pitchFamily="34" charset="-122"/>
                <a:ea typeface="微软雅黑" panose="020B0503020204020204" pitchFamily="34" charset="-122"/>
              </a:rPr>
              <a:t>的掩码和任何目的地址进行按位与运算，结果必然为全</a:t>
            </a:r>
            <a:r>
              <a:rPr lang="en-US" altLang="zh-CN" sz="2400" dirty="0">
                <a:solidFill>
                  <a:schemeClr val="tx1"/>
                </a:solidFill>
                <a:latin typeface="微软雅黑" panose="020B0503020204020204" pitchFamily="34" charset="-122"/>
                <a:ea typeface="微软雅黑" panose="020B0503020204020204" pitchFamily="34" charset="-122"/>
              </a:rPr>
              <a:t>0</a:t>
            </a:r>
            <a:r>
              <a:rPr lang="zh-CN" altLang="en-US" sz="2400" dirty="0">
                <a:solidFill>
                  <a:schemeClr val="tx1"/>
                </a:solidFill>
                <a:latin typeface="微软雅黑" panose="020B0503020204020204" pitchFamily="34" charset="-122"/>
                <a:ea typeface="微软雅黑" panose="020B0503020204020204" pitchFamily="34" charset="-122"/>
              </a:rPr>
              <a:t>，即必然和前缀</a:t>
            </a:r>
            <a:r>
              <a:rPr lang="en-US" altLang="zh-CN" sz="2400" dirty="0">
                <a:solidFill>
                  <a:schemeClr val="tx1"/>
                </a:solidFill>
                <a:latin typeface="微软雅黑" panose="020B0503020204020204" pitchFamily="34" charset="-122"/>
                <a:ea typeface="微软雅黑" panose="020B0503020204020204" pitchFamily="34" charset="-122"/>
              </a:rPr>
              <a:t>0.0.0.0/0</a:t>
            </a:r>
            <a:r>
              <a:rPr lang="zh-CN" altLang="en-US" sz="2400" dirty="0">
                <a:solidFill>
                  <a:schemeClr val="tx1"/>
                </a:solidFill>
                <a:latin typeface="微软雅黑" panose="020B0503020204020204" pitchFamily="34" charset="-122"/>
                <a:ea typeface="微软雅黑" panose="020B0503020204020204" pitchFamily="34" charset="-122"/>
              </a:rPr>
              <a:t>匹配。互联网包括无数网络集合，在一个路由器中不可能把所有的网络都列出来，一般只列出有限个，其他统统匹配到默认路由。</a:t>
            </a:r>
            <a:endParaRPr lang="zh-CN" altLang="en-US" dirty="0">
              <a:solidFill>
                <a:schemeClr val="tx1"/>
              </a:solidFill>
            </a:endParaRPr>
          </a:p>
        </p:txBody>
      </p:sp>
    </p:spTree>
    <p:extLst>
      <p:ext uri="{BB962C8B-B14F-4D97-AF65-F5344CB8AC3E}">
        <p14:creationId xmlns:p14="http://schemas.microsoft.com/office/powerpoint/2010/main" val="898873746"/>
      </p:ext>
    </p:extLst>
  </p:cSld>
  <p:clrMapOvr>
    <a:masterClrMapping/>
  </p:clrMapOvr>
  <p:transition spd="slow"/>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ChangeArrowheads="1"/>
          </p:cNvSpPr>
          <p:nvPr/>
        </p:nvSpPr>
        <p:spPr bwMode="auto">
          <a:xfrm>
            <a:off x="6877050" y="57340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500">
                <a:solidFill>
                  <a:schemeClr val="bg1"/>
                </a:solidFill>
                <a:latin typeface="黑体" panose="02010609060101010101" pitchFamily="49" charset="-122"/>
                <a:ea typeface="黑体" panose="02010609060101010101" pitchFamily="49" charset="-122"/>
              </a:defRPr>
            </a:lvl1pPr>
            <a:lvl2pPr marL="742950" indent="-285750">
              <a:defRPr sz="2500">
                <a:solidFill>
                  <a:schemeClr val="bg1"/>
                </a:solidFill>
                <a:latin typeface="黑体" panose="02010609060101010101" pitchFamily="49" charset="-122"/>
                <a:ea typeface="黑体" panose="02010609060101010101" pitchFamily="49" charset="-122"/>
              </a:defRPr>
            </a:lvl2pPr>
            <a:lvl3pPr marL="1143000" indent="-228600">
              <a:defRPr sz="2500">
                <a:solidFill>
                  <a:schemeClr val="bg1"/>
                </a:solidFill>
                <a:latin typeface="黑体" panose="02010609060101010101" pitchFamily="49" charset="-122"/>
                <a:ea typeface="黑体" panose="02010609060101010101" pitchFamily="49" charset="-122"/>
              </a:defRPr>
            </a:lvl3pPr>
            <a:lvl4pPr marL="1600200" indent="-228600">
              <a:defRPr sz="2500">
                <a:solidFill>
                  <a:schemeClr val="bg1"/>
                </a:solidFill>
                <a:latin typeface="黑体" panose="02010609060101010101" pitchFamily="49" charset="-122"/>
                <a:ea typeface="黑体" panose="02010609060101010101" pitchFamily="49" charset="-122"/>
              </a:defRPr>
            </a:lvl4pPr>
            <a:lvl5pPr marL="2057400" indent="-228600">
              <a:defRPr sz="2500">
                <a:solidFill>
                  <a:schemeClr val="bg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9pPr>
          </a:lstStyle>
          <a:p>
            <a:pPr algn="ctr" eaLnBrk="1" hangingPunct="1"/>
            <a:endParaRPr lang="zh-CN" altLang="en-US"/>
          </a:p>
        </p:txBody>
      </p:sp>
      <p:sp>
        <p:nvSpPr>
          <p:cNvPr id="38915" name="Text Box 9"/>
          <p:cNvSpPr txBox="1">
            <a:spLocks noChangeArrowheads="1"/>
          </p:cNvSpPr>
          <p:nvPr/>
        </p:nvSpPr>
        <p:spPr bwMode="auto">
          <a:xfrm>
            <a:off x="3059113" y="2349500"/>
            <a:ext cx="5834062"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b">
            <a:spAutoFit/>
          </a:bodyPr>
          <a:lstStyle>
            <a:lvl1pPr>
              <a:defRPr sz="2500">
                <a:solidFill>
                  <a:schemeClr val="bg1"/>
                </a:solidFill>
                <a:latin typeface="黑体" panose="02010609060101010101" pitchFamily="49" charset="-122"/>
                <a:ea typeface="黑体" panose="02010609060101010101" pitchFamily="49" charset="-122"/>
              </a:defRPr>
            </a:lvl1pPr>
            <a:lvl2pPr marL="742950" indent="-285750">
              <a:defRPr sz="2500">
                <a:solidFill>
                  <a:schemeClr val="bg1"/>
                </a:solidFill>
                <a:latin typeface="黑体" panose="02010609060101010101" pitchFamily="49" charset="-122"/>
                <a:ea typeface="黑体" panose="02010609060101010101" pitchFamily="49" charset="-122"/>
              </a:defRPr>
            </a:lvl2pPr>
            <a:lvl3pPr marL="1143000" indent="-228600">
              <a:defRPr sz="2500">
                <a:solidFill>
                  <a:schemeClr val="bg1"/>
                </a:solidFill>
                <a:latin typeface="黑体" panose="02010609060101010101" pitchFamily="49" charset="-122"/>
                <a:ea typeface="黑体" panose="02010609060101010101" pitchFamily="49" charset="-122"/>
              </a:defRPr>
            </a:lvl3pPr>
            <a:lvl4pPr marL="1600200" indent="-228600">
              <a:defRPr sz="2500">
                <a:solidFill>
                  <a:schemeClr val="bg1"/>
                </a:solidFill>
                <a:latin typeface="黑体" panose="02010609060101010101" pitchFamily="49" charset="-122"/>
                <a:ea typeface="黑体" panose="02010609060101010101" pitchFamily="49" charset="-122"/>
              </a:defRPr>
            </a:lvl4pPr>
            <a:lvl5pPr marL="2057400" indent="-228600">
              <a:defRPr sz="2500">
                <a:solidFill>
                  <a:schemeClr val="bg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9pPr>
          </a:lstStyle>
          <a:p>
            <a:pPr algn="ctr" eaLnBrk="1" hangingPunct="1">
              <a:spcBef>
                <a:spcPct val="50000"/>
              </a:spcBef>
            </a:pPr>
            <a:endParaRPr lang="zh-CN" altLang="en-US" sz="3400" b="1">
              <a:solidFill>
                <a:srgbClr val="33CC33"/>
              </a:solidFill>
            </a:endParaRPr>
          </a:p>
        </p:txBody>
      </p:sp>
      <p:graphicFrame>
        <p:nvGraphicFramePr>
          <p:cNvPr id="38916" name="Object 14"/>
          <p:cNvGraphicFramePr>
            <a:graphicFrameLocks noGrp="1" noChangeAspect="1"/>
          </p:cNvGraphicFramePr>
          <p:nvPr>
            <p:ph/>
          </p:nvPr>
        </p:nvGraphicFramePr>
        <p:xfrm>
          <a:off x="323850" y="1700213"/>
          <a:ext cx="8820150" cy="4897437"/>
        </p:xfrm>
        <a:graphic>
          <a:graphicData uri="http://schemas.openxmlformats.org/presentationml/2006/ole">
            <mc:AlternateContent xmlns:mc="http://schemas.openxmlformats.org/markup-compatibility/2006">
              <mc:Choice xmlns:v="urn:schemas-microsoft-com:vml" Requires="v">
                <p:oleObj spid="_x0000_s1048" name="Visio" r:id="rId3" imgW="9838620" imgH="4942948" progId="Visio.Drawing.11">
                  <p:embed/>
                </p:oleObj>
              </mc:Choice>
              <mc:Fallback>
                <p:oleObj name="Visio" r:id="rId3" imgW="9838620" imgH="4942948" progId="Visio.Drawing.11">
                  <p:embed/>
                  <p:pic>
                    <p:nvPicPr>
                      <p:cNvPr id="38916" name="Object 1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3850" y="1700213"/>
                        <a:ext cx="8820150" cy="4897437"/>
                      </a:xfrm>
                      <a:prstGeom prst="rect">
                        <a:avLst/>
                      </a:prstGeom>
                      <a:solidFill>
                        <a:schemeClr val="bg1"/>
                      </a:solidFill>
                      <a:ln>
                        <a:noFill/>
                      </a:ln>
                      <a:effectLst/>
                      <a:extLst>
                        <a:ext uri="{91240B29-F687-4F45-9708-019B960494DF}">
                          <a14:hiddenLine xmlns:a14="http://schemas.microsoft.com/office/drawing/2010/main" w="25400" algn="ctr">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8917" name="矩形 6"/>
          <p:cNvSpPr>
            <a:spLocks noChangeArrowheads="1"/>
          </p:cNvSpPr>
          <p:nvPr/>
        </p:nvSpPr>
        <p:spPr bwMode="auto">
          <a:xfrm>
            <a:off x="0" y="80505"/>
            <a:ext cx="9144000" cy="52322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500">
                <a:solidFill>
                  <a:schemeClr val="bg1"/>
                </a:solidFill>
                <a:latin typeface="黑体" panose="02010609060101010101" pitchFamily="49" charset="-122"/>
                <a:ea typeface="黑体" panose="02010609060101010101" pitchFamily="49" charset="-122"/>
              </a:defRPr>
            </a:lvl1pPr>
            <a:lvl2pPr marL="742950" indent="-285750">
              <a:defRPr sz="2500">
                <a:solidFill>
                  <a:schemeClr val="bg1"/>
                </a:solidFill>
                <a:latin typeface="黑体" panose="02010609060101010101" pitchFamily="49" charset="-122"/>
                <a:ea typeface="黑体" panose="02010609060101010101" pitchFamily="49" charset="-122"/>
              </a:defRPr>
            </a:lvl2pPr>
            <a:lvl3pPr marL="1143000" indent="-228600">
              <a:defRPr sz="2500">
                <a:solidFill>
                  <a:schemeClr val="bg1"/>
                </a:solidFill>
                <a:latin typeface="黑体" panose="02010609060101010101" pitchFamily="49" charset="-122"/>
                <a:ea typeface="黑体" panose="02010609060101010101" pitchFamily="49" charset="-122"/>
              </a:defRPr>
            </a:lvl3pPr>
            <a:lvl4pPr marL="1600200" indent="-228600">
              <a:defRPr sz="2500">
                <a:solidFill>
                  <a:schemeClr val="bg1"/>
                </a:solidFill>
                <a:latin typeface="黑体" panose="02010609060101010101" pitchFamily="49" charset="-122"/>
                <a:ea typeface="黑体" panose="02010609060101010101" pitchFamily="49" charset="-122"/>
              </a:defRPr>
            </a:lvl4pPr>
            <a:lvl5pPr marL="2057400" indent="-228600">
              <a:defRPr sz="2500">
                <a:solidFill>
                  <a:schemeClr val="bg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9pPr>
          </a:lstStyle>
          <a:p>
            <a:r>
              <a:rPr lang="zh-CN" altLang="en-US" sz="2800" b="1" dirty="0">
                <a:solidFill>
                  <a:srgbClr val="0070C0"/>
                </a:solidFill>
                <a:latin typeface="宋体" panose="02010600030101010101" pitchFamily="2" charset="-122"/>
              </a:rPr>
              <a:t>子网划分后的路由表</a:t>
            </a:r>
            <a:endParaRPr lang="zh-CN" altLang="en-US" sz="2800" dirty="0">
              <a:solidFill>
                <a:srgbClr val="0070C0"/>
              </a:solidFill>
            </a:endParaRPr>
          </a:p>
        </p:txBody>
      </p:sp>
      <p:sp>
        <p:nvSpPr>
          <p:cNvPr id="38918" name="流程图: 磁盘 2"/>
          <p:cNvSpPr>
            <a:spLocks noChangeArrowheads="1"/>
          </p:cNvSpPr>
          <p:nvPr/>
        </p:nvSpPr>
        <p:spPr bwMode="auto">
          <a:xfrm>
            <a:off x="900113" y="2959100"/>
            <a:ext cx="1223962" cy="685800"/>
          </a:xfrm>
          <a:prstGeom prst="flowChartMagneticDisk">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nchor="b"/>
          <a:lstStyle>
            <a:lvl1pPr>
              <a:defRPr sz="2500">
                <a:solidFill>
                  <a:schemeClr val="bg1"/>
                </a:solidFill>
                <a:latin typeface="黑体" panose="02010609060101010101" pitchFamily="49" charset="-122"/>
                <a:ea typeface="黑体" panose="02010609060101010101" pitchFamily="49" charset="-122"/>
              </a:defRPr>
            </a:lvl1pPr>
            <a:lvl2pPr marL="742950" indent="-285750">
              <a:defRPr sz="2500">
                <a:solidFill>
                  <a:schemeClr val="bg1"/>
                </a:solidFill>
                <a:latin typeface="黑体" panose="02010609060101010101" pitchFamily="49" charset="-122"/>
                <a:ea typeface="黑体" panose="02010609060101010101" pitchFamily="49" charset="-122"/>
              </a:defRPr>
            </a:lvl2pPr>
            <a:lvl3pPr marL="1143000" indent="-228600">
              <a:defRPr sz="2500">
                <a:solidFill>
                  <a:schemeClr val="bg1"/>
                </a:solidFill>
                <a:latin typeface="黑体" panose="02010609060101010101" pitchFamily="49" charset="-122"/>
                <a:ea typeface="黑体" panose="02010609060101010101" pitchFamily="49" charset="-122"/>
              </a:defRPr>
            </a:lvl3pPr>
            <a:lvl4pPr marL="1600200" indent="-228600">
              <a:defRPr sz="2500">
                <a:solidFill>
                  <a:schemeClr val="bg1"/>
                </a:solidFill>
                <a:latin typeface="黑体" panose="02010609060101010101" pitchFamily="49" charset="-122"/>
                <a:ea typeface="黑体" panose="02010609060101010101" pitchFamily="49" charset="-122"/>
              </a:defRPr>
            </a:lvl4pPr>
            <a:lvl5pPr marL="2057400" indent="-228600">
              <a:defRPr sz="2500">
                <a:solidFill>
                  <a:schemeClr val="bg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9pPr>
          </a:lstStyle>
          <a:p>
            <a:pPr algn="ctr" eaLnBrk="1" hangingPunct="1"/>
            <a:endParaRPr lang="zh-CN" altLang="en-US">
              <a:solidFill>
                <a:schemeClr val="tx1"/>
              </a:solidFill>
            </a:endParaRPr>
          </a:p>
        </p:txBody>
      </p:sp>
      <p:sp>
        <p:nvSpPr>
          <p:cNvPr id="8" name="文本框 7">
            <a:extLst>
              <a:ext uri="{FF2B5EF4-FFF2-40B4-BE49-F238E27FC236}">
                <a16:creationId xmlns:a16="http://schemas.microsoft.com/office/drawing/2014/main" id="{0AC48FE6-3177-42B6-9DFD-48C96B2A183D}"/>
              </a:ext>
            </a:extLst>
          </p:cNvPr>
          <p:cNvSpPr txBox="1"/>
          <p:nvPr/>
        </p:nvSpPr>
        <p:spPr>
          <a:xfrm>
            <a:off x="0" y="603725"/>
            <a:ext cx="9144000" cy="1200329"/>
          </a:xfrm>
          <a:prstGeom prst="rect">
            <a:avLst/>
          </a:prstGeom>
          <a:solidFill>
            <a:schemeClr val="bg1"/>
          </a:solidFill>
        </p:spPr>
        <p:txBody>
          <a:bodyPr wrap="square">
            <a:spAutoFit/>
          </a:bodyPr>
          <a:lstStyle/>
          <a:p>
            <a:r>
              <a:rPr lang="zh-CN" altLang="en-US" sz="2400" b="1" dirty="0">
                <a:solidFill>
                  <a:schemeClr val="tx1"/>
                </a:solidFill>
              </a:rPr>
              <a:t>假设有以下拓扑结构，</a:t>
            </a:r>
            <a:r>
              <a:rPr lang="en-US" altLang="zh-CN" sz="2400" b="1" dirty="0">
                <a:solidFill>
                  <a:schemeClr val="tx1"/>
                </a:solidFill>
              </a:rPr>
              <a:t>121.0.0.0/8</a:t>
            </a:r>
            <a:r>
              <a:rPr lang="zh-CN" altLang="en-US" sz="2400" b="1" dirty="0">
                <a:solidFill>
                  <a:schemeClr val="tx1"/>
                </a:solidFill>
              </a:rPr>
              <a:t>网络被子网划分，</a:t>
            </a:r>
            <a:r>
              <a:rPr lang="zh-CN" altLang="en-US" sz="2400" b="1" dirty="0">
                <a:solidFill>
                  <a:schemeClr val="tx1"/>
                </a:solidFill>
                <a:latin typeface="宋体" panose="02010600030101010101" pitchFamily="2" charset="-122"/>
              </a:rPr>
              <a:t>掩码 为</a:t>
            </a:r>
            <a:r>
              <a:rPr lang="en-US" altLang="zh-CN" sz="2400" b="1" dirty="0">
                <a:solidFill>
                  <a:schemeClr val="tx1"/>
                </a:solidFill>
              </a:rPr>
              <a:t>255.255.192.0</a:t>
            </a:r>
            <a:r>
              <a:rPr lang="zh-CN" altLang="en-US" sz="2400" b="1" dirty="0">
                <a:solidFill>
                  <a:schemeClr val="tx1"/>
                </a:solidFill>
              </a:rPr>
              <a:t>，请为</a:t>
            </a:r>
            <a:r>
              <a:rPr lang="en-US" altLang="zh-CN" sz="2400" b="1" dirty="0">
                <a:solidFill>
                  <a:schemeClr val="tx1"/>
                </a:solidFill>
              </a:rPr>
              <a:t>R1,R2</a:t>
            </a:r>
            <a:r>
              <a:rPr lang="zh-CN" altLang="en-US" sz="2400" b="1" dirty="0">
                <a:solidFill>
                  <a:schemeClr val="tx1"/>
                </a:solidFill>
              </a:rPr>
              <a:t>编写路由表。（针对同一个网络，在不同的路由器中路由信息可能不同）</a:t>
            </a:r>
            <a:endParaRPr lang="zh-CN" altLang="en-US" dirty="0">
              <a:solidFill>
                <a:schemeClr val="tx1"/>
              </a:solidFill>
            </a:endParaRPr>
          </a:p>
        </p:txBody>
      </p:sp>
    </p:spTree>
  </p:cSld>
  <p:clrMapOvr>
    <a:masterClrMapping/>
  </p:clrMapOvr>
  <p:transition spd="slow"/>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ChangeArrowheads="1"/>
          </p:cNvSpPr>
          <p:nvPr/>
        </p:nvSpPr>
        <p:spPr bwMode="auto">
          <a:xfrm>
            <a:off x="6877050" y="57340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500">
                <a:solidFill>
                  <a:schemeClr val="bg1"/>
                </a:solidFill>
                <a:latin typeface="黑体" panose="02010609060101010101" pitchFamily="49" charset="-122"/>
                <a:ea typeface="黑体" panose="02010609060101010101" pitchFamily="49" charset="-122"/>
              </a:defRPr>
            </a:lvl1pPr>
            <a:lvl2pPr marL="742950" indent="-285750">
              <a:defRPr sz="2500">
                <a:solidFill>
                  <a:schemeClr val="bg1"/>
                </a:solidFill>
                <a:latin typeface="黑体" panose="02010609060101010101" pitchFamily="49" charset="-122"/>
                <a:ea typeface="黑体" panose="02010609060101010101" pitchFamily="49" charset="-122"/>
              </a:defRPr>
            </a:lvl2pPr>
            <a:lvl3pPr marL="1143000" indent="-228600">
              <a:defRPr sz="2500">
                <a:solidFill>
                  <a:schemeClr val="bg1"/>
                </a:solidFill>
                <a:latin typeface="黑体" panose="02010609060101010101" pitchFamily="49" charset="-122"/>
                <a:ea typeface="黑体" panose="02010609060101010101" pitchFamily="49" charset="-122"/>
              </a:defRPr>
            </a:lvl3pPr>
            <a:lvl4pPr marL="1600200" indent="-228600">
              <a:defRPr sz="2500">
                <a:solidFill>
                  <a:schemeClr val="bg1"/>
                </a:solidFill>
                <a:latin typeface="黑体" panose="02010609060101010101" pitchFamily="49" charset="-122"/>
                <a:ea typeface="黑体" panose="02010609060101010101" pitchFamily="49" charset="-122"/>
              </a:defRPr>
            </a:lvl4pPr>
            <a:lvl5pPr marL="2057400" indent="-228600">
              <a:defRPr sz="2500">
                <a:solidFill>
                  <a:schemeClr val="bg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9pPr>
          </a:lstStyle>
          <a:p>
            <a:pPr algn="ctr" eaLnBrk="1" hangingPunct="1"/>
            <a:endParaRPr lang="zh-CN" altLang="en-US"/>
          </a:p>
        </p:txBody>
      </p:sp>
      <p:sp>
        <p:nvSpPr>
          <p:cNvPr id="39939" name="Text Box 9"/>
          <p:cNvSpPr txBox="1">
            <a:spLocks noChangeArrowheads="1"/>
          </p:cNvSpPr>
          <p:nvPr/>
        </p:nvSpPr>
        <p:spPr bwMode="auto">
          <a:xfrm>
            <a:off x="3059113" y="2349500"/>
            <a:ext cx="5834062"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b">
            <a:spAutoFit/>
          </a:bodyPr>
          <a:lstStyle>
            <a:lvl1pPr>
              <a:defRPr sz="2500">
                <a:solidFill>
                  <a:schemeClr val="bg1"/>
                </a:solidFill>
                <a:latin typeface="黑体" panose="02010609060101010101" pitchFamily="49" charset="-122"/>
                <a:ea typeface="黑体" panose="02010609060101010101" pitchFamily="49" charset="-122"/>
              </a:defRPr>
            </a:lvl1pPr>
            <a:lvl2pPr marL="742950" indent="-285750">
              <a:defRPr sz="2500">
                <a:solidFill>
                  <a:schemeClr val="bg1"/>
                </a:solidFill>
                <a:latin typeface="黑体" panose="02010609060101010101" pitchFamily="49" charset="-122"/>
                <a:ea typeface="黑体" panose="02010609060101010101" pitchFamily="49" charset="-122"/>
              </a:defRPr>
            </a:lvl2pPr>
            <a:lvl3pPr marL="1143000" indent="-228600">
              <a:defRPr sz="2500">
                <a:solidFill>
                  <a:schemeClr val="bg1"/>
                </a:solidFill>
                <a:latin typeface="黑体" panose="02010609060101010101" pitchFamily="49" charset="-122"/>
                <a:ea typeface="黑体" panose="02010609060101010101" pitchFamily="49" charset="-122"/>
              </a:defRPr>
            </a:lvl3pPr>
            <a:lvl4pPr marL="1600200" indent="-228600">
              <a:defRPr sz="2500">
                <a:solidFill>
                  <a:schemeClr val="bg1"/>
                </a:solidFill>
                <a:latin typeface="黑体" panose="02010609060101010101" pitchFamily="49" charset="-122"/>
                <a:ea typeface="黑体" panose="02010609060101010101" pitchFamily="49" charset="-122"/>
              </a:defRPr>
            </a:lvl4pPr>
            <a:lvl5pPr marL="2057400" indent="-228600">
              <a:defRPr sz="2500">
                <a:solidFill>
                  <a:schemeClr val="bg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9pPr>
          </a:lstStyle>
          <a:p>
            <a:pPr algn="ctr" eaLnBrk="1" hangingPunct="1">
              <a:spcBef>
                <a:spcPct val="50000"/>
              </a:spcBef>
            </a:pPr>
            <a:endParaRPr lang="zh-CN" altLang="en-US" sz="3400" b="1">
              <a:solidFill>
                <a:srgbClr val="33CC33"/>
              </a:solidFill>
            </a:endParaRPr>
          </a:p>
        </p:txBody>
      </p:sp>
      <p:sp>
        <p:nvSpPr>
          <p:cNvPr id="39940" name="矩形 6"/>
          <p:cNvSpPr>
            <a:spLocks noChangeArrowheads="1"/>
          </p:cNvSpPr>
          <p:nvPr/>
        </p:nvSpPr>
        <p:spPr bwMode="auto">
          <a:xfrm>
            <a:off x="85725" y="981075"/>
            <a:ext cx="1628775"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500">
                <a:solidFill>
                  <a:schemeClr val="bg1"/>
                </a:solidFill>
                <a:latin typeface="黑体" panose="02010609060101010101" pitchFamily="49" charset="-122"/>
                <a:ea typeface="黑体" panose="02010609060101010101" pitchFamily="49" charset="-122"/>
              </a:defRPr>
            </a:lvl1pPr>
            <a:lvl2pPr marL="742950" indent="-285750">
              <a:defRPr sz="2500">
                <a:solidFill>
                  <a:schemeClr val="bg1"/>
                </a:solidFill>
                <a:latin typeface="黑体" panose="02010609060101010101" pitchFamily="49" charset="-122"/>
                <a:ea typeface="黑体" panose="02010609060101010101" pitchFamily="49" charset="-122"/>
              </a:defRPr>
            </a:lvl2pPr>
            <a:lvl3pPr marL="1143000" indent="-228600">
              <a:defRPr sz="2500">
                <a:solidFill>
                  <a:schemeClr val="bg1"/>
                </a:solidFill>
                <a:latin typeface="黑体" panose="02010609060101010101" pitchFamily="49" charset="-122"/>
                <a:ea typeface="黑体" panose="02010609060101010101" pitchFamily="49" charset="-122"/>
              </a:defRPr>
            </a:lvl3pPr>
            <a:lvl4pPr marL="1600200" indent="-228600">
              <a:defRPr sz="2500">
                <a:solidFill>
                  <a:schemeClr val="bg1"/>
                </a:solidFill>
                <a:latin typeface="黑体" panose="02010609060101010101" pitchFamily="49" charset="-122"/>
                <a:ea typeface="黑体" panose="02010609060101010101" pitchFamily="49" charset="-122"/>
              </a:defRPr>
            </a:lvl4pPr>
            <a:lvl5pPr marL="2057400" indent="-228600">
              <a:defRPr sz="2500">
                <a:solidFill>
                  <a:schemeClr val="bg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9pPr>
          </a:lstStyle>
          <a:p>
            <a:r>
              <a:rPr lang="en-US" altLang="zh-CN" sz="2800" b="1">
                <a:solidFill>
                  <a:srgbClr val="0000FF"/>
                </a:solidFill>
                <a:latin typeface="宋体" panose="02010600030101010101" pitchFamily="2" charset="-122"/>
              </a:rPr>
              <a:t>R1</a:t>
            </a:r>
            <a:r>
              <a:rPr lang="zh-CN" altLang="en-US" sz="2800" b="1">
                <a:solidFill>
                  <a:srgbClr val="0000FF"/>
                </a:solidFill>
                <a:latin typeface="宋体" panose="02010600030101010101" pitchFamily="2" charset="-122"/>
              </a:rPr>
              <a:t>路由表</a:t>
            </a:r>
            <a:endParaRPr lang="zh-CN" altLang="en-US" sz="2800"/>
          </a:p>
        </p:txBody>
      </p:sp>
      <p:sp>
        <p:nvSpPr>
          <p:cNvPr id="39941" name="流程图: 磁盘 2"/>
          <p:cNvSpPr>
            <a:spLocks noChangeArrowheads="1"/>
          </p:cNvSpPr>
          <p:nvPr/>
        </p:nvSpPr>
        <p:spPr bwMode="auto">
          <a:xfrm>
            <a:off x="900113" y="2959100"/>
            <a:ext cx="1223962" cy="685800"/>
          </a:xfrm>
          <a:prstGeom prst="flowChartMagneticDisk">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nchor="b"/>
          <a:lstStyle>
            <a:lvl1pPr>
              <a:defRPr sz="2500">
                <a:solidFill>
                  <a:schemeClr val="bg1"/>
                </a:solidFill>
                <a:latin typeface="黑体" panose="02010609060101010101" pitchFamily="49" charset="-122"/>
                <a:ea typeface="黑体" panose="02010609060101010101" pitchFamily="49" charset="-122"/>
              </a:defRPr>
            </a:lvl1pPr>
            <a:lvl2pPr marL="742950" indent="-285750">
              <a:defRPr sz="2500">
                <a:solidFill>
                  <a:schemeClr val="bg1"/>
                </a:solidFill>
                <a:latin typeface="黑体" panose="02010609060101010101" pitchFamily="49" charset="-122"/>
                <a:ea typeface="黑体" panose="02010609060101010101" pitchFamily="49" charset="-122"/>
              </a:defRPr>
            </a:lvl2pPr>
            <a:lvl3pPr marL="1143000" indent="-228600">
              <a:defRPr sz="2500">
                <a:solidFill>
                  <a:schemeClr val="bg1"/>
                </a:solidFill>
                <a:latin typeface="黑体" panose="02010609060101010101" pitchFamily="49" charset="-122"/>
                <a:ea typeface="黑体" panose="02010609060101010101" pitchFamily="49" charset="-122"/>
              </a:defRPr>
            </a:lvl3pPr>
            <a:lvl4pPr marL="1600200" indent="-228600">
              <a:defRPr sz="2500">
                <a:solidFill>
                  <a:schemeClr val="bg1"/>
                </a:solidFill>
                <a:latin typeface="黑体" panose="02010609060101010101" pitchFamily="49" charset="-122"/>
                <a:ea typeface="黑体" panose="02010609060101010101" pitchFamily="49" charset="-122"/>
              </a:defRPr>
            </a:lvl4pPr>
            <a:lvl5pPr marL="2057400" indent="-228600">
              <a:defRPr sz="2500">
                <a:solidFill>
                  <a:schemeClr val="bg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9pPr>
          </a:lstStyle>
          <a:p>
            <a:pPr algn="ctr" eaLnBrk="1" hangingPunct="1"/>
            <a:endParaRPr lang="zh-CN" altLang="en-US">
              <a:solidFill>
                <a:schemeClr val="tx1"/>
              </a:solidFill>
            </a:endParaRPr>
          </a:p>
        </p:txBody>
      </p:sp>
      <p:graphicFrame>
        <p:nvGraphicFramePr>
          <p:cNvPr id="8" name="Group 3"/>
          <p:cNvGraphicFramePr>
            <a:graphicFrameLocks noGrp="1"/>
          </p:cNvGraphicFramePr>
          <p:nvPr/>
        </p:nvGraphicFramePr>
        <p:xfrm>
          <a:off x="-36513" y="1773238"/>
          <a:ext cx="9180513" cy="1223962"/>
        </p:xfrm>
        <a:graphic>
          <a:graphicData uri="http://schemas.openxmlformats.org/drawingml/2006/table">
            <a:tbl>
              <a:tblPr/>
              <a:tblGrid>
                <a:gridCol w="1916113">
                  <a:extLst>
                    <a:ext uri="{9D8B030D-6E8A-4147-A177-3AD203B41FA5}">
                      <a16:colId xmlns:a16="http://schemas.microsoft.com/office/drawing/2014/main" val="20000"/>
                    </a:ext>
                  </a:extLst>
                </a:gridCol>
                <a:gridCol w="2166938">
                  <a:extLst>
                    <a:ext uri="{9D8B030D-6E8A-4147-A177-3AD203B41FA5}">
                      <a16:colId xmlns:a16="http://schemas.microsoft.com/office/drawing/2014/main" val="20001"/>
                    </a:ext>
                  </a:extLst>
                </a:gridCol>
                <a:gridCol w="2051050">
                  <a:extLst>
                    <a:ext uri="{9D8B030D-6E8A-4147-A177-3AD203B41FA5}">
                      <a16:colId xmlns:a16="http://schemas.microsoft.com/office/drawing/2014/main" val="20002"/>
                    </a:ext>
                  </a:extLst>
                </a:gridCol>
                <a:gridCol w="2074862">
                  <a:extLst>
                    <a:ext uri="{9D8B030D-6E8A-4147-A177-3AD203B41FA5}">
                      <a16:colId xmlns:a16="http://schemas.microsoft.com/office/drawing/2014/main" val="20003"/>
                    </a:ext>
                  </a:extLst>
                </a:gridCol>
                <a:gridCol w="971550">
                  <a:extLst>
                    <a:ext uri="{9D8B030D-6E8A-4147-A177-3AD203B41FA5}">
                      <a16:colId xmlns:a16="http://schemas.microsoft.com/office/drawing/2014/main" val="20004"/>
                    </a:ext>
                  </a:extLst>
                </a:gridCol>
              </a:tblGrid>
              <a:tr h="365595">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defRPr sz="22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defRPr sz="21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US" altLang="zh-CN" sz="1800" b="1" i="0" u="none" strike="noStrike" cap="none" normalizeH="0" baseline="0" dirty="0" err="1">
                          <a:ln>
                            <a:noFill/>
                          </a:ln>
                          <a:solidFill>
                            <a:schemeClr val="tx1"/>
                          </a:solidFill>
                          <a:effectLst/>
                          <a:latin typeface="Verdana" panose="020B0604030504040204" pitchFamily="34" charset="0"/>
                          <a:ea typeface="宋体" panose="02010600030101010101" pitchFamily="2" charset="-122"/>
                        </a:rPr>
                        <a:t>destionation</a:t>
                      </a:r>
                      <a:endParaRPr kumimoji="0" lang="en-US" altLang="zh-CN" sz="1800" b="1" i="0" u="none" strike="noStrike" cap="none" normalizeH="0" baseline="0" dirty="0">
                        <a:ln>
                          <a:noFill/>
                        </a:ln>
                        <a:solidFill>
                          <a:schemeClr val="tx1"/>
                        </a:solidFill>
                        <a:effectLst/>
                        <a:latin typeface="Verdana" panose="020B0604030504040204" pitchFamily="34" charset="0"/>
                        <a:ea typeface="宋体" panose="02010600030101010101" pitchFamily="2" charset="-122"/>
                      </a:endParaRPr>
                    </a:p>
                  </a:txBody>
                  <a:tcPr marT="45638" marB="45638"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defRPr sz="22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defRPr sz="21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US" altLang="zh-CN" sz="1800" b="1" i="0" u="none" strike="noStrike" cap="none" normalizeH="0" baseline="0">
                          <a:ln>
                            <a:noFill/>
                          </a:ln>
                          <a:solidFill>
                            <a:schemeClr val="tx1"/>
                          </a:solidFill>
                          <a:effectLst/>
                          <a:latin typeface="Verdana" panose="020B0604030504040204" pitchFamily="34" charset="0"/>
                          <a:ea typeface="宋体" panose="02010600030101010101" pitchFamily="2" charset="-122"/>
                        </a:rPr>
                        <a:t>Netmask</a:t>
                      </a:r>
                    </a:p>
                  </a:txBody>
                  <a:tcPr marT="45638" marB="45638"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defRPr sz="22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defRPr sz="21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US" altLang="zh-CN" sz="1800" b="1" i="0" u="none" strike="noStrike" cap="none" normalizeH="0" baseline="0">
                          <a:ln>
                            <a:noFill/>
                          </a:ln>
                          <a:solidFill>
                            <a:schemeClr val="tx1"/>
                          </a:solidFill>
                          <a:effectLst/>
                          <a:latin typeface="Verdana" panose="020B0604030504040204" pitchFamily="34" charset="0"/>
                          <a:ea typeface="宋体" panose="02010600030101010101" pitchFamily="2" charset="-122"/>
                        </a:rPr>
                        <a:t>gateway</a:t>
                      </a:r>
                    </a:p>
                  </a:txBody>
                  <a:tcPr marT="45638" marB="45638"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defRPr sz="22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defRPr sz="21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US" altLang="zh-CN" sz="1800" b="1" i="0" u="none" strike="noStrike" cap="none" normalizeH="0" baseline="0">
                          <a:ln>
                            <a:noFill/>
                          </a:ln>
                          <a:solidFill>
                            <a:schemeClr val="tx1"/>
                          </a:solidFill>
                          <a:effectLst/>
                          <a:latin typeface="Verdana" panose="020B0604030504040204" pitchFamily="34" charset="0"/>
                          <a:ea typeface="宋体" panose="02010600030101010101" pitchFamily="2" charset="-122"/>
                        </a:rPr>
                        <a:t>interface</a:t>
                      </a:r>
                    </a:p>
                  </a:txBody>
                  <a:tcPr marT="45638" marB="45638"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defRPr sz="22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defRPr sz="21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Verdana" panose="020B0604030504040204" pitchFamily="34" charset="0"/>
                          <a:ea typeface="宋体" panose="02010600030101010101" pitchFamily="2" charset="-122"/>
                        </a:rPr>
                        <a:t>metric</a:t>
                      </a:r>
                    </a:p>
                  </a:txBody>
                  <a:tcPr marT="45638" marB="45638"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0"/>
                  </a:ext>
                </a:extLst>
              </a:tr>
              <a:tr h="426804">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defRPr sz="22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defRPr sz="21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US" altLang="zh-CN" sz="1800" b="1" i="0" u="none" strike="noStrike" cap="none" normalizeH="0" baseline="0" dirty="0">
                          <a:ln>
                            <a:noFill/>
                          </a:ln>
                          <a:solidFill>
                            <a:srgbClr val="A50021"/>
                          </a:solidFill>
                          <a:effectLst/>
                          <a:latin typeface="Verdana" panose="020B0604030504040204" pitchFamily="34" charset="0"/>
                          <a:ea typeface="宋体" panose="02010600030101010101" pitchFamily="2" charset="-122"/>
                        </a:rPr>
                        <a:t>121.0.0.0</a:t>
                      </a:r>
                    </a:p>
                  </a:txBody>
                  <a:tcPr marT="45638" marB="45638"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defRPr sz="22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defRPr sz="21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US" altLang="zh-CN" sz="1800" b="1" i="0" u="none" strike="noStrike" cap="none" normalizeH="0" baseline="0" dirty="0">
                          <a:ln>
                            <a:noFill/>
                          </a:ln>
                          <a:solidFill>
                            <a:srgbClr val="A50021"/>
                          </a:solidFill>
                          <a:effectLst/>
                          <a:latin typeface="Verdana" panose="020B0604030504040204" pitchFamily="34" charset="0"/>
                          <a:ea typeface="宋体" panose="02010600030101010101" pitchFamily="2" charset="-122"/>
                        </a:rPr>
                        <a:t>255.0.0.0</a:t>
                      </a:r>
                    </a:p>
                  </a:txBody>
                  <a:tcPr marT="45638" marB="45638"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defRPr sz="22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defRPr sz="21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US" altLang="zh-CN" sz="1800" b="1" i="0" u="none" strike="noStrike" cap="none" normalizeH="0" baseline="0">
                          <a:ln>
                            <a:noFill/>
                          </a:ln>
                          <a:solidFill>
                            <a:srgbClr val="A50021"/>
                          </a:solidFill>
                          <a:effectLst/>
                          <a:latin typeface="Verdana" panose="020B0604030504040204" pitchFamily="34" charset="0"/>
                          <a:ea typeface="宋体" panose="02010600030101010101" pitchFamily="2" charset="-122"/>
                        </a:rPr>
                        <a:t>202.119.112.2</a:t>
                      </a:r>
                    </a:p>
                  </a:txBody>
                  <a:tcPr marT="45638" marB="45638"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defRPr sz="22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defRPr sz="21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US" altLang="zh-CN" sz="1800" b="1" i="0" u="none" strike="noStrike" cap="none" normalizeH="0" baseline="0" dirty="0">
                          <a:ln>
                            <a:noFill/>
                          </a:ln>
                          <a:solidFill>
                            <a:srgbClr val="A50021"/>
                          </a:solidFill>
                          <a:effectLst/>
                          <a:latin typeface="Verdana" panose="020B0604030504040204" pitchFamily="34" charset="0"/>
                          <a:ea typeface="宋体" panose="02010600030101010101" pitchFamily="2" charset="-122"/>
                        </a:rPr>
                        <a:t>202.119.112.1</a:t>
                      </a:r>
                    </a:p>
                  </a:txBody>
                  <a:tcPr marT="45638" marB="45638"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defRPr sz="22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defRPr sz="21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US" altLang="zh-CN" sz="1800" b="1" i="0" u="none" strike="noStrike" cap="none" normalizeH="0" baseline="0" dirty="0">
                          <a:ln>
                            <a:noFill/>
                          </a:ln>
                          <a:solidFill>
                            <a:srgbClr val="A50021"/>
                          </a:solidFill>
                          <a:effectLst/>
                          <a:latin typeface="Verdana" panose="020B0604030504040204" pitchFamily="34" charset="0"/>
                          <a:ea typeface="宋体" panose="02010600030101010101" pitchFamily="2" charset="-122"/>
                        </a:rPr>
                        <a:t>2</a:t>
                      </a:r>
                    </a:p>
                  </a:txBody>
                  <a:tcPr marT="45638" marB="45638"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1"/>
                  </a:ext>
                </a:extLst>
              </a:tr>
              <a:tr h="431562">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defRPr sz="22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defRPr sz="21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endParaRPr kumimoji="0" lang="en-US" altLang="zh-CN" sz="1800" b="1" i="0" u="none" strike="noStrike" cap="none" normalizeH="0" baseline="0">
                        <a:ln>
                          <a:noFill/>
                        </a:ln>
                        <a:solidFill>
                          <a:schemeClr val="tx1"/>
                        </a:solidFill>
                        <a:effectLst/>
                        <a:latin typeface="Verdana" panose="020B0604030504040204" pitchFamily="34" charset="0"/>
                        <a:ea typeface="宋体" panose="02010600030101010101" pitchFamily="2" charset="-122"/>
                      </a:endParaRPr>
                    </a:p>
                  </a:txBody>
                  <a:tcPr marT="45638" marB="45638"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defRPr sz="22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defRPr sz="21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endParaRPr kumimoji="0" lang="en-US" altLang="zh-CN" sz="1800" b="1" i="0" u="none" strike="noStrike" cap="none" normalizeH="0" baseline="0">
                        <a:ln>
                          <a:noFill/>
                        </a:ln>
                        <a:solidFill>
                          <a:schemeClr val="tx1"/>
                        </a:solidFill>
                        <a:effectLst/>
                        <a:latin typeface="Verdana" panose="020B0604030504040204" pitchFamily="34" charset="0"/>
                        <a:ea typeface="宋体" panose="02010600030101010101" pitchFamily="2" charset="-122"/>
                      </a:endParaRPr>
                    </a:p>
                  </a:txBody>
                  <a:tcPr marT="45638" marB="45638"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defRPr sz="22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defRPr sz="21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endParaRPr kumimoji="0" lang="en-US" altLang="zh-CN" sz="1800" b="1" i="0" u="none" strike="noStrike" cap="none" normalizeH="0" baseline="0">
                        <a:ln>
                          <a:noFill/>
                        </a:ln>
                        <a:solidFill>
                          <a:schemeClr val="tx1"/>
                        </a:solidFill>
                        <a:effectLst/>
                        <a:latin typeface="Verdana" panose="020B0604030504040204" pitchFamily="34" charset="0"/>
                        <a:ea typeface="宋体" panose="02010600030101010101" pitchFamily="2" charset="-122"/>
                      </a:endParaRPr>
                    </a:p>
                  </a:txBody>
                  <a:tcPr marT="45638" marB="45638"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defRPr sz="22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defRPr sz="21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endParaRPr kumimoji="0" lang="en-US" altLang="zh-CN" sz="1800" b="1" i="0" u="none" strike="noStrike" cap="none" normalizeH="0" baseline="0">
                        <a:ln>
                          <a:noFill/>
                        </a:ln>
                        <a:solidFill>
                          <a:schemeClr val="tx1"/>
                        </a:solidFill>
                        <a:effectLst/>
                        <a:latin typeface="Verdana" panose="020B0604030504040204" pitchFamily="34" charset="0"/>
                        <a:ea typeface="宋体" panose="02010600030101010101" pitchFamily="2" charset="-122"/>
                      </a:endParaRPr>
                    </a:p>
                  </a:txBody>
                  <a:tcPr marT="45638" marB="45638"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defRPr sz="22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defRPr sz="21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endParaRPr kumimoji="0" lang="en-US" altLang="zh-CN" sz="1800" b="1" i="0" u="none" strike="noStrike" cap="none" normalizeH="0" baseline="0">
                        <a:ln>
                          <a:noFill/>
                        </a:ln>
                        <a:solidFill>
                          <a:schemeClr val="tx1"/>
                        </a:solidFill>
                        <a:effectLst/>
                        <a:latin typeface="Verdana" panose="020B0604030504040204" pitchFamily="34" charset="0"/>
                        <a:ea typeface="宋体" panose="02010600030101010101" pitchFamily="2" charset="-122"/>
                      </a:endParaRPr>
                    </a:p>
                  </a:txBody>
                  <a:tcPr marT="45638" marB="45638"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9" name="Group 3"/>
          <p:cNvGraphicFramePr>
            <a:graphicFrameLocks noGrp="1"/>
          </p:cNvGraphicFramePr>
          <p:nvPr/>
        </p:nvGraphicFramePr>
        <p:xfrm>
          <a:off x="-36513" y="3644900"/>
          <a:ext cx="9180513" cy="2454275"/>
        </p:xfrm>
        <a:graphic>
          <a:graphicData uri="http://schemas.openxmlformats.org/drawingml/2006/table">
            <a:tbl>
              <a:tblPr/>
              <a:tblGrid>
                <a:gridCol w="2087563">
                  <a:extLst>
                    <a:ext uri="{9D8B030D-6E8A-4147-A177-3AD203B41FA5}">
                      <a16:colId xmlns:a16="http://schemas.microsoft.com/office/drawing/2014/main" val="20000"/>
                    </a:ext>
                  </a:extLst>
                </a:gridCol>
                <a:gridCol w="1995488">
                  <a:extLst>
                    <a:ext uri="{9D8B030D-6E8A-4147-A177-3AD203B41FA5}">
                      <a16:colId xmlns:a16="http://schemas.microsoft.com/office/drawing/2014/main" val="20001"/>
                    </a:ext>
                  </a:extLst>
                </a:gridCol>
                <a:gridCol w="2051050">
                  <a:extLst>
                    <a:ext uri="{9D8B030D-6E8A-4147-A177-3AD203B41FA5}">
                      <a16:colId xmlns:a16="http://schemas.microsoft.com/office/drawing/2014/main" val="20002"/>
                    </a:ext>
                  </a:extLst>
                </a:gridCol>
                <a:gridCol w="2074862">
                  <a:extLst>
                    <a:ext uri="{9D8B030D-6E8A-4147-A177-3AD203B41FA5}">
                      <a16:colId xmlns:a16="http://schemas.microsoft.com/office/drawing/2014/main" val="20003"/>
                    </a:ext>
                  </a:extLst>
                </a:gridCol>
                <a:gridCol w="971550">
                  <a:extLst>
                    <a:ext uri="{9D8B030D-6E8A-4147-A177-3AD203B41FA5}">
                      <a16:colId xmlns:a16="http://schemas.microsoft.com/office/drawing/2014/main" val="20004"/>
                    </a:ext>
                  </a:extLst>
                </a:gridCol>
              </a:tblGrid>
              <a:tr h="365745">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defRPr sz="22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defRPr sz="21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US" altLang="zh-CN" sz="1800" b="1" i="0" u="none" strike="noStrike" cap="none" normalizeH="0" baseline="0" dirty="0" err="1">
                          <a:ln>
                            <a:noFill/>
                          </a:ln>
                          <a:solidFill>
                            <a:schemeClr val="tx1"/>
                          </a:solidFill>
                          <a:effectLst/>
                          <a:latin typeface="Verdana" panose="020B0604030504040204" pitchFamily="34" charset="0"/>
                          <a:ea typeface="宋体" panose="02010600030101010101" pitchFamily="2" charset="-122"/>
                        </a:rPr>
                        <a:t>destionation</a:t>
                      </a:r>
                      <a:endParaRPr kumimoji="0" lang="en-US" altLang="zh-CN" sz="1800" b="1" i="0" u="none" strike="noStrike" cap="none" normalizeH="0" baseline="0" dirty="0">
                        <a:ln>
                          <a:noFill/>
                        </a:ln>
                        <a:solidFill>
                          <a:schemeClr val="tx1"/>
                        </a:solidFill>
                        <a:effectLst/>
                        <a:latin typeface="Verdana" panose="020B0604030504040204" pitchFamily="34" charset="0"/>
                        <a:ea typeface="宋体" panose="02010600030101010101" pitchFamily="2" charset="-122"/>
                      </a:endParaRPr>
                    </a:p>
                  </a:txBody>
                  <a:tcPr marT="45685" marB="45685"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defRPr sz="22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defRPr sz="21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US" altLang="zh-CN" sz="1800" b="1" i="0" u="none" strike="noStrike" cap="none" normalizeH="0" baseline="0" dirty="0">
                          <a:ln>
                            <a:noFill/>
                          </a:ln>
                          <a:solidFill>
                            <a:schemeClr val="tx1"/>
                          </a:solidFill>
                          <a:effectLst/>
                          <a:latin typeface="Verdana" panose="020B0604030504040204" pitchFamily="34" charset="0"/>
                          <a:ea typeface="宋体" panose="02010600030101010101" pitchFamily="2" charset="-122"/>
                        </a:rPr>
                        <a:t>Netmask</a:t>
                      </a:r>
                    </a:p>
                  </a:txBody>
                  <a:tcPr marT="45685" marB="45685"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defRPr sz="22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defRPr sz="21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US" altLang="zh-CN" sz="1800" b="1" i="0" u="none" strike="noStrike" cap="none" normalizeH="0" baseline="0">
                          <a:ln>
                            <a:noFill/>
                          </a:ln>
                          <a:solidFill>
                            <a:schemeClr val="tx1"/>
                          </a:solidFill>
                          <a:effectLst/>
                          <a:latin typeface="Verdana" panose="020B0604030504040204" pitchFamily="34" charset="0"/>
                          <a:ea typeface="宋体" panose="02010600030101010101" pitchFamily="2" charset="-122"/>
                        </a:rPr>
                        <a:t>gateway</a:t>
                      </a:r>
                    </a:p>
                  </a:txBody>
                  <a:tcPr marT="45685" marB="45685"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defRPr sz="22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defRPr sz="21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US" altLang="zh-CN" sz="1800" b="1" i="0" u="none" strike="noStrike" cap="none" normalizeH="0" baseline="0">
                          <a:ln>
                            <a:noFill/>
                          </a:ln>
                          <a:solidFill>
                            <a:schemeClr val="tx1"/>
                          </a:solidFill>
                          <a:effectLst/>
                          <a:latin typeface="Verdana" panose="020B0604030504040204" pitchFamily="34" charset="0"/>
                          <a:ea typeface="宋体" panose="02010600030101010101" pitchFamily="2" charset="-122"/>
                        </a:rPr>
                        <a:t>interface</a:t>
                      </a:r>
                    </a:p>
                  </a:txBody>
                  <a:tcPr marT="45685" marB="45685"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defRPr sz="22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defRPr sz="21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Verdana" panose="020B0604030504040204" pitchFamily="34" charset="0"/>
                          <a:ea typeface="宋体" panose="02010600030101010101" pitchFamily="2" charset="-122"/>
                        </a:rPr>
                        <a:t>metric</a:t>
                      </a:r>
                    </a:p>
                  </a:txBody>
                  <a:tcPr marT="45685" marB="45685"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0"/>
                  </a:ext>
                </a:extLst>
              </a:tr>
              <a:tr h="427124">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defRPr sz="22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defRPr sz="21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US" altLang="zh-CN" sz="1800" b="1" i="0" u="none" strike="noStrike" cap="none" normalizeH="0" baseline="0" dirty="0">
                          <a:ln>
                            <a:noFill/>
                          </a:ln>
                          <a:solidFill>
                            <a:srgbClr val="A50021"/>
                          </a:solidFill>
                          <a:effectLst/>
                          <a:latin typeface="Verdana" panose="020B0604030504040204" pitchFamily="34" charset="0"/>
                          <a:ea typeface="宋体" panose="02010600030101010101" pitchFamily="2" charset="-122"/>
                        </a:rPr>
                        <a:t>121.0.0.0</a:t>
                      </a:r>
                    </a:p>
                  </a:txBody>
                  <a:tcPr marT="45685" marB="45685"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defRPr sz="22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defRPr sz="21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US" altLang="zh-CN" sz="1800" b="1" i="0" u="none" strike="noStrike" cap="none" normalizeH="0" baseline="0" dirty="0">
                          <a:ln>
                            <a:noFill/>
                          </a:ln>
                          <a:solidFill>
                            <a:srgbClr val="A50021"/>
                          </a:solidFill>
                          <a:effectLst/>
                          <a:latin typeface="Verdana" panose="020B0604030504040204" pitchFamily="34" charset="0"/>
                          <a:ea typeface="宋体" panose="02010600030101010101" pitchFamily="2" charset="-122"/>
                        </a:rPr>
                        <a:t>/18</a:t>
                      </a:r>
                    </a:p>
                  </a:txBody>
                  <a:tcPr marT="45685" marB="45685"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defRPr sz="22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defRPr sz="21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US" altLang="zh-CN" sz="1800" b="1" i="0" u="none" strike="noStrike" cap="none" normalizeH="0" baseline="0" dirty="0">
                          <a:ln>
                            <a:noFill/>
                          </a:ln>
                          <a:solidFill>
                            <a:srgbClr val="A50021"/>
                          </a:solidFill>
                          <a:effectLst/>
                          <a:latin typeface="Verdana" panose="020B0604030504040204" pitchFamily="34" charset="0"/>
                          <a:ea typeface="宋体" panose="02010600030101010101" pitchFamily="2" charset="-122"/>
                        </a:rPr>
                        <a:t>121.0.0.1</a:t>
                      </a:r>
                    </a:p>
                  </a:txBody>
                  <a:tcPr marT="45685" marB="45685"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defRPr sz="22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defRPr sz="21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US" altLang="zh-CN" sz="1800" b="1" i="0" u="none" strike="noStrike" cap="none" normalizeH="0" baseline="0" dirty="0">
                          <a:ln>
                            <a:noFill/>
                          </a:ln>
                          <a:solidFill>
                            <a:srgbClr val="A50021"/>
                          </a:solidFill>
                          <a:effectLst/>
                          <a:latin typeface="Verdana" panose="020B0604030504040204" pitchFamily="34" charset="0"/>
                          <a:ea typeface="宋体" panose="02010600030101010101" pitchFamily="2" charset="-122"/>
                        </a:rPr>
                        <a:t>121.0.0.1</a:t>
                      </a:r>
                    </a:p>
                  </a:txBody>
                  <a:tcPr marT="45685" marB="45685"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defRPr sz="22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defRPr sz="21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US" altLang="zh-CN" sz="1800" b="1" i="0" u="none" strike="noStrike" cap="none" normalizeH="0" baseline="0">
                          <a:ln>
                            <a:noFill/>
                          </a:ln>
                          <a:solidFill>
                            <a:srgbClr val="A50021"/>
                          </a:solidFill>
                          <a:effectLst/>
                          <a:latin typeface="Verdana" panose="020B0604030504040204" pitchFamily="34" charset="0"/>
                          <a:ea typeface="宋体" panose="02010600030101010101" pitchFamily="2" charset="-122"/>
                        </a:rPr>
                        <a:t>1</a:t>
                      </a:r>
                    </a:p>
                  </a:txBody>
                  <a:tcPr marT="45685" marB="45685"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1"/>
                  </a:ext>
                </a:extLst>
              </a:tr>
              <a:tr h="431887">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defRPr sz="22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defRPr sz="21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US" altLang="zh-CN" sz="1800" b="1" i="0" u="none" strike="noStrike" cap="none" normalizeH="0" baseline="0" dirty="0">
                          <a:ln>
                            <a:noFill/>
                          </a:ln>
                          <a:solidFill>
                            <a:srgbClr val="A50021"/>
                          </a:solidFill>
                          <a:effectLst/>
                          <a:latin typeface="Verdana" panose="020B0604030504040204" pitchFamily="34" charset="0"/>
                          <a:ea typeface="宋体" panose="02010600030101010101" pitchFamily="2" charset="-122"/>
                        </a:rPr>
                        <a:t>121.0.64.0</a:t>
                      </a:r>
                    </a:p>
                  </a:txBody>
                  <a:tcPr marT="45685" marB="45685"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defRPr sz="22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defRPr sz="21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US" altLang="zh-CN" sz="1800" b="1" i="0" u="none" strike="noStrike" cap="none" normalizeH="0" baseline="0" dirty="0">
                          <a:ln>
                            <a:noFill/>
                          </a:ln>
                          <a:solidFill>
                            <a:srgbClr val="A50021"/>
                          </a:solidFill>
                          <a:effectLst/>
                          <a:latin typeface="Verdana" panose="020B0604030504040204" pitchFamily="34" charset="0"/>
                          <a:ea typeface="宋体" panose="02010600030101010101" pitchFamily="2" charset="-122"/>
                        </a:rPr>
                        <a:t>/18</a:t>
                      </a:r>
                    </a:p>
                  </a:txBody>
                  <a:tcPr marT="45685" marB="45685"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defRPr sz="22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defRPr sz="21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US" altLang="zh-CN" sz="1800" b="1" i="0" u="none" strike="noStrike" cap="none" normalizeH="0" baseline="0">
                          <a:ln>
                            <a:noFill/>
                          </a:ln>
                          <a:solidFill>
                            <a:srgbClr val="A50021"/>
                          </a:solidFill>
                          <a:effectLst/>
                          <a:latin typeface="Verdana" panose="020B0604030504040204" pitchFamily="34" charset="0"/>
                          <a:ea typeface="宋体" panose="02010600030101010101" pitchFamily="2" charset="-122"/>
                        </a:rPr>
                        <a:t>121.0.64.1</a:t>
                      </a:r>
                    </a:p>
                  </a:txBody>
                  <a:tcPr marT="45685" marB="45685"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defRPr sz="22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defRPr sz="21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US" altLang="zh-CN" sz="1800" b="1" i="0" u="none" strike="noStrike" cap="none" normalizeH="0" baseline="0" dirty="0">
                          <a:ln>
                            <a:noFill/>
                          </a:ln>
                          <a:solidFill>
                            <a:srgbClr val="A50021"/>
                          </a:solidFill>
                          <a:effectLst/>
                          <a:latin typeface="Verdana" panose="020B0604030504040204" pitchFamily="34" charset="0"/>
                          <a:ea typeface="宋体" panose="02010600030101010101" pitchFamily="2" charset="-122"/>
                        </a:rPr>
                        <a:t>121.0.64.1</a:t>
                      </a:r>
                    </a:p>
                  </a:txBody>
                  <a:tcPr marT="45685" marB="45685"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defRPr sz="22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defRPr sz="21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US" altLang="zh-CN" sz="1800" b="1" i="0" u="none" strike="noStrike" cap="none" normalizeH="0" baseline="0">
                          <a:ln>
                            <a:noFill/>
                          </a:ln>
                          <a:solidFill>
                            <a:srgbClr val="A50021"/>
                          </a:solidFill>
                          <a:effectLst/>
                          <a:latin typeface="Verdana" panose="020B0604030504040204" pitchFamily="34" charset="0"/>
                          <a:ea typeface="宋体" panose="02010600030101010101" pitchFamily="2" charset="-122"/>
                        </a:rPr>
                        <a:t>1</a:t>
                      </a:r>
                    </a:p>
                  </a:txBody>
                  <a:tcPr marT="45685" marB="45685"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2"/>
                  </a:ext>
                </a:extLst>
              </a:tr>
              <a:tr h="431887">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defRPr sz="22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defRPr sz="21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US" altLang="zh-CN" sz="1800" b="1" i="0" u="none" strike="noStrike" cap="none" normalizeH="0" baseline="0" dirty="0">
                          <a:ln>
                            <a:noFill/>
                          </a:ln>
                          <a:solidFill>
                            <a:srgbClr val="A50021"/>
                          </a:solidFill>
                          <a:effectLst/>
                          <a:latin typeface="Verdana" panose="020B0604030504040204" pitchFamily="34" charset="0"/>
                          <a:ea typeface="宋体" panose="02010600030101010101" pitchFamily="2" charset="-122"/>
                        </a:rPr>
                        <a:t>121.0.128.0</a:t>
                      </a:r>
                    </a:p>
                  </a:txBody>
                  <a:tcPr marT="45685" marB="45685"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defRPr sz="22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defRPr sz="21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US" altLang="zh-CN" sz="1800" b="1" i="0" u="none" strike="noStrike" cap="none" normalizeH="0" baseline="0" dirty="0">
                          <a:ln>
                            <a:noFill/>
                          </a:ln>
                          <a:solidFill>
                            <a:srgbClr val="A50021"/>
                          </a:solidFill>
                          <a:effectLst/>
                          <a:latin typeface="Verdana" panose="020B0604030504040204" pitchFamily="34" charset="0"/>
                          <a:ea typeface="宋体" panose="02010600030101010101" pitchFamily="2" charset="-122"/>
                        </a:rPr>
                        <a:t>/18</a:t>
                      </a:r>
                    </a:p>
                  </a:txBody>
                  <a:tcPr marT="45685" marB="45685"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defRPr sz="22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defRPr sz="21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US" altLang="zh-CN" sz="1800" b="1" i="0" u="none" strike="noStrike" cap="none" normalizeH="0" baseline="0">
                          <a:ln>
                            <a:noFill/>
                          </a:ln>
                          <a:solidFill>
                            <a:srgbClr val="A50021"/>
                          </a:solidFill>
                          <a:effectLst/>
                          <a:latin typeface="Verdana" panose="020B0604030504040204" pitchFamily="34" charset="0"/>
                          <a:ea typeface="宋体" panose="02010600030101010101" pitchFamily="2" charset="-122"/>
                        </a:rPr>
                        <a:t>121.0.128.1</a:t>
                      </a:r>
                    </a:p>
                  </a:txBody>
                  <a:tcPr marT="45685" marB="45685"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defRPr sz="22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defRPr sz="21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US" altLang="zh-CN" sz="1800" b="1" i="0" u="none" strike="noStrike" cap="none" normalizeH="0" baseline="0" dirty="0">
                          <a:ln>
                            <a:noFill/>
                          </a:ln>
                          <a:solidFill>
                            <a:srgbClr val="A50021"/>
                          </a:solidFill>
                          <a:effectLst/>
                          <a:latin typeface="Verdana" panose="020B0604030504040204" pitchFamily="34" charset="0"/>
                          <a:ea typeface="宋体" panose="02010600030101010101" pitchFamily="2" charset="-122"/>
                        </a:rPr>
                        <a:t>121.0.128.1</a:t>
                      </a:r>
                    </a:p>
                  </a:txBody>
                  <a:tcPr marT="45685" marB="45685"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defRPr sz="22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defRPr sz="21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US" altLang="zh-CN" sz="1800" b="1" i="0" u="none" strike="noStrike" cap="none" normalizeH="0" baseline="0">
                          <a:ln>
                            <a:noFill/>
                          </a:ln>
                          <a:solidFill>
                            <a:srgbClr val="A50021"/>
                          </a:solidFill>
                          <a:effectLst/>
                          <a:latin typeface="Verdana" panose="020B0604030504040204" pitchFamily="34" charset="0"/>
                          <a:ea typeface="宋体" panose="02010600030101010101" pitchFamily="2" charset="-122"/>
                        </a:rPr>
                        <a:t>1</a:t>
                      </a:r>
                    </a:p>
                  </a:txBody>
                  <a:tcPr marT="45685" marB="45685"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3"/>
                  </a:ext>
                </a:extLst>
              </a:tr>
              <a:tr h="431887">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defRPr sz="22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defRPr sz="21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US" altLang="zh-CN" sz="1800" b="1" i="0" u="none" strike="noStrike" cap="none" normalizeH="0" baseline="0" dirty="0">
                          <a:ln>
                            <a:noFill/>
                          </a:ln>
                          <a:solidFill>
                            <a:srgbClr val="A50021"/>
                          </a:solidFill>
                          <a:effectLst/>
                          <a:latin typeface="Verdana" panose="020B0604030504040204" pitchFamily="34" charset="0"/>
                          <a:ea typeface="宋体" panose="02010600030101010101" pitchFamily="2" charset="-122"/>
                        </a:rPr>
                        <a:t>121.255.192.0</a:t>
                      </a:r>
                    </a:p>
                  </a:txBody>
                  <a:tcPr marT="45685" marB="45685"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defRPr sz="22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defRPr sz="21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US" altLang="zh-CN" sz="1800" b="1" i="0" u="none" strike="noStrike" cap="none" normalizeH="0" baseline="0" dirty="0">
                          <a:ln>
                            <a:noFill/>
                          </a:ln>
                          <a:solidFill>
                            <a:srgbClr val="A50021"/>
                          </a:solidFill>
                          <a:effectLst/>
                          <a:latin typeface="Verdana" panose="020B0604030504040204" pitchFamily="34" charset="0"/>
                          <a:ea typeface="宋体" panose="02010600030101010101" pitchFamily="2" charset="-122"/>
                        </a:rPr>
                        <a:t>/18</a:t>
                      </a:r>
                    </a:p>
                  </a:txBody>
                  <a:tcPr marT="45685" marB="45685"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defRPr sz="22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defRPr sz="21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US" altLang="zh-CN" sz="1800" b="1" i="0" u="none" strike="noStrike" cap="none" normalizeH="0" baseline="0">
                          <a:ln>
                            <a:noFill/>
                          </a:ln>
                          <a:solidFill>
                            <a:srgbClr val="A50021"/>
                          </a:solidFill>
                          <a:effectLst/>
                          <a:latin typeface="Verdana" panose="020B0604030504040204" pitchFamily="34" charset="0"/>
                          <a:ea typeface="宋体" panose="02010600030101010101" pitchFamily="2" charset="-122"/>
                        </a:rPr>
                        <a:t>121.255.192.1</a:t>
                      </a:r>
                    </a:p>
                  </a:txBody>
                  <a:tcPr marT="45685" marB="45685"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defRPr sz="22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defRPr sz="21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US" altLang="zh-CN" sz="1800" b="1" i="0" u="none" strike="noStrike" cap="none" normalizeH="0" baseline="0" dirty="0">
                          <a:ln>
                            <a:noFill/>
                          </a:ln>
                          <a:solidFill>
                            <a:srgbClr val="A50021"/>
                          </a:solidFill>
                          <a:effectLst/>
                          <a:latin typeface="Verdana" panose="020B0604030504040204" pitchFamily="34" charset="0"/>
                          <a:ea typeface="宋体" panose="02010600030101010101" pitchFamily="2" charset="-122"/>
                        </a:rPr>
                        <a:t>121.255.192.1</a:t>
                      </a:r>
                    </a:p>
                  </a:txBody>
                  <a:tcPr marT="45685" marB="45685"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defRPr sz="22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defRPr sz="21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US" altLang="zh-CN" sz="1800" b="1" i="0" u="none" strike="noStrike" cap="none" normalizeH="0" baseline="0">
                          <a:ln>
                            <a:noFill/>
                          </a:ln>
                          <a:solidFill>
                            <a:srgbClr val="A50021"/>
                          </a:solidFill>
                          <a:effectLst/>
                          <a:latin typeface="Verdana" panose="020B0604030504040204" pitchFamily="34" charset="0"/>
                          <a:ea typeface="宋体" panose="02010600030101010101" pitchFamily="2" charset="-122"/>
                        </a:rPr>
                        <a:t>1</a:t>
                      </a:r>
                    </a:p>
                  </a:txBody>
                  <a:tcPr marT="45685" marB="45685"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4"/>
                  </a:ext>
                </a:extLst>
              </a:tr>
              <a:tr h="365745">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defRPr sz="22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defRPr sz="21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US" altLang="zh-CN" sz="1800" b="1" i="0" u="none" strike="noStrike" cap="none" normalizeH="0" baseline="0" dirty="0">
                          <a:ln>
                            <a:noFill/>
                          </a:ln>
                          <a:solidFill>
                            <a:srgbClr val="A50021"/>
                          </a:solidFill>
                          <a:effectLst/>
                          <a:latin typeface="Verdana" panose="020B0604030504040204" pitchFamily="34" charset="0"/>
                          <a:ea typeface="宋体" panose="02010600030101010101" pitchFamily="2" charset="-122"/>
                        </a:rPr>
                        <a:t>…</a:t>
                      </a:r>
                    </a:p>
                  </a:txBody>
                  <a:tcPr marT="45685" marB="45685"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defRPr sz="22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defRPr sz="21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US" altLang="zh-CN" sz="1800" b="1" i="0" u="none" strike="noStrike" cap="none" normalizeH="0" baseline="0" dirty="0">
                          <a:ln>
                            <a:noFill/>
                          </a:ln>
                          <a:solidFill>
                            <a:srgbClr val="A50021"/>
                          </a:solidFill>
                          <a:effectLst/>
                          <a:latin typeface="Verdana" panose="020B0604030504040204" pitchFamily="34" charset="0"/>
                          <a:ea typeface="宋体" panose="02010600030101010101" pitchFamily="2" charset="-122"/>
                        </a:rPr>
                        <a:t>…</a:t>
                      </a:r>
                    </a:p>
                  </a:txBody>
                  <a:tcPr marT="45685" marB="45685"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defRPr sz="22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defRPr sz="21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US" altLang="zh-CN" sz="1800" b="1" i="0" u="none" strike="noStrike" cap="none" normalizeH="0" baseline="0">
                          <a:ln>
                            <a:noFill/>
                          </a:ln>
                          <a:solidFill>
                            <a:srgbClr val="A50021"/>
                          </a:solidFill>
                          <a:effectLst/>
                          <a:latin typeface="Verdana" panose="020B0604030504040204" pitchFamily="34" charset="0"/>
                          <a:ea typeface="宋体" panose="02010600030101010101" pitchFamily="2" charset="-122"/>
                        </a:rPr>
                        <a:t>…</a:t>
                      </a:r>
                    </a:p>
                  </a:txBody>
                  <a:tcPr marT="45685" marB="45685"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defRPr sz="22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defRPr sz="21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US" altLang="zh-CN" sz="1800" b="1" i="0" u="none" strike="noStrike" cap="none" normalizeH="0" baseline="0">
                          <a:ln>
                            <a:noFill/>
                          </a:ln>
                          <a:solidFill>
                            <a:srgbClr val="A50021"/>
                          </a:solidFill>
                          <a:effectLst/>
                          <a:latin typeface="Verdana" panose="020B0604030504040204" pitchFamily="34" charset="0"/>
                          <a:ea typeface="宋体" panose="02010600030101010101" pitchFamily="2" charset="-122"/>
                        </a:rPr>
                        <a:t>…</a:t>
                      </a:r>
                    </a:p>
                  </a:txBody>
                  <a:tcPr marT="45685" marB="45685"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defRPr sz="22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defRPr sz="21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US" altLang="zh-CN" sz="1800" b="1" i="0" u="none" strike="noStrike" cap="none" normalizeH="0" baseline="0">
                          <a:ln>
                            <a:noFill/>
                          </a:ln>
                          <a:solidFill>
                            <a:srgbClr val="A50021"/>
                          </a:solidFill>
                          <a:effectLst/>
                          <a:latin typeface="Verdana" panose="020B0604030504040204" pitchFamily="34" charset="0"/>
                          <a:ea typeface="宋体" panose="02010600030101010101" pitchFamily="2" charset="-122"/>
                        </a:rPr>
                        <a:t>…</a:t>
                      </a:r>
                    </a:p>
                  </a:txBody>
                  <a:tcPr marT="45685" marB="45685"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5"/>
                  </a:ext>
                </a:extLst>
              </a:tr>
            </a:tbl>
          </a:graphicData>
        </a:graphic>
      </p:graphicFrame>
      <p:sp>
        <p:nvSpPr>
          <p:cNvPr id="40012" name="矩形 9"/>
          <p:cNvSpPr>
            <a:spLocks noChangeArrowheads="1"/>
          </p:cNvSpPr>
          <p:nvPr/>
        </p:nvSpPr>
        <p:spPr bwMode="auto">
          <a:xfrm>
            <a:off x="63500" y="3141663"/>
            <a:ext cx="1628775"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500">
                <a:solidFill>
                  <a:schemeClr val="bg1"/>
                </a:solidFill>
                <a:latin typeface="黑体" panose="02010609060101010101" pitchFamily="49" charset="-122"/>
                <a:ea typeface="黑体" panose="02010609060101010101" pitchFamily="49" charset="-122"/>
              </a:defRPr>
            </a:lvl1pPr>
            <a:lvl2pPr marL="742950" indent="-285750">
              <a:defRPr sz="2500">
                <a:solidFill>
                  <a:schemeClr val="bg1"/>
                </a:solidFill>
                <a:latin typeface="黑体" panose="02010609060101010101" pitchFamily="49" charset="-122"/>
                <a:ea typeface="黑体" panose="02010609060101010101" pitchFamily="49" charset="-122"/>
              </a:defRPr>
            </a:lvl2pPr>
            <a:lvl3pPr marL="1143000" indent="-228600">
              <a:defRPr sz="2500">
                <a:solidFill>
                  <a:schemeClr val="bg1"/>
                </a:solidFill>
                <a:latin typeface="黑体" panose="02010609060101010101" pitchFamily="49" charset="-122"/>
                <a:ea typeface="黑体" panose="02010609060101010101" pitchFamily="49" charset="-122"/>
              </a:defRPr>
            </a:lvl3pPr>
            <a:lvl4pPr marL="1600200" indent="-228600">
              <a:defRPr sz="2500">
                <a:solidFill>
                  <a:schemeClr val="bg1"/>
                </a:solidFill>
                <a:latin typeface="黑体" panose="02010609060101010101" pitchFamily="49" charset="-122"/>
                <a:ea typeface="黑体" panose="02010609060101010101" pitchFamily="49" charset="-122"/>
              </a:defRPr>
            </a:lvl4pPr>
            <a:lvl5pPr marL="2057400" indent="-228600">
              <a:defRPr sz="2500">
                <a:solidFill>
                  <a:schemeClr val="bg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9pPr>
          </a:lstStyle>
          <a:p>
            <a:r>
              <a:rPr lang="en-US" altLang="zh-CN" sz="2800" b="1">
                <a:solidFill>
                  <a:srgbClr val="0000FF"/>
                </a:solidFill>
                <a:latin typeface="宋体" panose="02010600030101010101" pitchFamily="2" charset="-122"/>
              </a:rPr>
              <a:t>R2</a:t>
            </a:r>
            <a:r>
              <a:rPr lang="zh-CN" altLang="en-US" sz="2800" b="1">
                <a:solidFill>
                  <a:srgbClr val="0000FF"/>
                </a:solidFill>
                <a:latin typeface="宋体" panose="02010600030101010101" pitchFamily="2" charset="-122"/>
              </a:rPr>
              <a:t>路由表</a:t>
            </a:r>
            <a:endParaRPr lang="zh-CN" altLang="en-US" sz="2800"/>
          </a:p>
        </p:txBody>
      </p:sp>
      <p:graphicFrame>
        <p:nvGraphicFramePr>
          <p:cNvPr id="4" name="表格 3"/>
          <p:cNvGraphicFramePr>
            <a:graphicFrameLocks noGrp="1"/>
          </p:cNvGraphicFramePr>
          <p:nvPr/>
        </p:nvGraphicFramePr>
        <p:xfrm>
          <a:off x="-34925" y="6092825"/>
          <a:ext cx="9180513" cy="366713"/>
        </p:xfrm>
        <a:graphic>
          <a:graphicData uri="http://schemas.openxmlformats.org/drawingml/2006/table">
            <a:tbl>
              <a:tblPr/>
              <a:tblGrid>
                <a:gridCol w="2087563">
                  <a:extLst>
                    <a:ext uri="{9D8B030D-6E8A-4147-A177-3AD203B41FA5}">
                      <a16:colId xmlns:a16="http://schemas.microsoft.com/office/drawing/2014/main" val="20000"/>
                    </a:ext>
                  </a:extLst>
                </a:gridCol>
                <a:gridCol w="1995487">
                  <a:extLst>
                    <a:ext uri="{9D8B030D-6E8A-4147-A177-3AD203B41FA5}">
                      <a16:colId xmlns:a16="http://schemas.microsoft.com/office/drawing/2014/main" val="20001"/>
                    </a:ext>
                  </a:extLst>
                </a:gridCol>
                <a:gridCol w="2051050">
                  <a:extLst>
                    <a:ext uri="{9D8B030D-6E8A-4147-A177-3AD203B41FA5}">
                      <a16:colId xmlns:a16="http://schemas.microsoft.com/office/drawing/2014/main" val="20002"/>
                    </a:ext>
                  </a:extLst>
                </a:gridCol>
                <a:gridCol w="2074863">
                  <a:extLst>
                    <a:ext uri="{9D8B030D-6E8A-4147-A177-3AD203B41FA5}">
                      <a16:colId xmlns:a16="http://schemas.microsoft.com/office/drawing/2014/main" val="20003"/>
                    </a:ext>
                  </a:extLst>
                </a:gridCol>
                <a:gridCol w="971550">
                  <a:extLst>
                    <a:ext uri="{9D8B030D-6E8A-4147-A177-3AD203B41FA5}">
                      <a16:colId xmlns:a16="http://schemas.microsoft.com/office/drawing/2014/main" val="20004"/>
                    </a:ext>
                  </a:extLst>
                </a:gridCol>
              </a:tblGrid>
              <a:tr h="366713">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defRPr sz="22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defRPr sz="21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US" altLang="zh-CN" sz="1800" b="1" i="0" u="none" strike="noStrike" cap="none" normalizeH="0" baseline="0" dirty="0">
                          <a:ln>
                            <a:noFill/>
                          </a:ln>
                          <a:solidFill>
                            <a:srgbClr val="A50021"/>
                          </a:solidFill>
                          <a:effectLst/>
                          <a:latin typeface="Verdana" panose="020B0604030504040204" pitchFamily="34" charset="0"/>
                          <a:ea typeface="宋体" panose="02010600030101010101" pitchFamily="2" charset="-122"/>
                        </a:rPr>
                        <a:t>0.0.0.0</a:t>
                      </a:r>
                    </a:p>
                  </a:txBody>
                  <a:tcPr marT="45801" marB="45801"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defRPr sz="22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defRPr sz="21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US" altLang="zh-CN" sz="1800" b="1" i="0" u="none" strike="noStrike" cap="none" normalizeH="0" baseline="0" dirty="0">
                          <a:ln>
                            <a:noFill/>
                          </a:ln>
                          <a:solidFill>
                            <a:srgbClr val="A50021"/>
                          </a:solidFill>
                          <a:effectLst/>
                          <a:latin typeface="Verdana" panose="020B0604030504040204" pitchFamily="34" charset="0"/>
                          <a:ea typeface="宋体" panose="02010600030101010101" pitchFamily="2" charset="-122"/>
                        </a:rPr>
                        <a:t>0.0.0.0</a:t>
                      </a:r>
                    </a:p>
                  </a:txBody>
                  <a:tcPr marT="45801" marB="45801"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defRPr sz="22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defRPr sz="21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US" altLang="zh-CN" sz="1800" b="1" i="0" u="none" strike="noStrike" cap="none" normalizeH="0" baseline="0">
                          <a:ln>
                            <a:noFill/>
                          </a:ln>
                          <a:solidFill>
                            <a:srgbClr val="A50021"/>
                          </a:solidFill>
                          <a:effectLst/>
                          <a:latin typeface="Verdana" panose="020B0604030504040204" pitchFamily="34" charset="0"/>
                          <a:ea typeface="宋体" panose="02010600030101010101" pitchFamily="2" charset="-122"/>
                        </a:rPr>
                        <a:t>202.119.112.2</a:t>
                      </a:r>
                    </a:p>
                  </a:txBody>
                  <a:tcPr marT="45801" marB="45801"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defRPr sz="22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defRPr sz="21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US" altLang="zh-CN" sz="1800" b="1" i="0" u="none" strike="noStrike" cap="none" normalizeH="0" baseline="0" dirty="0">
                          <a:ln>
                            <a:noFill/>
                          </a:ln>
                          <a:solidFill>
                            <a:srgbClr val="A50021"/>
                          </a:solidFill>
                          <a:effectLst/>
                          <a:latin typeface="Verdana" panose="020B0604030504040204" pitchFamily="34" charset="0"/>
                          <a:ea typeface="宋体" panose="02010600030101010101" pitchFamily="2" charset="-122"/>
                        </a:rPr>
                        <a:t>202.119.112.1</a:t>
                      </a:r>
                    </a:p>
                  </a:txBody>
                  <a:tcPr marT="45801" marB="45801"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defRPr sz="22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defRPr sz="21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tabLst/>
                      </a:pPr>
                      <a:r>
                        <a:rPr kumimoji="0" lang="en-US" altLang="zh-CN" sz="1800" b="1" i="0" u="none" strike="noStrike" cap="none" normalizeH="0" baseline="0">
                          <a:ln>
                            <a:noFill/>
                          </a:ln>
                          <a:solidFill>
                            <a:srgbClr val="A50021"/>
                          </a:solidFill>
                          <a:effectLst/>
                          <a:latin typeface="Verdana" panose="020B0604030504040204" pitchFamily="34" charset="0"/>
                          <a:ea typeface="宋体" panose="02010600030101010101" pitchFamily="2" charset="-122"/>
                        </a:rPr>
                        <a:t>*</a:t>
                      </a:r>
                    </a:p>
                  </a:txBody>
                  <a:tcPr marT="45801" marB="45801"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0"/>
                  </a:ext>
                </a:extLst>
              </a:tr>
            </a:tbl>
          </a:graphicData>
        </a:graphic>
      </p:graphicFrame>
    </p:spTree>
  </p:cSld>
  <p:clrMapOvr>
    <a:masterClrMapping/>
  </p:clrMapOvr>
  <p:transition spd="slow"/>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22" name="Rectangle 2"/>
          <p:cNvSpPr>
            <a:spLocks noGrp="1" noChangeArrowheads="1"/>
          </p:cNvSpPr>
          <p:nvPr>
            <p:ph type="ctrTitle"/>
          </p:nvPr>
        </p:nvSpPr>
        <p:spPr>
          <a:xfrm>
            <a:off x="3492500" y="3500438"/>
            <a:ext cx="1727200" cy="503237"/>
          </a:xfrm>
        </p:spPr>
        <p:txBody>
          <a:bodyPr/>
          <a:lstStyle/>
          <a:p>
            <a:pPr eaLnBrk="1" hangingPunct="1">
              <a:defRPr/>
            </a:pPr>
            <a:r>
              <a:rPr lang="zh-CN" altLang="en-US" sz="3600" b="1" dirty="0">
                <a:effectLst>
                  <a:outerShdw blurRad="38100" dist="38100" dir="2700000" algn="tl">
                    <a:srgbClr val="C0C0C0"/>
                  </a:outerShdw>
                </a:effectLst>
                <a:latin typeface="华文新魏" pitchFamily="2" charset="-122"/>
                <a:ea typeface="黑体" pitchFamily="49" charset="-122"/>
              </a:rPr>
              <a:t>路由器</a:t>
            </a:r>
            <a:endParaRPr lang="zh-CN" altLang="en-US" sz="3600" b="1" dirty="0">
              <a:solidFill>
                <a:srgbClr val="000099"/>
              </a:solidFill>
              <a:effectLst>
                <a:outerShdw blurRad="38100" dist="38100" dir="2700000" algn="tl">
                  <a:srgbClr val="C0C0C0"/>
                </a:outerShdw>
              </a:effectLst>
              <a:latin typeface="华文行楷" pitchFamily="2" charset="-122"/>
              <a:ea typeface="黑体" pitchFamily="49" charset="-122"/>
            </a:endParaRPr>
          </a:p>
        </p:txBody>
      </p:sp>
    </p:spTree>
  </p:cSld>
  <p:clrMapOvr>
    <a:masterClrMapping/>
  </p:clrMapOvr>
  <p:transition spd="slow"/>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22" name="Rectangle 2"/>
          <p:cNvSpPr>
            <a:spLocks noGrp="1" noChangeArrowheads="1"/>
          </p:cNvSpPr>
          <p:nvPr>
            <p:ph type="ctrTitle"/>
          </p:nvPr>
        </p:nvSpPr>
        <p:spPr>
          <a:xfrm>
            <a:off x="611188" y="1125538"/>
            <a:ext cx="5040312" cy="503237"/>
          </a:xfrm>
        </p:spPr>
        <p:txBody>
          <a:bodyPr/>
          <a:lstStyle/>
          <a:p>
            <a:pPr eaLnBrk="1" hangingPunct="1">
              <a:defRPr/>
            </a:pPr>
            <a:r>
              <a:rPr lang="zh-CN" altLang="en-US" sz="3600" b="1" dirty="0">
                <a:effectLst>
                  <a:outerShdw blurRad="38100" dist="38100" dir="2700000" algn="tl">
                    <a:srgbClr val="C0C0C0"/>
                  </a:outerShdw>
                </a:effectLst>
                <a:latin typeface="华文新魏" pitchFamily="2" charset="-122"/>
                <a:ea typeface="黑体" pitchFamily="49" charset="-122"/>
              </a:rPr>
              <a:t>路由器</a:t>
            </a:r>
            <a:endParaRPr lang="zh-CN" altLang="en-US" sz="3600" b="1" dirty="0">
              <a:solidFill>
                <a:srgbClr val="000099"/>
              </a:solidFill>
              <a:effectLst>
                <a:outerShdw blurRad="38100" dist="38100" dir="2700000" algn="tl">
                  <a:srgbClr val="C0C0C0"/>
                </a:outerShdw>
              </a:effectLst>
              <a:latin typeface="华文行楷" pitchFamily="2" charset="-122"/>
              <a:ea typeface="黑体" pitchFamily="49" charset="-122"/>
            </a:endParaRPr>
          </a:p>
        </p:txBody>
      </p:sp>
      <p:sp>
        <p:nvSpPr>
          <p:cNvPr id="4" name="Rectangle 3"/>
          <p:cNvSpPr txBox="1">
            <a:spLocks noChangeArrowheads="1"/>
          </p:cNvSpPr>
          <p:nvPr/>
        </p:nvSpPr>
        <p:spPr bwMode="auto">
          <a:xfrm>
            <a:off x="107950" y="1844675"/>
            <a:ext cx="8843963" cy="2305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0" indent="0" algn="ctr" rtl="0" eaLnBrk="0" fontAlgn="base" hangingPunct="0">
              <a:spcBef>
                <a:spcPct val="20000"/>
              </a:spcBef>
              <a:spcAft>
                <a:spcPct val="0"/>
              </a:spcAft>
              <a:buClr>
                <a:schemeClr val="accent2"/>
              </a:buClr>
              <a:buFont typeface="Wingdings" panose="05000000000000000000" pitchFamily="2" charset="2"/>
              <a:buNone/>
              <a:defRPr sz="3000">
                <a:solidFill>
                  <a:schemeClr val="tx1"/>
                </a:solidFill>
                <a:latin typeface="+mn-lt"/>
                <a:ea typeface="+mn-ea"/>
                <a:cs typeface="+mn-cs"/>
              </a:defRPr>
            </a:lvl1pPr>
            <a:lvl2pPr marL="908050" indent="-436563" algn="l" rtl="0" eaLnBrk="0" fontAlgn="base" hangingPunct="0">
              <a:spcBef>
                <a:spcPct val="20000"/>
              </a:spcBef>
              <a:spcAft>
                <a:spcPct val="0"/>
              </a:spcAft>
              <a:buClr>
                <a:schemeClr val="accent2"/>
              </a:buClr>
              <a:buFont typeface="Wingdings" panose="05000000000000000000" pitchFamily="2" charset="2"/>
              <a:buChar char="n"/>
              <a:defRPr sz="2600">
                <a:solidFill>
                  <a:schemeClr val="tx1"/>
                </a:solidFill>
                <a:latin typeface="+mn-lt"/>
                <a:ea typeface="+mn-ea"/>
              </a:defRPr>
            </a:lvl2pPr>
            <a:lvl3pPr marL="1304925" indent="-395288" algn="l" rtl="0" eaLnBrk="0" fontAlgn="base" hangingPunct="0">
              <a:spcBef>
                <a:spcPct val="20000"/>
              </a:spcBef>
              <a:spcAft>
                <a:spcPct val="0"/>
              </a:spcAft>
              <a:buClr>
                <a:schemeClr val="accent2"/>
              </a:buClr>
              <a:buFont typeface="Wingdings" panose="05000000000000000000" pitchFamily="2" charset="2"/>
              <a:buChar char="o"/>
              <a:defRPr sz="2300">
                <a:solidFill>
                  <a:schemeClr val="tx1"/>
                </a:solidFill>
                <a:latin typeface="+mn-lt"/>
                <a:ea typeface="+mn-ea"/>
              </a:defRPr>
            </a:lvl3pPr>
            <a:lvl4pPr marL="1693863" indent="-387350" algn="l" rtl="0" eaLnBrk="0" fontAlgn="base" hangingPunct="0">
              <a:spcBef>
                <a:spcPct val="20000"/>
              </a:spcBef>
              <a:spcAft>
                <a:spcPct val="0"/>
              </a:spcAft>
              <a:buClr>
                <a:schemeClr val="accent2"/>
              </a:buClr>
              <a:buFont typeface="Wingdings" panose="05000000000000000000" pitchFamily="2" charset="2"/>
              <a:buChar char="n"/>
              <a:defRPr sz="2000">
                <a:solidFill>
                  <a:schemeClr val="tx1"/>
                </a:solidFill>
                <a:latin typeface="+mn-lt"/>
                <a:ea typeface="+mn-ea"/>
              </a:defRPr>
            </a:lvl4pPr>
            <a:lvl5pPr marL="2093913" indent="-398463" algn="l" rtl="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5pPr>
            <a:lvl6pPr marL="2551113" indent="-398463" algn="l" rtl="0" fontAlgn="base">
              <a:spcBef>
                <a:spcPct val="25000"/>
              </a:spcBef>
              <a:spcAft>
                <a:spcPct val="0"/>
              </a:spcAft>
              <a:buClr>
                <a:schemeClr val="accent2"/>
              </a:buClr>
              <a:buFont typeface="Wingdings" pitchFamily="2" charset="2"/>
              <a:buChar char="§"/>
              <a:defRPr sz="2000">
                <a:solidFill>
                  <a:schemeClr val="tx1"/>
                </a:solidFill>
                <a:latin typeface="+mn-lt"/>
                <a:ea typeface="+mn-ea"/>
              </a:defRPr>
            </a:lvl6pPr>
            <a:lvl7pPr marL="3008313" indent="-398463" algn="l" rtl="0" fontAlgn="base">
              <a:spcBef>
                <a:spcPct val="25000"/>
              </a:spcBef>
              <a:spcAft>
                <a:spcPct val="0"/>
              </a:spcAft>
              <a:buClr>
                <a:schemeClr val="accent2"/>
              </a:buClr>
              <a:buFont typeface="Wingdings" pitchFamily="2" charset="2"/>
              <a:buChar char="§"/>
              <a:defRPr sz="2000">
                <a:solidFill>
                  <a:schemeClr val="tx1"/>
                </a:solidFill>
                <a:latin typeface="+mn-lt"/>
                <a:ea typeface="+mn-ea"/>
              </a:defRPr>
            </a:lvl7pPr>
            <a:lvl8pPr marL="3465513" indent="-398463" algn="l" rtl="0" fontAlgn="base">
              <a:spcBef>
                <a:spcPct val="25000"/>
              </a:spcBef>
              <a:spcAft>
                <a:spcPct val="0"/>
              </a:spcAft>
              <a:buClr>
                <a:schemeClr val="accent2"/>
              </a:buClr>
              <a:buFont typeface="Wingdings" pitchFamily="2" charset="2"/>
              <a:buChar char="§"/>
              <a:defRPr sz="2000">
                <a:solidFill>
                  <a:schemeClr val="tx1"/>
                </a:solidFill>
                <a:latin typeface="+mn-lt"/>
                <a:ea typeface="+mn-ea"/>
              </a:defRPr>
            </a:lvl8pPr>
            <a:lvl9pPr marL="3922713" indent="-398463" algn="l" rtl="0" fontAlgn="base">
              <a:spcBef>
                <a:spcPct val="25000"/>
              </a:spcBef>
              <a:spcAft>
                <a:spcPct val="0"/>
              </a:spcAft>
              <a:buClr>
                <a:schemeClr val="accent2"/>
              </a:buClr>
              <a:buFont typeface="Wingdings" pitchFamily="2" charset="2"/>
              <a:buChar char="§"/>
              <a:defRPr sz="2000">
                <a:solidFill>
                  <a:schemeClr val="tx1"/>
                </a:solidFill>
                <a:latin typeface="+mn-lt"/>
                <a:ea typeface="+mn-ea"/>
              </a:defRPr>
            </a:lvl9pPr>
          </a:lstStyle>
          <a:p>
            <a:pPr algn="just" eaLnBrk="1" hangingPunct="1">
              <a:lnSpc>
                <a:spcPct val="120000"/>
              </a:lnSpc>
              <a:buFont typeface="Wingdings" panose="05000000000000000000" pitchFamily="2" charset="2"/>
              <a:buChar char="l"/>
              <a:defRPr/>
            </a:pPr>
            <a:r>
              <a:rPr lang="zh-CN" altLang="en-US" sz="2400" kern="0" dirty="0">
                <a:solidFill>
                  <a:srgbClr val="FF0000"/>
                </a:solidFill>
                <a:latin typeface="微软雅黑" panose="020B0503020204020204" pitchFamily="34" charset="-122"/>
                <a:ea typeface="微软雅黑" panose="020B0503020204020204" pitchFamily="34" charset="-122"/>
              </a:rPr>
              <a:t>路由器</a:t>
            </a:r>
            <a:r>
              <a:rPr lang="zh-CN" altLang="en-US" sz="2400" kern="0" dirty="0">
                <a:solidFill>
                  <a:srgbClr val="0070C0"/>
                </a:solidFill>
                <a:latin typeface="微软雅黑" panose="020B0503020204020204" pitchFamily="34" charset="-122"/>
                <a:ea typeface="微软雅黑" panose="020B0503020204020204" pitchFamily="34" charset="-122"/>
              </a:rPr>
              <a:t>是一种具有多个输入端口和多个输出端口的专用计算机，其任务是转发分组。</a:t>
            </a:r>
            <a:r>
              <a:rPr lang="zh-CN" altLang="en-US" sz="2400" kern="0" dirty="0">
                <a:latin typeface="微软雅黑" panose="020B0503020204020204" pitchFamily="34" charset="-122"/>
                <a:ea typeface="微软雅黑" panose="020B0503020204020204" pitchFamily="34" charset="-122"/>
              </a:rPr>
              <a:t>也就是说，将路由器某个输入端口收到的分组，按照分组要去的目的地（即目的网络），把该分组从路由器的某个合适的输出端口转发给下一跳路由器。下一跳路由器也按照这种方法处理分组，直到该分组到达终点为止。</a:t>
            </a:r>
            <a:endParaRPr lang="en-US" altLang="zh-CN" sz="2400" kern="0" dirty="0">
              <a:latin typeface="微软雅黑" panose="020B0503020204020204" pitchFamily="34" charset="-122"/>
              <a:ea typeface="微软雅黑" panose="020B0503020204020204" pitchFamily="34" charset="-122"/>
            </a:endParaRPr>
          </a:p>
        </p:txBody>
      </p:sp>
      <p:pic>
        <p:nvPicPr>
          <p:cNvPr id="30724" name="图片 4"/>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735388" y="4005263"/>
            <a:ext cx="5408612" cy="2592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ext Box 2"/>
          <p:cNvSpPr txBox="1">
            <a:spLocks noChangeArrowheads="1"/>
          </p:cNvSpPr>
          <p:nvPr/>
        </p:nvSpPr>
        <p:spPr bwMode="auto">
          <a:xfrm>
            <a:off x="395288" y="1052513"/>
            <a:ext cx="8305800" cy="11604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50000"/>
              </a:spcBef>
              <a:buClrTx/>
              <a:buFontTx/>
              <a:buNone/>
            </a:pPr>
            <a:r>
              <a:rPr lang="zh-CN" altLang="en-US" sz="2800" b="1">
                <a:solidFill>
                  <a:schemeClr val="tx2"/>
                </a:solidFill>
                <a:latin typeface="黑体" panose="02010609060101010101" pitchFamily="49" charset="-122"/>
                <a:ea typeface="黑体" panose="02010609060101010101" pitchFamily="49" charset="-122"/>
              </a:rPr>
              <a:t>路由器的工作通常包括两个方面</a:t>
            </a:r>
          </a:p>
          <a:p>
            <a:pPr eaLnBrk="1" hangingPunct="1">
              <a:spcBef>
                <a:spcPct val="50000"/>
              </a:spcBef>
              <a:buClrTx/>
              <a:buFontTx/>
              <a:buNone/>
            </a:pPr>
            <a:endParaRPr lang="zh-CN" altLang="en-US" sz="2800" b="1">
              <a:solidFill>
                <a:schemeClr val="tx2"/>
              </a:solidFill>
              <a:latin typeface="黑体" panose="02010609060101010101" pitchFamily="49" charset="-122"/>
              <a:ea typeface="黑体" panose="02010609060101010101" pitchFamily="49" charset="-122"/>
            </a:endParaRPr>
          </a:p>
        </p:txBody>
      </p:sp>
      <p:sp>
        <p:nvSpPr>
          <p:cNvPr id="35843" name="Text Box 3"/>
          <p:cNvSpPr txBox="1">
            <a:spLocks noChangeArrowheads="1"/>
          </p:cNvSpPr>
          <p:nvPr/>
        </p:nvSpPr>
        <p:spPr bwMode="auto">
          <a:xfrm>
            <a:off x="539750" y="2133600"/>
            <a:ext cx="8424863" cy="2462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marL="457200" indent="-457200" eaLnBrk="1" hangingPunct="1">
              <a:spcBef>
                <a:spcPct val="0"/>
              </a:spcBef>
              <a:buFont typeface="Wingdings" panose="05000000000000000000" pitchFamily="2" charset="2"/>
              <a:buChar char="l"/>
            </a:pPr>
            <a:r>
              <a:rPr lang="zh-CN" altLang="en-US" sz="2800" dirty="0">
                <a:solidFill>
                  <a:srgbClr val="0070C0"/>
                </a:solidFill>
                <a:latin typeface="微软雅黑" panose="020B0503020204020204" pitchFamily="34" charset="-122"/>
                <a:ea typeface="微软雅黑" panose="020B0503020204020204" pitchFamily="34" charset="-122"/>
              </a:rPr>
              <a:t>路由选择</a:t>
            </a:r>
            <a:r>
              <a:rPr lang="zh-CN" altLang="en-US" sz="2800" dirty="0">
                <a:solidFill>
                  <a:schemeClr val="tx2"/>
                </a:solidFill>
                <a:latin typeface="微软雅黑" panose="020B0503020204020204" pitchFamily="34" charset="-122"/>
                <a:ea typeface="微软雅黑" panose="020B0503020204020204" pitchFamily="34" charset="-122"/>
              </a:rPr>
              <a:t>：利用路由选择协议构建全局路由表</a:t>
            </a:r>
          </a:p>
          <a:p>
            <a:pPr marL="457200" indent="-457200" eaLnBrk="1" hangingPunct="1">
              <a:spcBef>
                <a:spcPct val="0"/>
              </a:spcBef>
              <a:buFont typeface="Wingdings" panose="05000000000000000000" pitchFamily="2" charset="2"/>
              <a:buChar char="l"/>
            </a:pPr>
            <a:endParaRPr lang="zh-CN" altLang="en-US" sz="2800" dirty="0">
              <a:solidFill>
                <a:schemeClr val="tx2"/>
              </a:solidFill>
              <a:latin typeface="微软雅黑" panose="020B0503020204020204" pitchFamily="34" charset="-122"/>
              <a:ea typeface="微软雅黑" panose="020B0503020204020204" pitchFamily="34" charset="-122"/>
            </a:endParaRPr>
          </a:p>
          <a:p>
            <a:pPr marL="457200" indent="-457200" eaLnBrk="1" hangingPunct="1">
              <a:spcBef>
                <a:spcPct val="0"/>
              </a:spcBef>
              <a:buFont typeface="Wingdings" panose="05000000000000000000" pitchFamily="2" charset="2"/>
              <a:buChar char="l"/>
            </a:pPr>
            <a:r>
              <a:rPr lang="zh-CN" altLang="en-US" sz="2800" dirty="0">
                <a:solidFill>
                  <a:srgbClr val="0070C0"/>
                </a:solidFill>
                <a:latin typeface="微软雅黑" panose="020B0503020204020204" pitchFamily="34" charset="-122"/>
                <a:ea typeface="微软雅黑" panose="020B0503020204020204" pitchFamily="34" charset="-122"/>
              </a:rPr>
              <a:t>分组转发</a:t>
            </a:r>
            <a:r>
              <a:rPr lang="zh-CN" altLang="en-US" sz="2800" dirty="0">
                <a:solidFill>
                  <a:schemeClr val="tx2"/>
                </a:solidFill>
                <a:latin typeface="微软雅黑" panose="020B0503020204020204" pitchFamily="34" charset="-122"/>
                <a:ea typeface="微软雅黑" panose="020B0503020204020204" pitchFamily="34" charset="-122"/>
              </a:rPr>
              <a:t>：通过查找路由表（转发表）决定</a:t>
            </a:r>
            <a:r>
              <a:rPr lang="en-US" altLang="zh-CN" sz="2800" dirty="0">
                <a:solidFill>
                  <a:schemeClr val="tx2"/>
                </a:solidFill>
                <a:latin typeface="微软雅黑" panose="020B0503020204020204" pitchFamily="34" charset="-122"/>
                <a:ea typeface="微软雅黑" panose="020B0503020204020204" pitchFamily="34" charset="-122"/>
              </a:rPr>
              <a:t>IP</a:t>
            </a:r>
            <a:r>
              <a:rPr lang="zh-CN" altLang="en-US" sz="2800" dirty="0">
                <a:solidFill>
                  <a:schemeClr val="tx2"/>
                </a:solidFill>
                <a:latin typeface="微软雅黑" panose="020B0503020204020204" pitchFamily="34" charset="-122"/>
                <a:ea typeface="微软雅黑" panose="020B0503020204020204" pitchFamily="34" charset="-122"/>
              </a:rPr>
              <a:t>分组的转发路径，并进行分组的转发</a:t>
            </a:r>
            <a:endParaRPr kumimoji="1" lang="zh-CN" altLang="en-US" sz="2800" dirty="0">
              <a:latin typeface="微软雅黑" panose="020B0503020204020204" pitchFamily="34" charset="-122"/>
              <a:ea typeface="微软雅黑" panose="020B0503020204020204" pitchFamily="34" charset="-122"/>
            </a:endParaRPr>
          </a:p>
          <a:p>
            <a:pPr marL="457200" indent="-457200" eaLnBrk="1" hangingPunct="1">
              <a:spcBef>
                <a:spcPct val="50000"/>
              </a:spcBef>
              <a:buFont typeface="Wingdings" panose="05000000000000000000" pitchFamily="2" charset="2"/>
              <a:buChar char="l"/>
            </a:pPr>
            <a:endParaRPr lang="zh-CN" altLang="en-US" sz="28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022733483"/>
      </p:ext>
    </p:extLst>
  </p:cSld>
  <p:clrMapOvr>
    <a:masterClrMapping/>
  </p:clrMapOvr>
  <p:transition spd="slow"/>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60"/>
          <p:cNvSpPr>
            <a:spLocks noChangeArrowheads="1"/>
          </p:cNvSpPr>
          <p:nvPr/>
        </p:nvSpPr>
        <p:spPr bwMode="auto">
          <a:xfrm>
            <a:off x="149225" y="3657600"/>
            <a:ext cx="8910638" cy="2724150"/>
          </a:xfrm>
          <a:prstGeom prst="rect">
            <a:avLst/>
          </a:prstGeom>
          <a:solidFill>
            <a:schemeClr val="bg1">
              <a:lumMod val="95000"/>
            </a:schemeClr>
          </a:solidFill>
          <a:ln>
            <a:noFill/>
          </a:ln>
        </p:spPr>
        <p:txBody>
          <a:bodyPr wrap="none" anchor="ctr"/>
          <a:lstStyle>
            <a:lvl1pPr>
              <a:defRPr sz="2500">
                <a:solidFill>
                  <a:schemeClr val="bg1"/>
                </a:solidFill>
                <a:latin typeface="黑体" panose="02010609060101010101" pitchFamily="49" charset="-122"/>
                <a:ea typeface="黑体" panose="02010609060101010101" pitchFamily="49" charset="-122"/>
              </a:defRPr>
            </a:lvl1pPr>
            <a:lvl2pPr marL="742950" indent="-285750">
              <a:defRPr sz="2500">
                <a:solidFill>
                  <a:schemeClr val="bg1"/>
                </a:solidFill>
                <a:latin typeface="黑体" panose="02010609060101010101" pitchFamily="49" charset="-122"/>
                <a:ea typeface="黑体" panose="02010609060101010101" pitchFamily="49" charset="-122"/>
              </a:defRPr>
            </a:lvl2pPr>
            <a:lvl3pPr marL="1143000" indent="-228600">
              <a:defRPr sz="2500">
                <a:solidFill>
                  <a:schemeClr val="bg1"/>
                </a:solidFill>
                <a:latin typeface="黑体" panose="02010609060101010101" pitchFamily="49" charset="-122"/>
                <a:ea typeface="黑体" panose="02010609060101010101" pitchFamily="49" charset="-122"/>
              </a:defRPr>
            </a:lvl3pPr>
            <a:lvl4pPr marL="1600200" indent="-228600">
              <a:defRPr sz="2500">
                <a:solidFill>
                  <a:schemeClr val="bg1"/>
                </a:solidFill>
                <a:latin typeface="黑体" panose="02010609060101010101" pitchFamily="49" charset="-122"/>
                <a:ea typeface="黑体" panose="02010609060101010101" pitchFamily="49" charset="-122"/>
              </a:defRPr>
            </a:lvl4pPr>
            <a:lvl5pPr marL="2057400" indent="-228600">
              <a:defRPr sz="2500">
                <a:solidFill>
                  <a:schemeClr val="bg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9pPr>
          </a:lstStyle>
          <a:p>
            <a:pPr algn="ctr" eaLnBrk="1" hangingPunct="1">
              <a:defRPr/>
            </a:pPr>
            <a:endParaRPr lang="zh-CN" altLang="en-US"/>
          </a:p>
        </p:txBody>
      </p:sp>
      <p:sp>
        <p:nvSpPr>
          <p:cNvPr id="6" name="Rectangle 2"/>
          <p:cNvSpPr txBox="1">
            <a:spLocks noChangeArrowheads="1"/>
          </p:cNvSpPr>
          <p:nvPr/>
        </p:nvSpPr>
        <p:spPr bwMode="auto">
          <a:xfrm>
            <a:off x="514350" y="1006475"/>
            <a:ext cx="3976688" cy="577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lgn="l" rtl="0" eaLnBrk="0" fontAlgn="base" hangingPunct="0">
              <a:spcBef>
                <a:spcPct val="0"/>
              </a:spcBef>
              <a:spcAft>
                <a:spcPct val="0"/>
              </a:spcAft>
              <a:defRPr sz="3800">
                <a:solidFill>
                  <a:schemeClr val="tx2"/>
                </a:solidFill>
                <a:latin typeface="+mj-lt"/>
                <a:ea typeface="+mj-ea"/>
                <a:cs typeface="+mj-cs"/>
              </a:defRPr>
            </a:lvl1pPr>
            <a:lvl2pPr algn="l" rtl="0" eaLnBrk="0" fontAlgn="base" hangingPunct="0">
              <a:spcBef>
                <a:spcPct val="0"/>
              </a:spcBef>
              <a:spcAft>
                <a:spcPct val="0"/>
              </a:spcAft>
              <a:defRPr sz="3800">
                <a:solidFill>
                  <a:schemeClr val="tx2"/>
                </a:solidFill>
                <a:latin typeface="Verdana" pitchFamily="34" charset="0"/>
                <a:ea typeface="宋体" pitchFamily="2" charset="-122"/>
              </a:defRPr>
            </a:lvl2pPr>
            <a:lvl3pPr algn="l" rtl="0" eaLnBrk="0" fontAlgn="base" hangingPunct="0">
              <a:spcBef>
                <a:spcPct val="0"/>
              </a:spcBef>
              <a:spcAft>
                <a:spcPct val="0"/>
              </a:spcAft>
              <a:defRPr sz="3800">
                <a:solidFill>
                  <a:schemeClr val="tx2"/>
                </a:solidFill>
                <a:latin typeface="Verdana" pitchFamily="34" charset="0"/>
                <a:ea typeface="宋体" pitchFamily="2" charset="-122"/>
              </a:defRPr>
            </a:lvl3pPr>
            <a:lvl4pPr algn="l" rtl="0" eaLnBrk="0" fontAlgn="base" hangingPunct="0">
              <a:spcBef>
                <a:spcPct val="0"/>
              </a:spcBef>
              <a:spcAft>
                <a:spcPct val="0"/>
              </a:spcAft>
              <a:defRPr sz="3800">
                <a:solidFill>
                  <a:schemeClr val="tx2"/>
                </a:solidFill>
                <a:latin typeface="Verdana" pitchFamily="34" charset="0"/>
                <a:ea typeface="宋体" pitchFamily="2" charset="-122"/>
              </a:defRPr>
            </a:lvl4pPr>
            <a:lvl5pPr algn="l" rtl="0" eaLnBrk="0" fontAlgn="base" hangingPunct="0">
              <a:spcBef>
                <a:spcPct val="0"/>
              </a:spcBef>
              <a:spcAft>
                <a:spcPct val="0"/>
              </a:spcAft>
              <a:defRPr sz="3800">
                <a:solidFill>
                  <a:schemeClr val="tx2"/>
                </a:solidFill>
                <a:latin typeface="Verdana" pitchFamily="34" charset="0"/>
                <a:ea typeface="宋体" pitchFamily="2" charset="-122"/>
              </a:defRPr>
            </a:lvl5pPr>
            <a:lvl6pPr marL="457200" algn="l" rtl="0" fontAlgn="base">
              <a:spcBef>
                <a:spcPct val="0"/>
              </a:spcBef>
              <a:spcAft>
                <a:spcPct val="0"/>
              </a:spcAft>
              <a:defRPr sz="3800">
                <a:solidFill>
                  <a:schemeClr val="tx2"/>
                </a:solidFill>
                <a:latin typeface="Verdana" pitchFamily="34" charset="0"/>
                <a:ea typeface="宋体" pitchFamily="2" charset="-122"/>
              </a:defRPr>
            </a:lvl6pPr>
            <a:lvl7pPr marL="914400" algn="l" rtl="0" fontAlgn="base">
              <a:spcBef>
                <a:spcPct val="0"/>
              </a:spcBef>
              <a:spcAft>
                <a:spcPct val="0"/>
              </a:spcAft>
              <a:defRPr sz="3800">
                <a:solidFill>
                  <a:schemeClr val="tx2"/>
                </a:solidFill>
                <a:latin typeface="Verdana" pitchFamily="34" charset="0"/>
                <a:ea typeface="宋体" pitchFamily="2" charset="-122"/>
              </a:defRPr>
            </a:lvl7pPr>
            <a:lvl8pPr marL="1371600" algn="l" rtl="0" fontAlgn="base">
              <a:spcBef>
                <a:spcPct val="0"/>
              </a:spcBef>
              <a:spcAft>
                <a:spcPct val="0"/>
              </a:spcAft>
              <a:defRPr sz="3800">
                <a:solidFill>
                  <a:schemeClr val="tx2"/>
                </a:solidFill>
                <a:latin typeface="Verdana" pitchFamily="34" charset="0"/>
                <a:ea typeface="宋体" pitchFamily="2" charset="-122"/>
              </a:defRPr>
            </a:lvl8pPr>
            <a:lvl9pPr marL="1828800" algn="l" rtl="0" fontAlgn="base">
              <a:spcBef>
                <a:spcPct val="0"/>
              </a:spcBef>
              <a:spcAft>
                <a:spcPct val="0"/>
              </a:spcAft>
              <a:defRPr sz="3800">
                <a:solidFill>
                  <a:schemeClr val="tx2"/>
                </a:solidFill>
                <a:latin typeface="Verdana" pitchFamily="34" charset="0"/>
                <a:ea typeface="宋体" pitchFamily="2" charset="-122"/>
              </a:defRPr>
            </a:lvl9pPr>
          </a:lstStyle>
          <a:p>
            <a:pPr eaLnBrk="1" hangingPunct="1">
              <a:defRPr/>
            </a:pPr>
            <a:r>
              <a:rPr lang="zh-CN" altLang="en-US" sz="3200" b="1" kern="0"/>
              <a:t>典型的路由器的结构 </a:t>
            </a:r>
          </a:p>
        </p:txBody>
      </p:sp>
      <p:sp>
        <p:nvSpPr>
          <p:cNvPr id="31748" name="Rectangle 3"/>
          <p:cNvSpPr>
            <a:spLocks noChangeArrowheads="1"/>
          </p:cNvSpPr>
          <p:nvPr/>
        </p:nvSpPr>
        <p:spPr bwMode="auto">
          <a:xfrm>
            <a:off x="2778125" y="1773238"/>
            <a:ext cx="2398713" cy="1597025"/>
          </a:xfrm>
          <a:prstGeom prst="rect">
            <a:avLst/>
          </a:prstGeom>
          <a:solidFill>
            <a:srgbClr val="FFFF99"/>
          </a:solidFill>
          <a:ln w="12700">
            <a:solidFill>
              <a:schemeClr val="tx1"/>
            </a:solidFill>
            <a:miter lim="800000"/>
            <a:headEnd/>
            <a:tailEnd/>
          </a:ln>
          <a:effectLst>
            <a:outerShdw dist="53882" dir="2700000" algn="ctr" rotWithShape="0">
              <a:schemeClr val="bg2"/>
            </a:outerShdw>
          </a:effectLst>
        </p:spPr>
        <p:txBody>
          <a:bodyPr wrap="none" anchor="ctr"/>
          <a:lstStyle>
            <a:lvl1pPr>
              <a:defRPr sz="2500">
                <a:solidFill>
                  <a:schemeClr val="bg1"/>
                </a:solidFill>
                <a:latin typeface="黑体" panose="02010609060101010101" pitchFamily="49" charset="-122"/>
                <a:ea typeface="黑体" panose="02010609060101010101" pitchFamily="49" charset="-122"/>
              </a:defRPr>
            </a:lvl1pPr>
            <a:lvl2pPr marL="742950" indent="-285750">
              <a:defRPr sz="2500">
                <a:solidFill>
                  <a:schemeClr val="bg1"/>
                </a:solidFill>
                <a:latin typeface="黑体" panose="02010609060101010101" pitchFamily="49" charset="-122"/>
                <a:ea typeface="黑体" panose="02010609060101010101" pitchFamily="49" charset="-122"/>
              </a:defRPr>
            </a:lvl2pPr>
            <a:lvl3pPr marL="1143000" indent="-228600">
              <a:defRPr sz="2500">
                <a:solidFill>
                  <a:schemeClr val="bg1"/>
                </a:solidFill>
                <a:latin typeface="黑体" panose="02010609060101010101" pitchFamily="49" charset="-122"/>
                <a:ea typeface="黑体" panose="02010609060101010101" pitchFamily="49" charset="-122"/>
              </a:defRPr>
            </a:lvl3pPr>
            <a:lvl4pPr marL="1600200" indent="-228600">
              <a:defRPr sz="2500">
                <a:solidFill>
                  <a:schemeClr val="bg1"/>
                </a:solidFill>
                <a:latin typeface="黑体" panose="02010609060101010101" pitchFamily="49" charset="-122"/>
                <a:ea typeface="黑体" panose="02010609060101010101" pitchFamily="49" charset="-122"/>
              </a:defRPr>
            </a:lvl4pPr>
            <a:lvl5pPr marL="2057400" indent="-228600">
              <a:defRPr sz="2500">
                <a:solidFill>
                  <a:schemeClr val="bg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9pPr>
          </a:lstStyle>
          <a:p>
            <a:pPr algn="ctr" eaLnBrk="1" hangingPunct="1"/>
            <a:endParaRPr lang="zh-CN" altLang="zh-CN" sz="2000">
              <a:solidFill>
                <a:srgbClr val="333399"/>
              </a:solidFill>
            </a:endParaRPr>
          </a:p>
        </p:txBody>
      </p:sp>
      <p:sp>
        <p:nvSpPr>
          <p:cNvPr id="31749" name="Line 5"/>
          <p:cNvSpPr>
            <a:spLocks noChangeShapeType="1"/>
          </p:cNvSpPr>
          <p:nvPr/>
        </p:nvSpPr>
        <p:spPr bwMode="auto">
          <a:xfrm>
            <a:off x="8159750" y="2179638"/>
            <a:ext cx="0" cy="1487487"/>
          </a:xfrm>
          <a:prstGeom prst="line">
            <a:avLst/>
          </a:prstGeom>
          <a:noFill/>
          <a:ln w="28575">
            <a:solidFill>
              <a:srgbClr val="333399"/>
            </a:solidFill>
            <a:round/>
            <a:headEnd type="triangle" w="med" len="lg"/>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31750" name="Text Box 6"/>
          <p:cNvSpPr txBox="1">
            <a:spLocks noChangeArrowheads="1"/>
          </p:cNvSpPr>
          <p:nvPr/>
        </p:nvSpPr>
        <p:spPr bwMode="auto">
          <a:xfrm>
            <a:off x="7705725" y="2439988"/>
            <a:ext cx="800100" cy="75723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500">
                <a:solidFill>
                  <a:schemeClr val="bg1"/>
                </a:solidFill>
                <a:latin typeface="黑体" panose="02010609060101010101" pitchFamily="49" charset="-122"/>
                <a:ea typeface="黑体" panose="02010609060101010101" pitchFamily="49" charset="-122"/>
              </a:defRPr>
            </a:lvl1pPr>
            <a:lvl2pPr marL="742950" indent="-285750">
              <a:defRPr sz="2500">
                <a:solidFill>
                  <a:schemeClr val="bg1"/>
                </a:solidFill>
                <a:latin typeface="黑体" panose="02010609060101010101" pitchFamily="49" charset="-122"/>
                <a:ea typeface="黑体" panose="02010609060101010101" pitchFamily="49" charset="-122"/>
              </a:defRPr>
            </a:lvl2pPr>
            <a:lvl3pPr marL="1143000" indent="-228600">
              <a:defRPr sz="2500">
                <a:solidFill>
                  <a:schemeClr val="bg1"/>
                </a:solidFill>
                <a:latin typeface="黑体" panose="02010609060101010101" pitchFamily="49" charset="-122"/>
                <a:ea typeface="黑体" panose="02010609060101010101" pitchFamily="49" charset="-122"/>
              </a:defRPr>
            </a:lvl3pPr>
            <a:lvl4pPr marL="1600200" indent="-228600">
              <a:defRPr sz="2500">
                <a:solidFill>
                  <a:schemeClr val="bg1"/>
                </a:solidFill>
                <a:latin typeface="黑体" panose="02010609060101010101" pitchFamily="49" charset="-122"/>
                <a:ea typeface="黑体" panose="02010609060101010101" pitchFamily="49" charset="-122"/>
              </a:defRPr>
            </a:lvl4pPr>
            <a:lvl5pPr marL="2057400" indent="-228600">
              <a:defRPr sz="2500">
                <a:solidFill>
                  <a:schemeClr val="bg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9pPr>
          </a:lstStyle>
          <a:p>
            <a:pPr algn="ctr" eaLnBrk="1" hangingPunct="1">
              <a:lnSpc>
                <a:spcPct val="90000"/>
              </a:lnSpc>
            </a:pPr>
            <a:r>
              <a:rPr lang="zh-CN" altLang="en-US" sz="2400">
                <a:solidFill>
                  <a:srgbClr val="333399"/>
                </a:solidFill>
              </a:rPr>
              <a:t>路由</a:t>
            </a:r>
          </a:p>
          <a:p>
            <a:pPr algn="ctr" eaLnBrk="1" hangingPunct="1">
              <a:lnSpc>
                <a:spcPct val="90000"/>
              </a:lnSpc>
            </a:pPr>
            <a:r>
              <a:rPr lang="zh-CN" altLang="en-US" sz="2400">
                <a:solidFill>
                  <a:srgbClr val="333399"/>
                </a:solidFill>
              </a:rPr>
              <a:t>选择</a:t>
            </a:r>
          </a:p>
        </p:txBody>
      </p:sp>
      <p:sp>
        <p:nvSpPr>
          <p:cNvPr id="31751" name="Text Box 7"/>
          <p:cNvSpPr txBox="1">
            <a:spLocks noChangeArrowheads="1"/>
          </p:cNvSpPr>
          <p:nvPr/>
        </p:nvSpPr>
        <p:spPr bwMode="auto">
          <a:xfrm>
            <a:off x="2832100" y="1722438"/>
            <a:ext cx="2317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500">
                <a:solidFill>
                  <a:schemeClr val="bg1"/>
                </a:solidFill>
                <a:latin typeface="黑体" panose="02010609060101010101" pitchFamily="49" charset="-122"/>
                <a:ea typeface="黑体" panose="02010609060101010101" pitchFamily="49" charset="-122"/>
              </a:defRPr>
            </a:lvl1pPr>
            <a:lvl2pPr marL="742950" indent="-285750">
              <a:defRPr sz="2500">
                <a:solidFill>
                  <a:schemeClr val="bg1"/>
                </a:solidFill>
                <a:latin typeface="黑体" panose="02010609060101010101" pitchFamily="49" charset="-122"/>
                <a:ea typeface="黑体" panose="02010609060101010101" pitchFamily="49" charset="-122"/>
              </a:defRPr>
            </a:lvl2pPr>
            <a:lvl3pPr marL="1143000" indent="-228600">
              <a:defRPr sz="2500">
                <a:solidFill>
                  <a:schemeClr val="bg1"/>
                </a:solidFill>
                <a:latin typeface="黑体" panose="02010609060101010101" pitchFamily="49" charset="-122"/>
                <a:ea typeface="黑体" panose="02010609060101010101" pitchFamily="49" charset="-122"/>
              </a:defRPr>
            </a:lvl3pPr>
            <a:lvl4pPr marL="1600200" indent="-228600">
              <a:defRPr sz="2500">
                <a:solidFill>
                  <a:schemeClr val="bg1"/>
                </a:solidFill>
                <a:latin typeface="黑体" panose="02010609060101010101" pitchFamily="49" charset="-122"/>
                <a:ea typeface="黑体" panose="02010609060101010101" pitchFamily="49" charset="-122"/>
              </a:defRPr>
            </a:lvl4pPr>
            <a:lvl5pPr marL="2057400" indent="-228600">
              <a:defRPr sz="2500">
                <a:solidFill>
                  <a:schemeClr val="bg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9pPr>
          </a:lstStyle>
          <a:p>
            <a:pPr algn="ctr" eaLnBrk="1" hangingPunct="1"/>
            <a:r>
              <a:rPr lang="zh-CN" altLang="en-US" sz="2400">
                <a:solidFill>
                  <a:srgbClr val="333399"/>
                </a:solidFill>
                <a:latin typeface="Arial" panose="020B0604020202020204" pitchFamily="34" charset="0"/>
                <a:ea typeface="宋体" panose="02010600030101010101" pitchFamily="2" charset="-122"/>
              </a:rPr>
              <a:t>路由选择处理机</a:t>
            </a:r>
          </a:p>
        </p:txBody>
      </p:sp>
      <p:sp>
        <p:nvSpPr>
          <p:cNvPr id="31752" name="Line 8"/>
          <p:cNvSpPr>
            <a:spLocks noChangeShapeType="1"/>
          </p:cNvSpPr>
          <p:nvPr/>
        </p:nvSpPr>
        <p:spPr bwMode="auto">
          <a:xfrm>
            <a:off x="3976688" y="2540000"/>
            <a:ext cx="0" cy="23653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753" name="Rectangle 9"/>
          <p:cNvSpPr>
            <a:spLocks noChangeArrowheads="1"/>
          </p:cNvSpPr>
          <p:nvPr/>
        </p:nvSpPr>
        <p:spPr bwMode="auto">
          <a:xfrm>
            <a:off x="3125788" y="2246313"/>
            <a:ext cx="1701800" cy="390525"/>
          </a:xfrm>
          <a:prstGeom prst="rect">
            <a:avLst/>
          </a:prstGeom>
          <a:solidFill>
            <a:srgbClr val="FFCC66"/>
          </a:solidFill>
          <a:ln w="19050">
            <a:solidFill>
              <a:schemeClr val="tx1"/>
            </a:solidFill>
            <a:miter lim="800000"/>
            <a:headEnd/>
            <a:tailEnd/>
          </a:ln>
          <a:effectLst>
            <a:outerShdw dist="35921" dir="2700000" algn="ctr" rotWithShape="0">
              <a:schemeClr val="bg2"/>
            </a:outerShdw>
          </a:effectLst>
        </p:spPr>
        <p:txBody>
          <a:bodyPr wrap="none" anchor="ctr"/>
          <a:lstStyle>
            <a:lvl1pPr>
              <a:defRPr sz="2500">
                <a:solidFill>
                  <a:schemeClr val="bg1"/>
                </a:solidFill>
                <a:latin typeface="黑体" panose="02010609060101010101" pitchFamily="49" charset="-122"/>
                <a:ea typeface="黑体" panose="02010609060101010101" pitchFamily="49" charset="-122"/>
              </a:defRPr>
            </a:lvl1pPr>
            <a:lvl2pPr marL="742950" indent="-285750">
              <a:defRPr sz="2500">
                <a:solidFill>
                  <a:schemeClr val="bg1"/>
                </a:solidFill>
                <a:latin typeface="黑体" panose="02010609060101010101" pitchFamily="49" charset="-122"/>
                <a:ea typeface="黑体" panose="02010609060101010101" pitchFamily="49" charset="-122"/>
              </a:defRPr>
            </a:lvl2pPr>
            <a:lvl3pPr marL="1143000" indent="-228600">
              <a:defRPr sz="2500">
                <a:solidFill>
                  <a:schemeClr val="bg1"/>
                </a:solidFill>
                <a:latin typeface="黑体" panose="02010609060101010101" pitchFamily="49" charset="-122"/>
                <a:ea typeface="黑体" panose="02010609060101010101" pitchFamily="49" charset="-122"/>
              </a:defRPr>
            </a:lvl3pPr>
            <a:lvl4pPr marL="1600200" indent="-228600">
              <a:defRPr sz="2500">
                <a:solidFill>
                  <a:schemeClr val="bg1"/>
                </a:solidFill>
                <a:latin typeface="黑体" panose="02010609060101010101" pitchFamily="49" charset="-122"/>
                <a:ea typeface="黑体" panose="02010609060101010101" pitchFamily="49" charset="-122"/>
              </a:defRPr>
            </a:lvl4pPr>
            <a:lvl5pPr marL="2057400" indent="-228600">
              <a:defRPr sz="2500">
                <a:solidFill>
                  <a:schemeClr val="bg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9pPr>
          </a:lstStyle>
          <a:p>
            <a:pPr algn="ctr" eaLnBrk="1" hangingPunct="1"/>
            <a:r>
              <a:rPr lang="zh-CN" altLang="en-US" sz="2000">
                <a:solidFill>
                  <a:srgbClr val="333399"/>
                </a:solidFill>
              </a:rPr>
              <a:t>路由选择协议</a:t>
            </a:r>
          </a:p>
        </p:txBody>
      </p:sp>
      <p:sp>
        <p:nvSpPr>
          <p:cNvPr id="31754" name="Rectangle 10"/>
          <p:cNvSpPr>
            <a:spLocks noChangeArrowheads="1"/>
          </p:cNvSpPr>
          <p:nvPr/>
        </p:nvSpPr>
        <p:spPr bwMode="auto">
          <a:xfrm>
            <a:off x="3125788" y="2779713"/>
            <a:ext cx="1701800" cy="412750"/>
          </a:xfrm>
          <a:prstGeom prst="rect">
            <a:avLst/>
          </a:prstGeom>
          <a:solidFill>
            <a:srgbClr val="99FF33"/>
          </a:solidFill>
          <a:ln w="19050">
            <a:solidFill>
              <a:schemeClr val="tx1"/>
            </a:solidFill>
            <a:miter lim="800000"/>
            <a:headEnd/>
            <a:tailEnd/>
          </a:ln>
          <a:effectLst>
            <a:outerShdw dist="35921" dir="2700000" algn="ctr" rotWithShape="0">
              <a:schemeClr val="bg2"/>
            </a:outerShdw>
          </a:effectLst>
        </p:spPr>
        <p:txBody>
          <a:bodyPr wrap="none" anchor="ctr"/>
          <a:lstStyle>
            <a:lvl1pPr>
              <a:defRPr sz="2500">
                <a:solidFill>
                  <a:schemeClr val="bg1"/>
                </a:solidFill>
                <a:latin typeface="黑体" panose="02010609060101010101" pitchFamily="49" charset="-122"/>
                <a:ea typeface="黑体" panose="02010609060101010101" pitchFamily="49" charset="-122"/>
              </a:defRPr>
            </a:lvl1pPr>
            <a:lvl2pPr marL="742950" indent="-285750">
              <a:defRPr sz="2500">
                <a:solidFill>
                  <a:schemeClr val="bg1"/>
                </a:solidFill>
                <a:latin typeface="黑体" panose="02010609060101010101" pitchFamily="49" charset="-122"/>
                <a:ea typeface="黑体" panose="02010609060101010101" pitchFamily="49" charset="-122"/>
              </a:defRPr>
            </a:lvl2pPr>
            <a:lvl3pPr marL="1143000" indent="-228600">
              <a:defRPr sz="2500">
                <a:solidFill>
                  <a:schemeClr val="bg1"/>
                </a:solidFill>
                <a:latin typeface="黑体" panose="02010609060101010101" pitchFamily="49" charset="-122"/>
                <a:ea typeface="黑体" panose="02010609060101010101" pitchFamily="49" charset="-122"/>
              </a:defRPr>
            </a:lvl3pPr>
            <a:lvl4pPr marL="1600200" indent="-228600">
              <a:defRPr sz="2500">
                <a:solidFill>
                  <a:schemeClr val="bg1"/>
                </a:solidFill>
                <a:latin typeface="黑体" panose="02010609060101010101" pitchFamily="49" charset="-122"/>
                <a:ea typeface="黑体" panose="02010609060101010101" pitchFamily="49" charset="-122"/>
              </a:defRPr>
            </a:lvl4pPr>
            <a:lvl5pPr marL="2057400" indent="-228600">
              <a:defRPr sz="2500">
                <a:solidFill>
                  <a:schemeClr val="bg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9pPr>
          </a:lstStyle>
          <a:p>
            <a:pPr algn="ctr" eaLnBrk="1" hangingPunct="1"/>
            <a:r>
              <a:rPr lang="zh-CN" altLang="en-US" sz="2000">
                <a:solidFill>
                  <a:srgbClr val="333399"/>
                </a:solidFill>
              </a:rPr>
              <a:t>路由表</a:t>
            </a:r>
          </a:p>
        </p:txBody>
      </p:sp>
      <p:sp>
        <p:nvSpPr>
          <p:cNvPr id="31755" name="Rectangle 11"/>
          <p:cNvSpPr>
            <a:spLocks noChangeArrowheads="1"/>
          </p:cNvSpPr>
          <p:nvPr/>
        </p:nvSpPr>
        <p:spPr bwMode="auto">
          <a:xfrm>
            <a:off x="301625" y="4010025"/>
            <a:ext cx="2320925" cy="725488"/>
          </a:xfrm>
          <a:prstGeom prst="rect">
            <a:avLst/>
          </a:prstGeom>
          <a:solidFill>
            <a:srgbClr val="CCECFF"/>
          </a:solidFill>
          <a:ln w="38100" cmpd="dbl">
            <a:solidFill>
              <a:schemeClr val="tx1"/>
            </a:solidFill>
            <a:miter lim="800000"/>
            <a:headEnd/>
            <a:tailEnd/>
          </a:ln>
        </p:spPr>
        <p:txBody>
          <a:bodyPr wrap="none" anchor="ctr"/>
          <a:lstStyle>
            <a:lvl1pPr>
              <a:defRPr sz="2500">
                <a:solidFill>
                  <a:schemeClr val="bg1"/>
                </a:solidFill>
                <a:latin typeface="黑体" panose="02010609060101010101" pitchFamily="49" charset="-122"/>
                <a:ea typeface="黑体" panose="02010609060101010101" pitchFamily="49" charset="-122"/>
              </a:defRPr>
            </a:lvl1pPr>
            <a:lvl2pPr marL="742950" indent="-285750">
              <a:defRPr sz="2500">
                <a:solidFill>
                  <a:schemeClr val="bg1"/>
                </a:solidFill>
                <a:latin typeface="黑体" panose="02010609060101010101" pitchFamily="49" charset="-122"/>
                <a:ea typeface="黑体" panose="02010609060101010101" pitchFamily="49" charset="-122"/>
              </a:defRPr>
            </a:lvl2pPr>
            <a:lvl3pPr marL="1143000" indent="-228600">
              <a:defRPr sz="2500">
                <a:solidFill>
                  <a:schemeClr val="bg1"/>
                </a:solidFill>
                <a:latin typeface="黑体" panose="02010609060101010101" pitchFamily="49" charset="-122"/>
                <a:ea typeface="黑体" panose="02010609060101010101" pitchFamily="49" charset="-122"/>
              </a:defRPr>
            </a:lvl3pPr>
            <a:lvl4pPr marL="1600200" indent="-228600">
              <a:defRPr sz="2500">
                <a:solidFill>
                  <a:schemeClr val="bg1"/>
                </a:solidFill>
                <a:latin typeface="黑体" panose="02010609060101010101" pitchFamily="49" charset="-122"/>
                <a:ea typeface="黑体" panose="02010609060101010101" pitchFamily="49" charset="-122"/>
              </a:defRPr>
            </a:lvl4pPr>
            <a:lvl5pPr marL="2057400" indent="-228600">
              <a:defRPr sz="2500">
                <a:solidFill>
                  <a:schemeClr val="bg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9pPr>
          </a:lstStyle>
          <a:p>
            <a:pPr algn="ctr" eaLnBrk="1" hangingPunct="1"/>
            <a:endParaRPr lang="zh-CN" altLang="en-US"/>
          </a:p>
        </p:txBody>
      </p:sp>
      <p:sp>
        <p:nvSpPr>
          <p:cNvPr id="31756" name="Rectangle 12"/>
          <p:cNvSpPr>
            <a:spLocks noChangeArrowheads="1"/>
          </p:cNvSpPr>
          <p:nvPr/>
        </p:nvSpPr>
        <p:spPr bwMode="auto">
          <a:xfrm>
            <a:off x="2003425" y="4173538"/>
            <a:ext cx="466725" cy="395287"/>
          </a:xfrm>
          <a:prstGeom prst="rect">
            <a:avLst/>
          </a:prstGeom>
          <a:solidFill>
            <a:srgbClr val="FFFF99"/>
          </a:solidFill>
          <a:ln w="19050">
            <a:solidFill>
              <a:schemeClr val="tx1"/>
            </a:solidFill>
            <a:miter lim="800000"/>
            <a:headEnd/>
            <a:tailEnd/>
          </a:ln>
          <a:effectLst>
            <a:outerShdw dist="35921" dir="2700000" algn="ctr" rotWithShape="0">
              <a:schemeClr val="bg2"/>
            </a:outerShdw>
          </a:effectLst>
        </p:spPr>
        <p:txBody>
          <a:bodyPr wrap="none" anchor="ctr"/>
          <a:lstStyle>
            <a:lvl1pPr>
              <a:defRPr sz="2500">
                <a:solidFill>
                  <a:schemeClr val="bg1"/>
                </a:solidFill>
                <a:latin typeface="黑体" panose="02010609060101010101" pitchFamily="49" charset="-122"/>
                <a:ea typeface="黑体" panose="02010609060101010101" pitchFamily="49" charset="-122"/>
              </a:defRPr>
            </a:lvl1pPr>
            <a:lvl2pPr marL="742950" indent="-285750">
              <a:defRPr sz="2500">
                <a:solidFill>
                  <a:schemeClr val="bg1"/>
                </a:solidFill>
                <a:latin typeface="黑体" panose="02010609060101010101" pitchFamily="49" charset="-122"/>
                <a:ea typeface="黑体" panose="02010609060101010101" pitchFamily="49" charset="-122"/>
              </a:defRPr>
            </a:lvl2pPr>
            <a:lvl3pPr marL="1143000" indent="-228600">
              <a:defRPr sz="2500">
                <a:solidFill>
                  <a:schemeClr val="bg1"/>
                </a:solidFill>
                <a:latin typeface="黑体" panose="02010609060101010101" pitchFamily="49" charset="-122"/>
                <a:ea typeface="黑体" panose="02010609060101010101" pitchFamily="49" charset="-122"/>
              </a:defRPr>
            </a:lvl3pPr>
            <a:lvl4pPr marL="1600200" indent="-228600">
              <a:defRPr sz="2500">
                <a:solidFill>
                  <a:schemeClr val="bg1"/>
                </a:solidFill>
                <a:latin typeface="黑体" panose="02010609060101010101" pitchFamily="49" charset="-122"/>
                <a:ea typeface="黑体" panose="02010609060101010101" pitchFamily="49" charset="-122"/>
              </a:defRPr>
            </a:lvl4pPr>
            <a:lvl5pPr marL="2057400" indent="-228600">
              <a:defRPr sz="2500">
                <a:solidFill>
                  <a:schemeClr val="bg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9pPr>
          </a:lstStyle>
          <a:p>
            <a:pPr algn="ctr" eaLnBrk="1" hangingPunct="1"/>
            <a:r>
              <a:rPr lang="en-US" altLang="zh-CN" sz="2000">
                <a:solidFill>
                  <a:srgbClr val="333399"/>
                </a:solidFill>
              </a:rPr>
              <a:t>3</a:t>
            </a:r>
          </a:p>
        </p:txBody>
      </p:sp>
      <p:sp>
        <p:nvSpPr>
          <p:cNvPr id="31757" name="Line 13"/>
          <p:cNvSpPr>
            <a:spLocks noChangeShapeType="1"/>
          </p:cNvSpPr>
          <p:nvPr/>
        </p:nvSpPr>
        <p:spPr bwMode="auto">
          <a:xfrm flipV="1">
            <a:off x="149225" y="4371975"/>
            <a:ext cx="355600" cy="0"/>
          </a:xfrm>
          <a:prstGeom prst="line">
            <a:avLst/>
          </a:prstGeom>
          <a:noFill/>
          <a:ln w="28575">
            <a:solidFill>
              <a:srgbClr val="333399"/>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31758" name="Line 14"/>
          <p:cNvSpPr>
            <a:spLocks noChangeShapeType="1"/>
          </p:cNvSpPr>
          <p:nvPr/>
        </p:nvSpPr>
        <p:spPr bwMode="auto">
          <a:xfrm>
            <a:off x="920750" y="4371975"/>
            <a:ext cx="311150" cy="0"/>
          </a:xfrm>
          <a:prstGeom prst="line">
            <a:avLst/>
          </a:prstGeom>
          <a:noFill/>
          <a:ln w="28575">
            <a:solidFill>
              <a:srgbClr val="333399"/>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31759" name="Line 15"/>
          <p:cNvSpPr>
            <a:spLocks noChangeShapeType="1"/>
          </p:cNvSpPr>
          <p:nvPr/>
        </p:nvSpPr>
        <p:spPr bwMode="auto">
          <a:xfrm>
            <a:off x="1695450" y="4371975"/>
            <a:ext cx="307975" cy="0"/>
          </a:xfrm>
          <a:prstGeom prst="line">
            <a:avLst/>
          </a:prstGeom>
          <a:noFill/>
          <a:ln w="28575">
            <a:solidFill>
              <a:srgbClr val="333399"/>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31760" name="Line 16"/>
          <p:cNvSpPr>
            <a:spLocks noChangeShapeType="1"/>
          </p:cNvSpPr>
          <p:nvPr/>
        </p:nvSpPr>
        <p:spPr bwMode="auto">
          <a:xfrm>
            <a:off x="2470150" y="4371975"/>
            <a:ext cx="307975" cy="0"/>
          </a:xfrm>
          <a:prstGeom prst="line">
            <a:avLst/>
          </a:prstGeom>
          <a:noFill/>
          <a:ln w="28575">
            <a:solidFill>
              <a:srgbClr val="333399"/>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31761" name="Text Box 17"/>
          <p:cNvSpPr txBox="1">
            <a:spLocks noChangeArrowheads="1"/>
          </p:cNvSpPr>
          <p:nvPr/>
        </p:nvSpPr>
        <p:spPr bwMode="auto">
          <a:xfrm>
            <a:off x="920750" y="3621088"/>
            <a:ext cx="1200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500">
                <a:solidFill>
                  <a:schemeClr val="bg1"/>
                </a:solidFill>
                <a:latin typeface="黑体" panose="02010609060101010101" pitchFamily="49" charset="-122"/>
                <a:ea typeface="黑体" panose="02010609060101010101" pitchFamily="49" charset="-122"/>
              </a:defRPr>
            </a:lvl1pPr>
            <a:lvl2pPr marL="742950" indent="-285750">
              <a:defRPr sz="2500">
                <a:solidFill>
                  <a:schemeClr val="bg1"/>
                </a:solidFill>
                <a:latin typeface="黑体" panose="02010609060101010101" pitchFamily="49" charset="-122"/>
                <a:ea typeface="黑体" panose="02010609060101010101" pitchFamily="49" charset="-122"/>
              </a:defRPr>
            </a:lvl2pPr>
            <a:lvl3pPr marL="1143000" indent="-228600">
              <a:defRPr sz="2500">
                <a:solidFill>
                  <a:schemeClr val="bg1"/>
                </a:solidFill>
                <a:latin typeface="黑体" panose="02010609060101010101" pitchFamily="49" charset="-122"/>
                <a:ea typeface="黑体" panose="02010609060101010101" pitchFamily="49" charset="-122"/>
              </a:defRPr>
            </a:lvl3pPr>
            <a:lvl4pPr marL="1600200" indent="-228600">
              <a:defRPr sz="2500">
                <a:solidFill>
                  <a:schemeClr val="bg1"/>
                </a:solidFill>
                <a:latin typeface="黑体" panose="02010609060101010101" pitchFamily="49" charset="-122"/>
                <a:ea typeface="黑体" panose="02010609060101010101" pitchFamily="49" charset="-122"/>
              </a:defRPr>
            </a:lvl4pPr>
            <a:lvl5pPr marL="2057400" indent="-228600">
              <a:defRPr sz="2500">
                <a:solidFill>
                  <a:schemeClr val="bg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9pPr>
          </a:lstStyle>
          <a:p>
            <a:pPr algn="ctr" eaLnBrk="1" hangingPunct="1"/>
            <a:r>
              <a:rPr lang="zh-CN" altLang="en-US" sz="2000">
                <a:solidFill>
                  <a:srgbClr val="333399"/>
                </a:solidFill>
                <a:latin typeface="Arial" panose="020B0604020202020204" pitchFamily="34" charset="0"/>
                <a:ea typeface="宋体" panose="02010600030101010101" pitchFamily="2" charset="-122"/>
              </a:rPr>
              <a:t>输入端口</a:t>
            </a:r>
          </a:p>
        </p:txBody>
      </p:sp>
      <p:sp>
        <p:nvSpPr>
          <p:cNvPr id="31762" name="Rectangle 18"/>
          <p:cNvSpPr>
            <a:spLocks noChangeArrowheads="1"/>
          </p:cNvSpPr>
          <p:nvPr/>
        </p:nvSpPr>
        <p:spPr bwMode="auto">
          <a:xfrm>
            <a:off x="301625" y="5583238"/>
            <a:ext cx="2320925" cy="725487"/>
          </a:xfrm>
          <a:prstGeom prst="rect">
            <a:avLst/>
          </a:prstGeom>
          <a:solidFill>
            <a:srgbClr val="CCECFF"/>
          </a:solidFill>
          <a:ln w="38100" cmpd="dbl">
            <a:solidFill>
              <a:schemeClr val="tx1"/>
            </a:solidFill>
            <a:miter lim="800000"/>
            <a:headEnd/>
            <a:tailEnd/>
          </a:ln>
        </p:spPr>
        <p:txBody>
          <a:bodyPr wrap="none" anchor="ctr"/>
          <a:lstStyle>
            <a:lvl1pPr>
              <a:defRPr sz="2500">
                <a:solidFill>
                  <a:schemeClr val="bg1"/>
                </a:solidFill>
                <a:latin typeface="黑体" panose="02010609060101010101" pitchFamily="49" charset="-122"/>
                <a:ea typeface="黑体" panose="02010609060101010101" pitchFamily="49" charset="-122"/>
              </a:defRPr>
            </a:lvl1pPr>
            <a:lvl2pPr marL="742950" indent="-285750">
              <a:defRPr sz="2500">
                <a:solidFill>
                  <a:schemeClr val="bg1"/>
                </a:solidFill>
                <a:latin typeface="黑体" panose="02010609060101010101" pitchFamily="49" charset="-122"/>
                <a:ea typeface="黑体" panose="02010609060101010101" pitchFamily="49" charset="-122"/>
              </a:defRPr>
            </a:lvl2pPr>
            <a:lvl3pPr marL="1143000" indent="-228600">
              <a:defRPr sz="2500">
                <a:solidFill>
                  <a:schemeClr val="bg1"/>
                </a:solidFill>
                <a:latin typeface="黑体" panose="02010609060101010101" pitchFamily="49" charset="-122"/>
                <a:ea typeface="黑体" panose="02010609060101010101" pitchFamily="49" charset="-122"/>
              </a:defRPr>
            </a:lvl3pPr>
            <a:lvl4pPr marL="1600200" indent="-228600">
              <a:defRPr sz="2500">
                <a:solidFill>
                  <a:schemeClr val="bg1"/>
                </a:solidFill>
                <a:latin typeface="黑体" panose="02010609060101010101" pitchFamily="49" charset="-122"/>
                <a:ea typeface="黑体" panose="02010609060101010101" pitchFamily="49" charset="-122"/>
              </a:defRPr>
            </a:lvl4pPr>
            <a:lvl5pPr marL="2057400" indent="-228600">
              <a:defRPr sz="2500">
                <a:solidFill>
                  <a:schemeClr val="bg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9pPr>
          </a:lstStyle>
          <a:p>
            <a:pPr algn="ctr" eaLnBrk="1" hangingPunct="1"/>
            <a:endParaRPr lang="zh-CN" altLang="en-US"/>
          </a:p>
        </p:txBody>
      </p:sp>
      <p:sp>
        <p:nvSpPr>
          <p:cNvPr id="31763" name="Rectangle 19"/>
          <p:cNvSpPr>
            <a:spLocks noChangeArrowheads="1"/>
          </p:cNvSpPr>
          <p:nvPr/>
        </p:nvSpPr>
        <p:spPr bwMode="auto">
          <a:xfrm>
            <a:off x="2003425" y="5746750"/>
            <a:ext cx="466725" cy="396875"/>
          </a:xfrm>
          <a:prstGeom prst="rect">
            <a:avLst/>
          </a:prstGeom>
          <a:solidFill>
            <a:srgbClr val="FFFF99"/>
          </a:solidFill>
          <a:ln w="19050">
            <a:solidFill>
              <a:schemeClr val="tx1"/>
            </a:solidFill>
            <a:miter lim="800000"/>
            <a:headEnd/>
            <a:tailEnd/>
          </a:ln>
          <a:effectLst>
            <a:outerShdw dist="35921" dir="2700000" algn="ctr" rotWithShape="0">
              <a:schemeClr val="bg2"/>
            </a:outerShdw>
          </a:effectLst>
        </p:spPr>
        <p:txBody>
          <a:bodyPr wrap="none" anchor="ctr"/>
          <a:lstStyle>
            <a:lvl1pPr>
              <a:defRPr sz="2500">
                <a:solidFill>
                  <a:schemeClr val="bg1"/>
                </a:solidFill>
                <a:latin typeface="黑体" panose="02010609060101010101" pitchFamily="49" charset="-122"/>
                <a:ea typeface="黑体" panose="02010609060101010101" pitchFamily="49" charset="-122"/>
              </a:defRPr>
            </a:lvl1pPr>
            <a:lvl2pPr marL="742950" indent="-285750">
              <a:defRPr sz="2500">
                <a:solidFill>
                  <a:schemeClr val="bg1"/>
                </a:solidFill>
                <a:latin typeface="黑体" panose="02010609060101010101" pitchFamily="49" charset="-122"/>
                <a:ea typeface="黑体" panose="02010609060101010101" pitchFamily="49" charset="-122"/>
              </a:defRPr>
            </a:lvl2pPr>
            <a:lvl3pPr marL="1143000" indent="-228600">
              <a:defRPr sz="2500">
                <a:solidFill>
                  <a:schemeClr val="bg1"/>
                </a:solidFill>
                <a:latin typeface="黑体" panose="02010609060101010101" pitchFamily="49" charset="-122"/>
                <a:ea typeface="黑体" panose="02010609060101010101" pitchFamily="49" charset="-122"/>
              </a:defRPr>
            </a:lvl3pPr>
            <a:lvl4pPr marL="1600200" indent="-228600">
              <a:defRPr sz="2500">
                <a:solidFill>
                  <a:schemeClr val="bg1"/>
                </a:solidFill>
                <a:latin typeface="黑体" panose="02010609060101010101" pitchFamily="49" charset="-122"/>
                <a:ea typeface="黑体" panose="02010609060101010101" pitchFamily="49" charset="-122"/>
              </a:defRPr>
            </a:lvl4pPr>
            <a:lvl5pPr marL="2057400" indent="-228600">
              <a:defRPr sz="2500">
                <a:solidFill>
                  <a:schemeClr val="bg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9pPr>
          </a:lstStyle>
          <a:p>
            <a:pPr algn="ctr" eaLnBrk="1" hangingPunct="1"/>
            <a:r>
              <a:rPr lang="en-US" altLang="zh-CN" sz="2000">
                <a:solidFill>
                  <a:srgbClr val="333399"/>
                </a:solidFill>
              </a:rPr>
              <a:t>3</a:t>
            </a:r>
          </a:p>
        </p:txBody>
      </p:sp>
      <p:sp>
        <p:nvSpPr>
          <p:cNvPr id="31764" name="Line 20"/>
          <p:cNvSpPr>
            <a:spLocks noChangeShapeType="1"/>
          </p:cNvSpPr>
          <p:nvPr/>
        </p:nvSpPr>
        <p:spPr bwMode="auto">
          <a:xfrm flipV="1">
            <a:off x="149225" y="5945188"/>
            <a:ext cx="355600" cy="0"/>
          </a:xfrm>
          <a:prstGeom prst="line">
            <a:avLst/>
          </a:prstGeom>
          <a:noFill/>
          <a:ln w="28575">
            <a:solidFill>
              <a:srgbClr val="333399"/>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31765" name="Line 21"/>
          <p:cNvSpPr>
            <a:spLocks noChangeShapeType="1"/>
          </p:cNvSpPr>
          <p:nvPr/>
        </p:nvSpPr>
        <p:spPr bwMode="auto">
          <a:xfrm>
            <a:off x="920750" y="5945188"/>
            <a:ext cx="311150" cy="0"/>
          </a:xfrm>
          <a:prstGeom prst="line">
            <a:avLst/>
          </a:prstGeom>
          <a:noFill/>
          <a:ln w="28575">
            <a:solidFill>
              <a:srgbClr val="333399"/>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31766" name="Line 22"/>
          <p:cNvSpPr>
            <a:spLocks noChangeShapeType="1"/>
          </p:cNvSpPr>
          <p:nvPr/>
        </p:nvSpPr>
        <p:spPr bwMode="auto">
          <a:xfrm>
            <a:off x="1695450" y="5945188"/>
            <a:ext cx="307975" cy="0"/>
          </a:xfrm>
          <a:prstGeom prst="line">
            <a:avLst/>
          </a:prstGeom>
          <a:noFill/>
          <a:ln w="28575">
            <a:solidFill>
              <a:srgbClr val="333399"/>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31767" name="Line 23"/>
          <p:cNvSpPr>
            <a:spLocks noChangeShapeType="1"/>
          </p:cNvSpPr>
          <p:nvPr/>
        </p:nvSpPr>
        <p:spPr bwMode="auto">
          <a:xfrm>
            <a:off x="2470150" y="5945188"/>
            <a:ext cx="307975" cy="0"/>
          </a:xfrm>
          <a:prstGeom prst="line">
            <a:avLst/>
          </a:prstGeom>
          <a:noFill/>
          <a:ln w="28575">
            <a:solidFill>
              <a:srgbClr val="333399"/>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31768" name="Rectangle 24"/>
          <p:cNvSpPr>
            <a:spLocks noChangeArrowheads="1"/>
          </p:cNvSpPr>
          <p:nvPr/>
        </p:nvSpPr>
        <p:spPr bwMode="auto">
          <a:xfrm>
            <a:off x="2778125" y="4010025"/>
            <a:ext cx="2398713" cy="2311400"/>
          </a:xfrm>
          <a:prstGeom prst="rect">
            <a:avLst/>
          </a:prstGeom>
          <a:solidFill>
            <a:srgbClr val="CCECFF"/>
          </a:solidFill>
          <a:ln w="12700">
            <a:solidFill>
              <a:schemeClr val="tx1"/>
            </a:solidFill>
            <a:miter lim="800000"/>
            <a:headEnd/>
            <a:tailEnd/>
          </a:ln>
          <a:effectLst>
            <a:outerShdw dist="53882" dir="2700000" algn="ctr" rotWithShape="0">
              <a:schemeClr val="bg2"/>
            </a:outerShdw>
          </a:effectLst>
        </p:spPr>
        <p:txBody>
          <a:bodyPr wrap="none" anchor="ctr"/>
          <a:lstStyle>
            <a:lvl1pPr>
              <a:defRPr sz="2500">
                <a:solidFill>
                  <a:schemeClr val="bg1"/>
                </a:solidFill>
                <a:latin typeface="黑体" panose="02010609060101010101" pitchFamily="49" charset="-122"/>
                <a:ea typeface="黑体" panose="02010609060101010101" pitchFamily="49" charset="-122"/>
              </a:defRPr>
            </a:lvl1pPr>
            <a:lvl2pPr marL="742950" indent="-285750">
              <a:defRPr sz="2500">
                <a:solidFill>
                  <a:schemeClr val="bg1"/>
                </a:solidFill>
                <a:latin typeface="黑体" panose="02010609060101010101" pitchFamily="49" charset="-122"/>
                <a:ea typeface="黑体" panose="02010609060101010101" pitchFamily="49" charset="-122"/>
              </a:defRPr>
            </a:lvl2pPr>
            <a:lvl3pPr marL="1143000" indent="-228600">
              <a:defRPr sz="2500">
                <a:solidFill>
                  <a:schemeClr val="bg1"/>
                </a:solidFill>
                <a:latin typeface="黑体" panose="02010609060101010101" pitchFamily="49" charset="-122"/>
                <a:ea typeface="黑体" panose="02010609060101010101" pitchFamily="49" charset="-122"/>
              </a:defRPr>
            </a:lvl3pPr>
            <a:lvl4pPr marL="1600200" indent="-228600">
              <a:defRPr sz="2500">
                <a:solidFill>
                  <a:schemeClr val="bg1"/>
                </a:solidFill>
                <a:latin typeface="黑体" panose="02010609060101010101" pitchFamily="49" charset="-122"/>
                <a:ea typeface="黑体" panose="02010609060101010101" pitchFamily="49" charset="-122"/>
              </a:defRPr>
            </a:lvl4pPr>
            <a:lvl5pPr marL="2057400" indent="-228600">
              <a:defRPr sz="2500">
                <a:solidFill>
                  <a:schemeClr val="bg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9pPr>
          </a:lstStyle>
          <a:p>
            <a:pPr algn="ctr" eaLnBrk="1" hangingPunct="1"/>
            <a:endParaRPr lang="zh-CN" altLang="en-US"/>
          </a:p>
        </p:txBody>
      </p:sp>
      <p:sp>
        <p:nvSpPr>
          <p:cNvPr id="31769" name="Rectangle 25"/>
          <p:cNvSpPr>
            <a:spLocks noChangeArrowheads="1"/>
          </p:cNvSpPr>
          <p:nvPr/>
        </p:nvSpPr>
        <p:spPr bwMode="auto">
          <a:xfrm flipH="1">
            <a:off x="5332413" y="4010025"/>
            <a:ext cx="2317750" cy="725488"/>
          </a:xfrm>
          <a:prstGeom prst="rect">
            <a:avLst/>
          </a:prstGeom>
          <a:solidFill>
            <a:srgbClr val="CCECFF"/>
          </a:solidFill>
          <a:ln w="38100" cmpd="dbl">
            <a:solidFill>
              <a:schemeClr val="tx1"/>
            </a:solidFill>
            <a:miter lim="800000"/>
            <a:headEnd/>
            <a:tailEnd/>
          </a:ln>
        </p:spPr>
        <p:txBody>
          <a:bodyPr wrap="none" anchor="ctr"/>
          <a:lstStyle>
            <a:lvl1pPr>
              <a:defRPr sz="2500">
                <a:solidFill>
                  <a:schemeClr val="bg1"/>
                </a:solidFill>
                <a:latin typeface="黑体" panose="02010609060101010101" pitchFamily="49" charset="-122"/>
                <a:ea typeface="黑体" panose="02010609060101010101" pitchFamily="49" charset="-122"/>
              </a:defRPr>
            </a:lvl1pPr>
            <a:lvl2pPr marL="742950" indent="-285750">
              <a:defRPr sz="2500">
                <a:solidFill>
                  <a:schemeClr val="bg1"/>
                </a:solidFill>
                <a:latin typeface="黑体" panose="02010609060101010101" pitchFamily="49" charset="-122"/>
                <a:ea typeface="黑体" panose="02010609060101010101" pitchFamily="49" charset="-122"/>
              </a:defRPr>
            </a:lvl2pPr>
            <a:lvl3pPr marL="1143000" indent="-228600">
              <a:defRPr sz="2500">
                <a:solidFill>
                  <a:schemeClr val="bg1"/>
                </a:solidFill>
                <a:latin typeface="黑体" panose="02010609060101010101" pitchFamily="49" charset="-122"/>
                <a:ea typeface="黑体" panose="02010609060101010101" pitchFamily="49" charset="-122"/>
              </a:defRPr>
            </a:lvl3pPr>
            <a:lvl4pPr marL="1600200" indent="-228600">
              <a:defRPr sz="2500">
                <a:solidFill>
                  <a:schemeClr val="bg1"/>
                </a:solidFill>
                <a:latin typeface="黑体" panose="02010609060101010101" pitchFamily="49" charset="-122"/>
                <a:ea typeface="黑体" panose="02010609060101010101" pitchFamily="49" charset="-122"/>
              </a:defRPr>
            </a:lvl4pPr>
            <a:lvl5pPr marL="2057400" indent="-228600">
              <a:defRPr sz="2500">
                <a:solidFill>
                  <a:schemeClr val="bg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9pPr>
          </a:lstStyle>
          <a:p>
            <a:pPr algn="ctr" eaLnBrk="1" hangingPunct="1"/>
            <a:endParaRPr lang="zh-CN" altLang="en-US"/>
          </a:p>
        </p:txBody>
      </p:sp>
      <p:sp>
        <p:nvSpPr>
          <p:cNvPr id="31770" name="Line 26"/>
          <p:cNvSpPr>
            <a:spLocks noChangeShapeType="1"/>
          </p:cNvSpPr>
          <p:nvPr/>
        </p:nvSpPr>
        <p:spPr bwMode="auto">
          <a:xfrm flipV="1">
            <a:off x="7486650" y="4371975"/>
            <a:ext cx="319088" cy="0"/>
          </a:xfrm>
          <a:prstGeom prst="line">
            <a:avLst/>
          </a:prstGeom>
          <a:noFill/>
          <a:ln w="28575">
            <a:solidFill>
              <a:srgbClr val="333399"/>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31771" name="Line 27"/>
          <p:cNvSpPr>
            <a:spLocks noChangeShapeType="1"/>
          </p:cNvSpPr>
          <p:nvPr/>
        </p:nvSpPr>
        <p:spPr bwMode="auto">
          <a:xfrm rot="10800000" flipH="1">
            <a:off x="6723063" y="4371975"/>
            <a:ext cx="309562" cy="0"/>
          </a:xfrm>
          <a:prstGeom prst="line">
            <a:avLst/>
          </a:prstGeom>
          <a:noFill/>
          <a:ln w="28575">
            <a:solidFill>
              <a:srgbClr val="333399"/>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31772" name="Line 28"/>
          <p:cNvSpPr>
            <a:spLocks noChangeShapeType="1"/>
          </p:cNvSpPr>
          <p:nvPr/>
        </p:nvSpPr>
        <p:spPr bwMode="auto">
          <a:xfrm>
            <a:off x="5948363" y="4371975"/>
            <a:ext cx="311150" cy="0"/>
          </a:xfrm>
          <a:prstGeom prst="line">
            <a:avLst/>
          </a:prstGeom>
          <a:noFill/>
          <a:ln w="28575">
            <a:solidFill>
              <a:srgbClr val="333399"/>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31773" name="Line 29"/>
          <p:cNvSpPr>
            <a:spLocks noChangeShapeType="1"/>
          </p:cNvSpPr>
          <p:nvPr/>
        </p:nvSpPr>
        <p:spPr bwMode="auto">
          <a:xfrm>
            <a:off x="5176838" y="4371975"/>
            <a:ext cx="369887" cy="0"/>
          </a:xfrm>
          <a:prstGeom prst="line">
            <a:avLst/>
          </a:prstGeom>
          <a:noFill/>
          <a:ln w="28575">
            <a:solidFill>
              <a:srgbClr val="333399"/>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31774" name="Rectangle 30"/>
          <p:cNvSpPr>
            <a:spLocks noChangeArrowheads="1"/>
          </p:cNvSpPr>
          <p:nvPr/>
        </p:nvSpPr>
        <p:spPr bwMode="auto">
          <a:xfrm flipH="1">
            <a:off x="5332413" y="5583238"/>
            <a:ext cx="2317750" cy="725487"/>
          </a:xfrm>
          <a:prstGeom prst="rect">
            <a:avLst/>
          </a:prstGeom>
          <a:solidFill>
            <a:srgbClr val="CCECFF"/>
          </a:solidFill>
          <a:ln w="38100" cmpd="dbl">
            <a:solidFill>
              <a:schemeClr val="tx1"/>
            </a:solidFill>
            <a:miter lim="800000"/>
            <a:headEnd/>
            <a:tailEnd/>
          </a:ln>
        </p:spPr>
        <p:txBody>
          <a:bodyPr wrap="none" anchor="ctr"/>
          <a:lstStyle>
            <a:lvl1pPr>
              <a:defRPr sz="2500">
                <a:solidFill>
                  <a:schemeClr val="bg1"/>
                </a:solidFill>
                <a:latin typeface="黑体" panose="02010609060101010101" pitchFamily="49" charset="-122"/>
                <a:ea typeface="黑体" panose="02010609060101010101" pitchFamily="49" charset="-122"/>
              </a:defRPr>
            </a:lvl1pPr>
            <a:lvl2pPr marL="742950" indent="-285750">
              <a:defRPr sz="2500">
                <a:solidFill>
                  <a:schemeClr val="bg1"/>
                </a:solidFill>
                <a:latin typeface="黑体" panose="02010609060101010101" pitchFamily="49" charset="-122"/>
                <a:ea typeface="黑体" panose="02010609060101010101" pitchFamily="49" charset="-122"/>
              </a:defRPr>
            </a:lvl2pPr>
            <a:lvl3pPr marL="1143000" indent="-228600">
              <a:defRPr sz="2500">
                <a:solidFill>
                  <a:schemeClr val="bg1"/>
                </a:solidFill>
                <a:latin typeface="黑体" panose="02010609060101010101" pitchFamily="49" charset="-122"/>
                <a:ea typeface="黑体" panose="02010609060101010101" pitchFamily="49" charset="-122"/>
              </a:defRPr>
            </a:lvl3pPr>
            <a:lvl4pPr marL="1600200" indent="-228600">
              <a:defRPr sz="2500">
                <a:solidFill>
                  <a:schemeClr val="bg1"/>
                </a:solidFill>
                <a:latin typeface="黑体" panose="02010609060101010101" pitchFamily="49" charset="-122"/>
                <a:ea typeface="黑体" panose="02010609060101010101" pitchFamily="49" charset="-122"/>
              </a:defRPr>
            </a:lvl4pPr>
            <a:lvl5pPr marL="2057400" indent="-228600">
              <a:defRPr sz="2500">
                <a:solidFill>
                  <a:schemeClr val="bg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9pPr>
          </a:lstStyle>
          <a:p>
            <a:pPr algn="ctr" eaLnBrk="1" hangingPunct="1"/>
            <a:endParaRPr lang="zh-CN" altLang="en-US"/>
          </a:p>
        </p:txBody>
      </p:sp>
      <p:sp>
        <p:nvSpPr>
          <p:cNvPr id="31775" name="Line 31"/>
          <p:cNvSpPr>
            <a:spLocks noChangeShapeType="1"/>
          </p:cNvSpPr>
          <p:nvPr/>
        </p:nvSpPr>
        <p:spPr bwMode="auto">
          <a:xfrm flipV="1">
            <a:off x="7486650" y="5945188"/>
            <a:ext cx="319088" cy="0"/>
          </a:xfrm>
          <a:prstGeom prst="line">
            <a:avLst/>
          </a:prstGeom>
          <a:noFill/>
          <a:ln w="28575">
            <a:solidFill>
              <a:srgbClr val="333399"/>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31776" name="Line 32"/>
          <p:cNvSpPr>
            <a:spLocks noChangeShapeType="1"/>
          </p:cNvSpPr>
          <p:nvPr/>
        </p:nvSpPr>
        <p:spPr bwMode="auto">
          <a:xfrm>
            <a:off x="6723063" y="5945188"/>
            <a:ext cx="309562" cy="0"/>
          </a:xfrm>
          <a:prstGeom prst="line">
            <a:avLst/>
          </a:prstGeom>
          <a:noFill/>
          <a:ln w="28575">
            <a:solidFill>
              <a:srgbClr val="333399"/>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31777" name="Line 33"/>
          <p:cNvSpPr>
            <a:spLocks noChangeShapeType="1"/>
          </p:cNvSpPr>
          <p:nvPr/>
        </p:nvSpPr>
        <p:spPr bwMode="auto">
          <a:xfrm>
            <a:off x="5948363" y="5945188"/>
            <a:ext cx="311150" cy="0"/>
          </a:xfrm>
          <a:prstGeom prst="line">
            <a:avLst/>
          </a:prstGeom>
          <a:noFill/>
          <a:ln w="28575">
            <a:solidFill>
              <a:srgbClr val="333399"/>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31778" name="Line 34"/>
          <p:cNvSpPr>
            <a:spLocks noChangeShapeType="1"/>
          </p:cNvSpPr>
          <p:nvPr/>
        </p:nvSpPr>
        <p:spPr bwMode="auto">
          <a:xfrm flipV="1">
            <a:off x="5176838" y="5945188"/>
            <a:ext cx="357187" cy="0"/>
          </a:xfrm>
          <a:prstGeom prst="line">
            <a:avLst/>
          </a:prstGeom>
          <a:noFill/>
          <a:ln w="28575">
            <a:solidFill>
              <a:srgbClr val="333399"/>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31779" name="Text Box 35"/>
          <p:cNvSpPr txBox="1">
            <a:spLocks noChangeArrowheads="1"/>
          </p:cNvSpPr>
          <p:nvPr/>
        </p:nvSpPr>
        <p:spPr bwMode="auto">
          <a:xfrm>
            <a:off x="3263900" y="5745163"/>
            <a:ext cx="1403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500">
                <a:solidFill>
                  <a:schemeClr val="bg1"/>
                </a:solidFill>
                <a:latin typeface="黑体" panose="02010609060101010101" pitchFamily="49" charset="-122"/>
                <a:ea typeface="黑体" panose="02010609060101010101" pitchFamily="49" charset="-122"/>
              </a:defRPr>
            </a:lvl1pPr>
            <a:lvl2pPr marL="742950" indent="-285750">
              <a:defRPr sz="2500">
                <a:solidFill>
                  <a:schemeClr val="bg1"/>
                </a:solidFill>
                <a:latin typeface="黑体" panose="02010609060101010101" pitchFamily="49" charset="-122"/>
                <a:ea typeface="黑体" panose="02010609060101010101" pitchFamily="49" charset="-122"/>
              </a:defRPr>
            </a:lvl2pPr>
            <a:lvl3pPr marL="1143000" indent="-228600">
              <a:defRPr sz="2500">
                <a:solidFill>
                  <a:schemeClr val="bg1"/>
                </a:solidFill>
                <a:latin typeface="黑体" panose="02010609060101010101" pitchFamily="49" charset="-122"/>
                <a:ea typeface="黑体" panose="02010609060101010101" pitchFamily="49" charset="-122"/>
              </a:defRPr>
            </a:lvl3pPr>
            <a:lvl4pPr marL="1600200" indent="-228600">
              <a:defRPr sz="2500">
                <a:solidFill>
                  <a:schemeClr val="bg1"/>
                </a:solidFill>
                <a:latin typeface="黑体" panose="02010609060101010101" pitchFamily="49" charset="-122"/>
                <a:ea typeface="黑体" panose="02010609060101010101" pitchFamily="49" charset="-122"/>
              </a:defRPr>
            </a:lvl4pPr>
            <a:lvl5pPr marL="2057400" indent="-228600">
              <a:defRPr sz="2500">
                <a:solidFill>
                  <a:schemeClr val="bg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9pPr>
          </a:lstStyle>
          <a:p>
            <a:pPr algn="ctr" eaLnBrk="1" hangingPunct="1"/>
            <a:r>
              <a:rPr lang="zh-CN" altLang="en-US" sz="2400">
                <a:solidFill>
                  <a:srgbClr val="333399"/>
                </a:solidFill>
                <a:latin typeface="Arial" panose="020B0604020202020204" pitchFamily="34" charset="0"/>
                <a:ea typeface="宋体" panose="02010600030101010101" pitchFamily="2" charset="-122"/>
              </a:rPr>
              <a:t>交换结构</a:t>
            </a:r>
          </a:p>
        </p:txBody>
      </p:sp>
      <p:sp>
        <p:nvSpPr>
          <p:cNvPr id="31780" name="Text Box 36"/>
          <p:cNvSpPr txBox="1">
            <a:spLocks noChangeArrowheads="1"/>
          </p:cNvSpPr>
          <p:nvPr/>
        </p:nvSpPr>
        <p:spPr bwMode="auto">
          <a:xfrm>
            <a:off x="920750" y="5140325"/>
            <a:ext cx="1200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500">
                <a:solidFill>
                  <a:schemeClr val="bg1"/>
                </a:solidFill>
                <a:latin typeface="黑体" panose="02010609060101010101" pitchFamily="49" charset="-122"/>
                <a:ea typeface="黑体" panose="02010609060101010101" pitchFamily="49" charset="-122"/>
              </a:defRPr>
            </a:lvl1pPr>
            <a:lvl2pPr marL="742950" indent="-285750">
              <a:defRPr sz="2500">
                <a:solidFill>
                  <a:schemeClr val="bg1"/>
                </a:solidFill>
                <a:latin typeface="黑体" panose="02010609060101010101" pitchFamily="49" charset="-122"/>
                <a:ea typeface="黑体" panose="02010609060101010101" pitchFamily="49" charset="-122"/>
              </a:defRPr>
            </a:lvl2pPr>
            <a:lvl3pPr marL="1143000" indent="-228600">
              <a:defRPr sz="2500">
                <a:solidFill>
                  <a:schemeClr val="bg1"/>
                </a:solidFill>
                <a:latin typeface="黑体" panose="02010609060101010101" pitchFamily="49" charset="-122"/>
                <a:ea typeface="黑体" panose="02010609060101010101" pitchFamily="49" charset="-122"/>
              </a:defRPr>
            </a:lvl3pPr>
            <a:lvl4pPr marL="1600200" indent="-228600">
              <a:defRPr sz="2500">
                <a:solidFill>
                  <a:schemeClr val="bg1"/>
                </a:solidFill>
                <a:latin typeface="黑体" panose="02010609060101010101" pitchFamily="49" charset="-122"/>
                <a:ea typeface="黑体" panose="02010609060101010101" pitchFamily="49" charset="-122"/>
              </a:defRPr>
            </a:lvl4pPr>
            <a:lvl5pPr marL="2057400" indent="-228600">
              <a:defRPr sz="2500">
                <a:solidFill>
                  <a:schemeClr val="bg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9pPr>
          </a:lstStyle>
          <a:p>
            <a:pPr algn="ctr" eaLnBrk="1" hangingPunct="1"/>
            <a:r>
              <a:rPr lang="zh-CN" altLang="en-US" sz="2000">
                <a:solidFill>
                  <a:srgbClr val="333399"/>
                </a:solidFill>
                <a:latin typeface="Arial" panose="020B0604020202020204" pitchFamily="34" charset="0"/>
                <a:ea typeface="宋体" panose="02010600030101010101" pitchFamily="2" charset="-122"/>
              </a:rPr>
              <a:t>输入端口</a:t>
            </a:r>
          </a:p>
        </p:txBody>
      </p:sp>
      <p:sp>
        <p:nvSpPr>
          <p:cNvPr id="31781" name="Text Box 37"/>
          <p:cNvSpPr txBox="1">
            <a:spLocks noChangeArrowheads="1"/>
          </p:cNvSpPr>
          <p:nvPr/>
        </p:nvSpPr>
        <p:spPr bwMode="auto">
          <a:xfrm>
            <a:off x="5948363" y="3621088"/>
            <a:ext cx="1200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500">
                <a:solidFill>
                  <a:schemeClr val="bg1"/>
                </a:solidFill>
                <a:latin typeface="黑体" panose="02010609060101010101" pitchFamily="49" charset="-122"/>
                <a:ea typeface="黑体" panose="02010609060101010101" pitchFamily="49" charset="-122"/>
              </a:defRPr>
            </a:lvl1pPr>
            <a:lvl2pPr marL="742950" indent="-285750">
              <a:defRPr sz="2500">
                <a:solidFill>
                  <a:schemeClr val="bg1"/>
                </a:solidFill>
                <a:latin typeface="黑体" panose="02010609060101010101" pitchFamily="49" charset="-122"/>
                <a:ea typeface="黑体" panose="02010609060101010101" pitchFamily="49" charset="-122"/>
              </a:defRPr>
            </a:lvl2pPr>
            <a:lvl3pPr marL="1143000" indent="-228600">
              <a:defRPr sz="2500">
                <a:solidFill>
                  <a:schemeClr val="bg1"/>
                </a:solidFill>
                <a:latin typeface="黑体" panose="02010609060101010101" pitchFamily="49" charset="-122"/>
                <a:ea typeface="黑体" panose="02010609060101010101" pitchFamily="49" charset="-122"/>
              </a:defRPr>
            </a:lvl3pPr>
            <a:lvl4pPr marL="1600200" indent="-228600">
              <a:defRPr sz="2500">
                <a:solidFill>
                  <a:schemeClr val="bg1"/>
                </a:solidFill>
                <a:latin typeface="黑体" panose="02010609060101010101" pitchFamily="49" charset="-122"/>
                <a:ea typeface="黑体" panose="02010609060101010101" pitchFamily="49" charset="-122"/>
              </a:defRPr>
            </a:lvl4pPr>
            <a:lvl5pPr marL="2057400" indent="-228600">
              <a:defRPr sz="2500">
                <a:solidFill>
                  <a:schemeClr val="bg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9pPr>
          </a:lstStyle>
          <a:p>
            <a:pPr algn="ctr" eaLnBrk="1" hangingPunct="1"/>
            <a:r>
              <a:rPr lang="zh-CN" altLang="en-US" sz="2000">
                <a:solidFill>
                  <a:srgbClr val="333399"/>
                </a:solidFill>
                <a:latin typeface="Arial" panose="020B0604020202020204" pitchFamily="34" charset="0"/>
                <a:ea typeface="宋体" panose="02010600030101010101" pitchFamily="2" charset="-122"/>
              </a:rPr>
              <a:t>输出端口</a:t>
            </a:r>
          </a:p>
        </p:txBody>
      </p:sp>
      <p:sp>
        <p:nvSpPr>
          <p:cNvPr id="31782" name="Line 38"/>
          <p:cNvSpPr>
            <a:spLocks noChangeShapeType="1"/>
          </p:cNvSpPr>
          <p:nvPr/>
        </p:nvSpPr>
        <p:spPr bwMode="auto">
          <a:xfrm>
            <a:off x="149225" y="3667125"/>
            <a:ext cx="8910638" cy="12700"/>
          </a:xfrm>
          <a:prstGeom prst="line">
            <a:avLst/>
          </a:prstGeom>
          <a:noFill/>
          <a:ln w="28575">
            <a:solidFill>
              <a:srgbClr val="333399"/>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783" name="Line 39"/>
          <p:cNvSpPr>
            <a:spLocks noChangeShapeType="1"/>
          </p:cNvSpPr>
          <p:nvPr/>
        </p:nvSpPr>
        <p:spPr bwMode="auto">
          <a:xfrm>
            <a:off x="8159750" y="3679825"/>
            <a:ext cx="0" cy="2641600"/>
          </a:xfrm>
          <a:prstGeom prst="line">
            <a:avLst/>
          </a:prstGeom>
          <a:noFill/>
          <a:ln w="28575">
            <a:solidFill>
              <a:srgbClr val="333399"/>
            </a:solidFill>
            <a:round/>
            <a:headEnd type="triangle" w="med" len="lg"/>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31784" name="Text Box 40"/>
          <p:cNvSpPr txBox="1">
            <a:spLocks noChangeArrowheads="1"/>
          </p:cNvSpPr>
          <p:nvPr/>
        </p:nvSpPr>
        <p:spPr bwMode="auto">
          <a:xfrm>
            <a:off x="7726363" y="4887913"/>
            <a:ext cx="800100" cy="75723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500">
                <a:solidFill>
                  <a:schemeClr val="bg1"/>
                </a:solidFill>
                <a:latin typeface="黑体" panose="02010609060101010101" pitchFamily="49" charset="-122"/>
                <a:ea typeface="黑体" panose="02010609060101010101" pitchFamily="49" charset="-122"/>
              </a:defRPr>
            </a:lvl1pPr>
            <a:lvl2pPr marL="742950" indent="-285750">
              <a:defRPr sz="2500">
                <a:solidFill>
                  <a:schemeClr val="bg1"/>
                </a:solidFill>
                <a:latin typeface="黑体" panose="02010609060101010101" pitchFamily="49" charset="-122"/>
                <a:ea typeface="黑体" panose="02010609060101010101" pitchFamily="49" charset="-122"/>
              </a:defRPr>
            </a:lvl2pPr>
            <a:lvl3pPr marL="1143000" indent="-228600">
              <a:defRPr sz="2500">
                <a:solidFill>
                  <a:schemeClr val="bg1"/>
                </a:solidFill>
                <a:latin typeface="黑体" panose="02010609060101010101" pitchFamily="49" charset="-122"/>
                <a:ea typeface="黑体" panose="02010609060101010101" pitchFamily="49" charset="-122"/>
              </a:defRPr>
            </a:lvl3pPr>
            <a:lvl4pPr marL="1600200" indent="-228600">
              <a:defRPr sz="2500">
                <a:solidFill>
                  <a:schemeClr val="bg1"/>
                </a:solidFill>
                <a:latin typeface="黑体" panose="02010609060101010101" pitchFamily="49" charset="-122"/>
                <a:ea typeface="黑体" panose="02010609060101010101" pitchFamily="49" charset="-122"/>
              </a:defRPr>
            </a:lvl4pPr>
            <a:lvl5pPr marL="2057400" indent="-228600">
              <a:defRPr sz="2500">
                <a:solidFill>
                  <a:schemeClr val="bg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9pPr>
          </a:lstStyle>
          <a:p>
            <a:pPr algn="ctr" eaLnBrk="1" hangingPunct="1">
              <a:lnSpc>
                <a:spcPct val="90000"/>
              </a:lnSpc>
            </a:pPr>
            <a:r>
              <a:rPr lang="zh-CN" altLang="en-US" sz="2400">
                <a:solidFill>
                  <a:srgbClr val="333399"/>
                </a:solidFill>
              </a:rPr>
              <a:t>分组</a:t>
            </a:r>
          </a:p>
          <a:p>
            <a:pPr algn="ctr" eaLnBrk="1" hangingPunct="1">
              <a:lnSpc>
                <a:spcPct val="90000"/>
              </a:lnSpc>
            </a:pPr>
            <a:r>
              <a:rPr lang="zh-CN" altLang="en-US" sz="2400">
                <a:solidFill>
                  <a:srgbClr val="333399"/>
                </a:solidFill>
              </a:rPr>
              <a:t>转发</a:t>
            </a:r>
          </a:p>
        </p:txBody>
      </p:sp>
      <p:sp>
        <p:nvSpPr>
          <p:cNvPr id="31785" name="Rectangle 41"/>
          <p:cNvSpPr>
            <a:spLocks noChangeArrowheads="1"/>
          </p:cNvSpPr>
          <p:nvPr/>
        </p:nvSpPr>
        <p:spPr bwMode="auto">
          <a:xfrm>
            <a:off x="3086100" y="4208463"/>
            <a:ext cx="1779588" cy="1385887"/>
          </a:xfrm>
          <a:prstGeom prst="rect">
            <a:avLst/>
          </a:prstGeom>
          <a:solidFill>
            <a:srgbClr val="FFCCFF"/>
          </a:solidFill>
          <a:ln w="9525">
            <a:solidFill>
              <a:schemeClr val="tx1"/>
            </a:solidFill>
            <a:miter lim="800000"/>
            <a:headEnd/>
            <a:tailEnd/>
          </a:ln>
        </p:spPr>
        <p:txBody>
          <a:bodyPr wrap="none" anchor="ctr"/>
          <a:lstStyle>
            <a:lvl1pPr>
              <a:defRPr sz="2500">
                <a:solidFill>
                  <a:schemeClr val="bg1"/>
                </a:solidFill>
                <a:latin typeface="黑体" panose="02010609060101010101" pitchFamily="49" charset="-122"/>
                <a:ea typeface="黑体" panose="02010609060101010101" pitchFamily="49" charset="-122"/>
              </a:defRPr>
            </a:lvl1pPr>
            <a:lvl2pPr marL="742950" indent="-285750">
              <a:defRPr sz="2500">
                <a:solidFill>
                  <a:schemeClr val="bg1"/>
                </a:solidFill>
                <a:latin typeface="黑体" panose="02010609060101010101" pitchFamily="49" charset="-122"/>
                <a:ea typeface="黑体" panose="02010609060101010101" pitchFamily="49" charset="-122"/>
              </a:defRPr>
            </a:lvl2pPr>
            <a:lvl3pPr marL="1143000" indent="-228600">
              <a:defRPr sz="2500">
                <a:solidFill>
                  <a:schemeClr val="bg1"/>
                </a:solidFill>
                <a:latin typeface="黑体" panose="02010609060101010101" pitchFamily="49" charset="-122"/>
                <a:ea typeface="黑体" panose="02010609060101010101" pitchFamily="49" charset="-122"/>
              </a:defRPr>
            </a:lvl3pPr>
            <a:lvl4pPr marL="1600200" indent="-228600">
              <a:defRPr sz="2500">
                <a:solidFill>
                  <a:schemeClr val="bg1"/>
                </a:solidFill>
                <a:latin typeface="黑体" panose="02010609060101010101" pitchFamily="49" charset="-122"/>
                <a:ea typeface="黑体" panose="02010609060101010101" pitchFamily="49" charset="-122"/>
              </a:defRPr>
            </a:lvl4pPr>
            <a:lvl5pPr marL="2057400" indent="-228600">
              <a:defRPr sz="2500">
                <a:solidFill>
                  <a:schemeClr val="bg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9pPr>
          </a:lstStyle>
          <a:p>
            <a:pPr algn="ctr" eaLnBrk="1" hangingPunct="1"/>
            <a:endParaRPr lang="zh-CN" altLang="en-US"/>
          </a:p>
        </p:txBody>
      </p:sp>
      <p:sp>
        <p:nvSpPr>
          <p:cNvPr id="31786" name="Text Box 43"/>
          <p:cNvSpPr txBox="1">
            <a:spLocks noChangeArrowheads="1"/>
          </p:cNvSpPr>
          <p:nvPr/>
        </p:nvSpPr>
        <p:spPr bwMode="auto">
          <a:xfrm>
            <a:off x="3376613" y="4510088"/>
            <a:ext cx="1200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500">
                <a:solidFill>
                  <a:schemeClr val="bg1"/>
                </a:solidFill>
                <a:latin typeface="黑体" panose="02010609060101010101" pitchFamily="49" charset="-122"/>
                <a:ea typeface="黑体" panose="02010609060101010101" pitchFamily="49" charset="-122"/>
              </a:defRPr>
            </a:lvl1pPr>
            <a:lvl2pPr marL="742950" indent="-285750">
              <a:defRPr sz="2500">
                <a:solidFill>
                  <a:schemeClr val="bg1"/>
                </a:solidFill>
                <a:latin typeface="黑体" panose="02010609060101010101" pitchFamily="49" charset="-122"/>
                <a:ea typeface="黑体" panose="02010609060101010101" pitchFamily="49" charset="-122"/>
              </a:defRPr>
            </a:lvl2pPr>
            <a:lvl3pPr marL="1143000" indent="-228600">
              <a:defRPr sz="2500">
                <a:solidFill>
                  <a:schemeClr val="bg1"/>
                </a:solidFill>
                <a:latin typeface="黑体" panose="02010609060101010101" pitchFamily="49" charset="-122"/>
                <a:ea typeface="黑体" panose="02010609060101010101" pitchFamily="49" charset="-122"/>
              </a:defRPr>
            </a:lvl3pPr>
            <a:lvl4pPr marL="1600200" indent="-228600">
              <a:defRPr sz="2500">
                <a:solidFill>
                  <a:schemeClr val="bg1"/>
                </a:solidFill>
                <a:latin typeface="黑体" panose="02010609060101010101" pitchFamily="49" charset="-122"/>
                <a:ea typeface="黑体" panose="02010609060101010101" pitchFamily="49" charset="-122"/>
              </a:defRPr>
            </a:lvl4pPr>
            <a:lvl5pPr marL="2057400" indent="-228600">
              <a:defRPr sz="2500">
                <a:solidFill>
                  <a:schemeClr val="bg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9pPr>
          </a:lstStyle>
          <a:p>
            <a:pPr algn="ctr" eaLnBrk="1" hangingPunct="1"/>
            <a:r>
              <a:rPr lang="zh-CN" altLang="en-US" sz="2000">
                <a:solidFill>
                  <a:srgbClr val="333399"/>
                </a:solidFill>
                <a:latin typeface="Arial" panose="020B0604020202020204" pitchFamily="34" charset="0"/>
                <a:ea typeface="宋体" panose="02010600030101010101" pitchFamily="2" charset="-122"/>
              </a:rPr>
              <a:t>分组处理</a:t>
            </a:r>
          </a:p>
        </p:txBody>
      </p:sp>
      <p:sp>
        <p:nvSpPr>
          <p:cNvPr id="31787" name="Text Box 44"/>
          <p:cNvSpPr txBox="1">
            <a:spLocks noChangeArrowheads="1"/>
          </p:cNvSpPr>
          <p:nvPr/>
        </p:nvSpPr>
        <p:spPr bwMode="auto">
          <a:xfrm>
            <a:off x="5948363" y="5140325"/>
            <a:ext cx="1200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500">
                <a:solidFill>
                  <a:schemeClr val="bg1"/>
                </a:solidFill>
                <a:latin typeface="黑体" panose="02010609060101010101" pitchFamily="49" charset="-122"/>
                <a:ea typeface="黑体" panose="02010609060101010101" pitchFamily="49" charset="-122"/>
              </a:defRPr>
            </a:lvl1pPr>
            <a:lvl2pPr marL="742950" indent="-285750">
              <a:defRPr sz="2500">
                <a:solidFill>
                  <a:schemeClr val="bg1"/>
                </a:solidFill>
                <a:latin typeface="黑体" panose="02010609060101010101" pitchFamily="49" charset="-122"/>
                <a:ea typeface="黑体" panose="02010609060101010101" pitchFamily="49" charset="-122"/>
              </a:defRPr>
            </a:lvl2pPr>
            <a:lvl3pPr marL="1143000" indent="-228600">
              <a:defRPr sz="2500">
                <a:solidFill>
                  <a:schemeClr val="bg1"/>
                </a:solidFill>
                <a:latin typeface="黑体" panose="02010609060101010101" pitchFamily="49" charset="-122"/>
                <a:ea typeface="黑体" panose="02010609060101010101" pitchFamily="49" charset="-122"/>
              </a:defRPr>
            </a:lvl3pPr>
            <a:lvl4pPr marL="1600200" indent="-228600">
              <a:defRPr sz="2500">
                <a:solidFill>
                  <a:schemeClr val="bg1"/>
                </a:solidFill>
                <a:latin typeface="黑体" panose="02010609060101010101" pitchFamily="49" charset="-122"/>
                <a:ea typeface="黑体" panose="02010609060101010101" pitchFamily="49" charset="-122"/>
              </a:defRPr>
            </a:lvl4pPr>
            <a:lvl5pPr marL="2057400" indent="-228600">
              <a:defRPr sz="2500">
                <a:solidFill>
                  <a:schemeClr val="bg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9pPr>
          </a:lstStyle>
          <a:p>
            <a:pPr algn="ctr" eaLnBrk="1" hangingPunct="1"/>
            <a:r>
              <a:rPr lang="zh-CN" altLang="en-US" sz="2000">
                <a:solidFill>
                  <a:srgbClr val="333399"/>
                </a:solidFill>
                <a:latin typeface="Arial" panose="020B0604020202020204" pitchFamily="34" charset="0"/>
                <a:ea typeface="宋体" panose="02010600030101010101" pitchFamily="2" charset="-122"/>
              </a:rPr>
              <a:t>输出端口</a:t>
            </a:r>
          </a:p>
        </p:txBody>
      </p:sp>
      <p:sp>
        <p:nvSpPr>
          <p:cNvPr id="31788" name="Text Box 45"/>
          <p:cNvSpPr txBox="1">
            <a:spLocks noChangeArrowheads="1"/>
          </p:cNvSpPr>
          <p:nvPr/>
        </p:nvSpPr>
        <p:spPr bwMode="auto">
          <a:xfrm rot="5400000">
            <a:off x="1411288" y="4824413"/>
            <a:ext cx="4413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500">
                <a:solidFill>
                  <a:schemeClr val="bg1"/>
                </a:solidFill>
                <a:latin typeface="黑体" panose="02010609060101010101" pitchFamily="49" charset="-122"/>
                <a:ea typeface="黑体" panose="02010609060101010101" pitchFamily="49" charset="-122"/>
              </a:defRPr>
            </a:lvl1pPr>
            <a:lvl2pPr marL="742950" indent="-285750">
              <a:defRPr sz="2500">
                <a:solidFill>
                  <a:schemeClr val="bg1"/>
                </a:solidFill>
                <a:latin typeface="黑体" panose="02010609060101010101" pitchFamily="49" charset="-122"/>
                <a:ea typeface="黑体" panose="02010609060101010101" pitchFamily="49" charset="-122"/>
              </a:defRPr>
            </a:lvl2pPr>
            <a:lvl3pPr marL="1143000" indent="-228600">
              <a:defRPr sz="2500">
                <a:solidFill>
                  <a:schemeClr val="bg1"/>
                </a:solidFill>
                <a:latin typeface="黑体" panose="02010609060101010101" pitchFamily="49" charset="-122"/>
                <a:ea typeface="黑体" panose="02010609060101010101" pitchFamily="49" charset="-122"/>
              </a:defRPr>
            </a:lvl3pPr>
            <a:lvl4pPr marL="1600200" indent="-228600">
              <a:defRPr sz="2500">
                <a:solidFill>
                  <a:schemeClr val="bg1"/>
                </a:solidFill>
                <a:latin typeface="黑体" panose="02010609060101010101" pitchFamily="49" charset="-122"/>
                <a:ea typeface="黑体" panose="02010609060101010101" pitchFamily="49" charset="-122"/>
              </a:defRPr>
            </a:lvl4pPr>
            <a:lvl5pPr marL="2057400" indent="-228600">
              <a:defRPr sz="2500">
                <a:solidFill>
                  <a:schemeClr val="bg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9pPr>
          </a:lstStyle>
          <a:p>
            <a:pPr algn="ctr" eaLnBrk="1" hangingPunct="1"/>
            <a:r>
              <a:rPr lang="en-US" altLang="zh-CN" sz="2000" b="1">
                <a:solidFill>
                  <a:srgbClr val="333399"/>
                </a:solidFill>
                <a:latin typeface="Arial" panose="020B0604020202020204" pitchFamily="34" charset="0"/>
                <a:ea typeface="宋体" panose="02010600030101010101" pitchFamily="2" charset="-122"/>
              </a:rPr>
              <a:t>…</a:t>
            </a:r>
          </a:p>
        </p:txBody>
      </p:sp>
      <p:sp>
        <p:nvSpPr>
          <p:cNvPr id="31789" name="Text Box 46"/>
          <p:cNvSpPr txBox="1">
            <a:spLocks noChangeArrowheads="1"/>
          </p:cNvSpPr>
          <p:nvPr/>
        </p:nvSpPr>
        <p:spPr bwMode="auto">
          <a:xfrm rot="5400000">
            <a:off x="6415088" y="4824413"/>
            <a:ext cx="4413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500">
                <a:solidFill>
                  <a:schemeClr val="bg1"/>
                </a:solidFill>
                <a:latin typeface="黑体" panose="02010609060101010101" pitchFamily="49" charset="-122"/>
                <a:ea typeface="黑体" panose="02010609060101010101" pitchFamily="49" charset="-122"/>
              </a:defRPr>
            </a:lvl1pPr>
            <a:lvl2pPr marL="742950" indent="-285750">
              <a:defRPr sz="2500">
                <a:solidFill>
                  <a:schemeClr val="bg1"/>
                </a:solidFill>
                <a:latin typeface="黑体" panose="02010609060101010101" pitchFamily="49" charset="-122"/>
                <a:ea typeface="黑体" panose="02010609060101010101" pitchFamily="49" charset="-122"/>
              </a:defRPr>
            </a:lvl2pPr>
            <a:lvl3pPr marL="1143000" indent="-228600">
              <a:defRPr sz="2500">
                <a:solidFill>
                  <a:schemeClr val="bg1"/>
                </a:solidFill>
                <a:latin typeface="黑体" panose="02010609060101010101" pitchFamily="49" charset="-122"/>
                <a:ea typeface="黑体" panose="02010609060101010101" pitchFamily="49" charset="-122"/>
              </a:defRPr>
            </a:lvl3pPr>
            <a:lvl4pPr marL="1600200" indent="-228600">
              <a:defRPr sz="2500">
                <a:solidFill>
                  <a:schemeClr val="bg1"/>
                </a:solidFill>
                <a:latin typeface="黑体" panose="02010609060101010101" pitchFamily="49" charset="-122"/>
                <a:ea typeface="黑体" panose="02010609060101010101" pitchFamily="49" charset="-122"/>
              </a:defRPr>
            </a:lvl4pPr>
            <a:lvl5pPr marL="2057400" indent="-228600">
              <a:defRPr sz="2500">
                <a:solidFill>
                  <a:schemeClr val="bg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9pPr>
          </a:lstStyle>
          <a:p>
            <a:pPr algn="ctr" eaLnBrk="1" hangingPunct="1"/>
            <a:r>
              <a:rPr lang="en-US" altLang="zh-CN" sz="2000" b="1">
                <a:solidFill>
                  <a:srgbClr val="333399"/>
                </a:solidFill>
                <a:latin typeface="Arial" panose="020B0604020202020204" pitchFamily="34" charset="0"/>
                <a:ea typeface="宋体" panose="02010600030101010101" pitchFamily="2" charset="-122"/>
              </a:rPr>
              <a:t>…</a:t>
            </a:r>
          </a:p>
        </p:txBody>
      </p:sp>
      <p:sp>
        <p:nvSpPr>
          <p:cNvPr id="31790" name="Line 47"/>
          <p:cNvSpPr>
            <a:spLocks noChangeShapeType="1"/>
          </p:cNvSpPr>
          <p:nvPr/>
        </p:nvSpPr>
        <p:spPr bwMode="auto">
          <a:xfrm>
            <a:off x="2463800" y="4524375"/>
            <a:ext cx="592138" cy="277813"/>
          </a:xfrm>
          <a:prstGeom prst="line">
            <a:avLst/>
          </a:prstGeom>
          <a:noFill/>
          <a:ln w="28575">
            <a:solidFill>
              <a:srgbClr val="333399"/>
            </a:solidFill>
            <a:prstDash val="dash"/>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31791" name="Line 48"/>
          <p:cNvSpPr>
            <a:spLocks noChangeShapeType="1"/>
          </p:cNvSpPr>
          <p:nvPr/>
        </p:nvSpPr>
        <p:spPr bwMode="auto">
          <a:xfrm flipV="1">
            <a:off x="2435225" y="5300663"/>
            <a:ext cx="650875" cy="492125"/>
          </a:xfrm>
          <a:prstGeom prst="line">
            <a:avLst/>
          </a:prstGeom>
          <a:noFill/>
          <a:ln w="28575">
            <a:solidFill>
              <a:srgbClr val="333399"/>
            </a:solidFill>
            <a:prstDash val="dash"/>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31792" name="Rectangle 49"/>
          <p:cNvSpPr>
            <a:spLocks noChangeArrowheads="1"/>
          </p:cNvSpPr>
          <p:nvPr/>
        </p:nvSpPr>
        <p:spPr bwMode="auto">
          <a:xfrm>
            <a:off x="7027863" y="4241800"/>
            <a:ext cx="463550" cy="282575"/>
          </a:xfrm>
          <a:prstGeom prst="rect">
            <a:avLst/>
          </a:prstGeom>
          <a:solidFill>
            <a:srgbClr val="FFFF99"/>
          </a:solidFill>
          <a:ln w="19050">
            <a:solidFill>
              <a:schemeClr val="tx1"/>
            </a:solidFill>
            <a:miter lim="800000"/>
            <a:headEnd/>
            <a:tailEnd/>
          </a:ln>
          <a:effectLst>
            <a:outerShdw dist="35921" dir="2700000" algn="ctr" rotWithShape="0">
              <a:schemeClr val="bg2"/>
            </a:outerShdw>
          </a:effectLst>
        </p:spPr>
        <p:txBody>
          <a:bodyPr wrap="none" anchor="ctr"/>
          <a:lstStyle>
            <a:lvl1pPr>
              <a:defRPr sz="2500">
                <a:solidFill>
                  <a:schemeClr val="bg1"/>
                </a:solidFill>
                <a:latin typeface="黑体" panose="02010609060101010101" pitchFamily="49" charset="-122"/>
                <a:ea typeface="黑体" panose="02010609060101010101" pitchFamily="49" charset="-122"/>
              </a:defRPr>
            </a:lvl1pPr>
            <a:lvl2pPr marL="742950" indent="-285750">
              <a:defRPr sz="2500">
                <a:solidFill>
                  <a:schemeClr val="bg1"/>
                </a:solidFill>
                <a:latin typeface="黑体" panose="02010609060101010101" pitchFamily="49" charset="-122"/>
                <a:ea typeface="黑体" panose="02010609060101010101" pitchFamily="49" charset="-122"/>
              </a:defRPr>
            </a:lvl2pPr>
            <a:lvl3pPr marL="1143000" indent="-228600">
              <a:defRPr sz="2500">
                <a:solidFill>
                  <a:schemeClr val="bg1"/>
                </a:solidFill>
                <a:latin typeface="黑体" panose="02010609060101010101" pitchFamily="49" charset="-122"/>
                <a:ea typeface="黑体" panose="02010609060101010101" pitchFamily="49" charset="-122"/>
              </a:defRPr>
            </a:lvl3pPr>
            <a:lvl4pPr marL="1600200" indent="-228600">
              <a:defRPr sz="2500">
                <a:solidFill>
                  <a:schemeClr val="bg1"/>
                </a:solidFill>
                <a:latin typeface="黑体" panose="02010609060101010101" pitchFamily="49" charset="-122"/>
                <a:ea typeface="黑体" panose="02010609060101010101" pitchFamily="49" charset="-122"/>
              </a:defRPr>
            </a:lvl4pPr>
            <a:lvl5pPr marL="2057400" indent="-228600">
              <a:defRPr sz="2500">
                <a:solidFill>
                  <a:schemeClr val="bg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9pPr>
          </a:lstStyle>
          <a:p>
            <a:pPr algn="ctr" eaLnBrk="1" hangingPunct="1"/>
            <a:r>
              <a:rPr lang="en-US" altLang="zh-CN" sz="2000">
                <a:solidFill>
                  <a:srgbClr val="333399"/>
                </a:solidFill>
              </a:rPr>
              <a:t>1</a:t>
            </a:r>
          </a:p>
        </p:txBody>
      </p:sp>
      <p:sp>
        <p:nvSpPr>
          <p:cNvPr id="31793" name="Rectangle 50"/>
          <p:cNvSpPr>
            <a:spLocks noChangeArrowheads="1"/>
          </p:cNvSpPr>
          <p:nvPr/>
        </p:nvSpPr>
        <p:spPr bwMode="auto">
          <a:xfrm>
            <a:off x="7051675" y="5800725"/>
            <a:ext cx="463550" cy="285750"/>
          </a:xfrm>
          <a:prstGeom prst="rect">
            <a:avLst/>
          </a:prstGeom>
          <a:solidFill>
            <a:srgbClr val="FFFF99"/>
          </a:solidFill>
          <a:ln w="19050">
            <a:solidFill>
              <a:schemeClr val="tx1"/>
            </a:solidFill>
            <a:miter lim="800000"/>
            <a:headEnd/>
            <a:tailEnd/>
          </a:ln>
          <a:effectLst>
            <a:outerShdw dist="35921" dir="2700000" algn="ctr" rotWithShape="0">
              <a:schemeClr val="bg2"/>
            </a:outerShdw>
          </a:effectLst>
        </p:spPr>
        <p:txBody>
          <a:bodyPr wrap="none" anchor="ctr"/>
          <a:lstStyle>
            <a:lvl1pPr>
              <a:defRPr sz="2500">
                <a:solidFill>
                  <a:schemeClr val="bg1"/>
                </a:solidFill>
                <a:latin typeface="黑体" panose="02010609060101010101" pitchFamily="49" charset="-122"/>
                <a:ea typeface="黑体" panose="02010609060101010101" pitchFamily="49" charset="-122"/>
              </a:defRPr>
            </a:lvl1pPr>
            <a:lvl2pPr marL="742950" indent="-285750">
              <a:defRPr sz="2500">
                <a:solidFill>
                  <a:schemeClr val="bg1"/>
                </a:solidFill>
                <a:latin typeface="黑体" panose="02010609060101010101" pitchFamily="49" charset="-122"/>
                <a:ea typeface="黑体" panose="02010609060101010101" pitchFamily="49" charset="-122"/>
              </a:defRPr>
            </a:lvl2pPr>
            <a:lvl3pPr marL="1143000" indent="-228600">
              <a:defRPr sz="2500">
                <a:solidFill>
                  <a:schemeClr val="bg1"/>
                </a:solidFill>
                <a:latin typeface="黑体" panose="02010609060101010101" pitchFamily="49" charset="-122"/>
                <a:ea typeface="黑体" panose="02010609060101010101" pitchFamily="49" charset="-122"/>
              </a:defRPr>
            </a:lvl3pPr>
            <a:lvl4pPr marL="1600200" indent="-228600">
              <a:defRPr sz="2500">
                <a:solidFill>
                  <a:schemeClr val="bg1"/>
                </a:solidFill>
                <a:latin typeface="黑体" panose="02010609060101010101" pitchFamily="49" charset="-122"/>
                <a:ea typeface="黑体" panose="02010609060101010101" pitchFamily="49" charset="-122"/>
              </a:defRPr>
            </a:lvl4pPr>
            <a:lvl5pPr marL="2057400" indent="-228600">
              <a:defRPr sz="2500">
                <a:solidFill>
                  <a:schemeClr val="bg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9pPr>
          </a:lstStyle>
          <a:p>
            <a:pPr algn="ctr" eaLnBrk="1" hangingPunct="1"/>
            <a:r>
              <a:rPr lang="en-US" altLang="zh-CN" sz="2000">
                <a:solidFill>
                  <a:srgbClr val="333399"/>
                </a:solidFill>
              </a:rPr>
              <a:t>1</a:t>
            </a:r>
          </a:p>
        </p:txBody>
      </p:sp>
      <p:sp>
        <p:nvSpPr>
          <p:cNvPr id="31794" name="Rectangle 51"/>
          <p:cNvSpPr>
            <a:spLocks noChangeArrowheads="1"/>
          </p:cNvSpPr>
          <p:nvPr/>
        </p:nvSpPr>
        <p:spPr bwMode="auto">
          <a:xfrm>
            <a:off x="530225" y="5800725"/>
            <a:ext cx="463550" cy="285750"/>
          </a:xfrm>
          <a:prstGeom prst="rect">
            <a:avLst/>
          </a:prstGeom>
          <a:solidFill>
            <a:srgbClr val="FFFF99"/>
          </a:solidFill>
          <a:ln w="19050">
            <a:solidFill>
              <a:schemeClr val="tx1"/>
            </a:solidFill>
            <a:miter lim="800000"/>
            <a:headEnd/>
            <a:tailEnd/>
          </a:ln>
          <a:effectLst>
            <a:outerShdw dist="35921" dir="2700000" algn="ctr" rotWithShape="0">
              <a:schemeClr val="bg2"/>
            </a:outerShdw>
          </a:effectLst>
        </p:spPr>
        <p:txBody>
          <a:bodyPr wrap="none" anchor="ctr"/>
          <a:lstStyle>
            <a:lvl1pPr>
              <a:defRPr sz="2500">
                <a:solidFill>
                  <a:schemeClr val="bg1"/>
                </a:solidFill>
                <a:latin typeface="黑体" panose="02010609060101010101" pitchFamily="49" charset="-122"/>
                <a:ea typeface="黑体" panose="02010609060101010101" pitchFamily="49" charset="-122"/>
              </a:defRPr>
            </a:lvl1pPr>
            <a:lvl2pPr marL="742950" indent="-285750">
              <a:defRPr sz="2500">
                <a:solidFill>
                  <a:schemeClr val="bg1"/>
                </a:solidFill>
                <a:latin typeface="黑体" panose="02010609060101010101" pitchFamily="49" charset="-122"/>
                <a:ea typeface="黑体" panose="02010609060101010101" pitchFamily="49" charset="-122"/>
              </a:defRPr>
            </a:lvl2pPr>
            <a:lvl3pPr marL="1143000" indent="-228600">
              <a:defRPr sz="2500">
                <a:solidFill>
                  <a:schemeClr val="bg1"/>
                </a:solidFill>
                <a:latin typeface="黑体" panose="02010609060101010101" pitchFamily="49" charset="-122"/>
                <a:ea typeface="黑体" panose="02010609060101010101" pitchFamily="49" charset="-122"/>
              </a:defRPr>
            </a:lvl3pPr>
            <a:lvl4pPr marL="1600200" indent="-228600">
              <a:defRPr sz="2500">
                <a:solidFill>
                  <a:schemeClr val="bg1"/>
                </a:solidFill>
                <a:latin typeface="黑体" panose="02010609060101010101" pitchFamily="49" charset="-122"/>
                <a:ea typeface="黑体" panose="02010609060101010101" pitchFamily="49" charset="-122"/>
              </a:defRPr>
            </a:lvl4pPr>
            <a:lvl5pPr marL="2057400" indent="-228600">
              <a:defRPr sz="2500">
                <a:solidFill>
                  <a:schemeClr val="bg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9pPr>
          </a:lstStyle>
          <a:p>
            <a:pPr algn="ctr" eaLnBrk="1" hangingPunct="1"/>
            <a:r>
              <a:rPr lang="en-US" altLang="zh-CN" sz="2000">
                <a:solidFill>
                  <a:srgbClr val="333399"/>
                </a:solidFill>
              </a:rPr>
              <a:t>1</a:t>
            </a:r>
          </a:p>
        </p:txBody>
      </p:sp>
      <p:sp>
        <p:nvSpPr>
          <p:cNvPr id="31795" name="Rectangle 52"/>
          <p:cNvSpPr>
            <a:spLocks noChangeArrowheads="1"/>
          </p:cNvSpPr>
          <p:nvPr/>
        </p:nvSpPr>
        <p:spPr bwMode="auto">
          <a:xfrm flipH="1">
            <a:off x="5532438" y="4173538"/>
            <a:ext cx="463550" cy="395287"/>
          </a:xfrm>
          <a:prstGeom prst="rect">
            <a:avLst/>
          </a:prstGeom>
          <a:solidFill>
            <a:srgbClr val="FFFF99"/>
          </a:solidFill>
          <a:ln w="19050">
            <a:solidFill>
              <a:schemeClr val="tx1"/>
            </a:solidFill>
            <a:miter lim="800000"/>
            <a:headEnd/>
            <a:tailEnd/>
          </a:ln>
          <a:effectLst>
            <a:outerShdw dist="35921" dir="2700000" algn="ctr" rotWithShape="0">
              <a:schemeClr val="bg2"/>
            </a:outerShdw>
          </a:effectLst>
        </p:spPr>
        <p:txBody>
          <a:bodyPr wrap="none" anchor="ctr"/>
          <a:lstStyle>
            <a:lvl1pPr>
              <a:defRPr sz="2500">
                <a:solidFill>
                  <a:schemeClr val="bg1"/>
                </a:solidFill>
                <a:latin typeface="黑体" panose="02010609060101010101" pitchFamily="49" charset="-122"/>
                <a:ea typeface="黑体" panose="02010609060101010101" pitchFamily="49" charset="-122"/>
              </a:defRPr>
            </a:lvl1pPr>
            <a:lvl2pPr marL="742950" indent="-285750">
              <a:defRPr sz="2500">
                <a:solidFill>
                  <a:schemeClr val="bg1"/>
                </a:solidFill>
                <a:latin typeface="黑体" panose="02010609060101010101" pitchFamily="49" charset="-122"/>
                <a:ea typeface="黑体" panose="02010609060101010101" pitchFamily="49" charset="-122"/>
              </a:defRPr>
            </a:lvl2pPr>
            <a:lvl3pPr marL="1143000" indent="-228600">
              <a:defRPr sz="2500">
                <a:solidFill>
                  <a:schemeClr val="bg1"/>
                </a:solidFill>
                <a:latin typeface="黑体" panose="02010609060101010101" pitchFamily="49" charset="-122"/>
                <a:ea typeface="黑体" panose="02010609060101010101" pitchFamily="49" charset="-122"/>
              </a:defRPr>
            </a:lvl3pPr>
            <a:lvl4pPr marL="1600200" indent="-228600">
              <a:defRPr sz="2500">
                <a:solidFill>
                  <a:schemeClr val="bg1"/>
                </a:solidFill>
                <a:latin typeface="黑体" panose="02010609060101010101" pitchFamily="49" charset="-122"/>
                <a:ea typeface="黑体" panose="02010609060101010101" pitchFamily="49" charset="-122"/>
              </a:defRPr>
            </a:lvl4pPr>
            <a:lvl5pPr marL="2057400" indent="-228600">
              <a:defRPr sz="2500">
                <a:solidFill>
                  <a:schemeClr val="bg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9pPr>
          </a:lstStyle>
          <a:p>
            <a:pPr algn="ctr" eaLnBrk="1" hangingPunct="1"/>
            <a:r>
              <a:rPr lang="en-US" altLang="zh-CN" sz="2000">
                <a:solidFill>
                  <a:srgbClr val="333399"/>
                </a:solidFill>
              </a:rPr>
              <a:t>3</a:t>
            </a:r>
          </a:p>
        </p:txBody>
      </p:sp>
      <p:sp>
        <p:nvSpPr>
          <p:cNvPr id="31796" name="Rectangle 53"/>
          <p:cNvSpPr>
            <a:spLocks noChangeArrowheads="1"/>
          </p:cNvSpPr>
          <p:nvPr/>
        </p:nvSpPr>
        <p:spPr bwMode="auto">
          <a:xfrm flipH="1">
            <a:off x="5532438" y="5746750"/>
            <a:ext cx="463550" cy="396875"/>
          </a:xfrm>
          <a:prstGeom prst="rect">
            <a:avLst/>
          </a:prstGeom>
          <a:solidFill>
            <a:srgbClr val="FFFF99"/>
          </a:solidFill>
          <a:ln w="19050">
            <a:solidFill>
              <a:schemeClr val="tx1"/>
            </a:solidFill>
            <a:miter lim="800000"/>
            <a:headEnd/>
            <a:tailEnd/>
          </a:ln>
          <a:effectLst>
            <a:outerShdw dist="35921" dir="2700000" algn="ctr" rotWithShape="0">
              <a:schemeClr val="bg2"/>
            </a:outerShdw>
          </a:effectLst>
        </p:spPr>
        <p:txBody>
          <a:bodyPr wrap="none" anchor="ctr"/>
          <a:lstStyle>
            <a:lvl1pPr>
              <a:defRPr sz="2500">
                <a:solidFill>
                  <a:schemeClr val="bg1"/>
                </a:solidFill>
                <a:latin typeface="黑体" panose="02010609060101010101" pitchFamily="49" charset="-122"/>
                <a:ea typeface="黑体" panose="02010609060101010101" pitchFamily="49" charset="-122"/>
              </a:defRPr>
            </a:lvl1pPr>
            <a:lvl2pPr marL="742950" indent="-285750">
              <a:defRPr sz="2500">
                <a:solidFill>
                  <a:schemeClr val="bg1"/>
                </a:solidFill>
                <a:latin typeface="黑体" panose="02010609060101010101" pitchFamily="49" charset="-122"/>
                <a:ea typeface="黑体" panose="02010609060101010101" pitchFamily="49" charset="-122"/>
              </a:defRPr>
            </a:lvl2pPr>
            <a:lvl3pPr marL="1143000" indent="-228600">
              <a:defRPr sz="2500">
                <a:solidFill>
                  <a:schemeClr val="bg1"/>
                </a:solidFill>
                <a:latin typeface="黑体" panose="02010609060101010101" pitchFamily="49" charset="-122"/>
                <a:ea typeface="黑体" panose="02010609060101010101" pitchFamily="49" charset="-122"/>
              </a:defRPr>
            </a:lvl3pPr>
            <a:lvl4pPr marL="1600200" indent="-228600">
              <a:defRPr sz="2500">
                <a:solidFill>
                  <a:schemeClr val="bg1"/>
                </a:solidFill>
                <a:latin typeface="黑体" panose="02010609060101010101" pitchFamily="49" charset="-122"/>
                <a:ea typeface="黑体" panose="02010609060101010101" pitchFamily="49" charset="-122"/>
              </a:defRPr>
            </a:lvl4pPr>
            <a:lvl5pPr marL="2057400" indent="-228600">
              <a:defRPr sz="2500">
                <a:solidFill>
                  <a:schemeClr val="bg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9pPr>
          </a:lstStyle>
          <a:p>
            <a:pPr algn="ctr" eaLnBrk="1" hangingPunct="1"/>
            <a:r>
              <a:rPr lang="en-US" altLang="zh-CN" sz="2000">
                <a:solidFill>
                  <a:srgbClr val="333399"/>
                </a:solidFill>
              </a:rPr>
              <a:t>3</a:t>
            </a:r>
          </a:p>
        </p:txBody>
      </p:sp>
      <p:sp>
        <p:nvSpPr>
          <p:cNvPr id="31797" name="Rectangle 54"/>
          <p:cNvSpPr>
            <a:spLocks noChangeArrowheads="1"/>
          </p:cNvSpPr>
          <p:nvPr/>
        </p:nvSpPr>
        <p:spPr bwMode="auto">
          <a:xfrm>
            <a:off x="530225" y="4241800"/>
            <a:ext cx="463550" cy="282575"/>
          </a:xfrm>
          <a:prstGeom prst="rect">
            <a:avLst/>
          </a:prstGeom>
          <a:solidFill>
            <a:srgbClr val="FFFF99"/>
          </a:solidFill>
          <a:ln w="19050">
            <a:solidFill>
              <a:schemeClr val="tx1"/>
            </a:solidFill>
            <a:miter lim="800000"/>
            <a:headEnd/>
            <a:tailEnd/>
          </a:ln>
          <a:effectLst>
            <a:outerShdw dist="35921" dir="2700000" algn="ctr" rotWithShape="0">
              <a:schemeClr val="bg2"/>
            </a:outerShdw>
          </a:effectLst>
        </p:spPr>
        <p:txBody>
          <a:bodyPr wrap="none" anchor="ctr"/>
          <a:lstStyle>
            <a:lvl1pPr>
              <a:defRPr sz="2500">
                <a:solidFill>
                  <a:schemeClr val="bg1"/>
                </a:solidFill>
                <a:latin typeface="黑体" panose="02010609060101010101" pitchFamily="49" charset="-122"/>
                <a:ea typeface="黑体" panose="02010609060101010101" pitchFamily="49" charset="-122"/>
              </a:defRPr>
            </a:lvl1pPr>
            <a:lvl2pPr marL="742950" indent="-285750">
              <a:defRPr sz="2500">
                <a:solidFill>
                  <a:schemeClr val="bg1"/>
                </a:solidFill>
                <a:latin typeface="黑体" panose="02010609060101010101" pitchFamily="49" charset="-122"/>
                <a:ea typeface="黑体" panose="02010609060101010101" pitchFamily="49" charset="-122"/>
              </a:defRPr>
            </a:lvl2pPr>
            <a:lvl3pPr marL="1143000" indent="-228600">
              <a:defRPr sz="2500">
                <a:solidFill>
                  <a:schemeClr val="bg1"/>
                </a:solidFill>
                <a:latin typeface="黑体" panose="02010609060101010101" pitchFamily="49" charset="-122"/>
                <a:ea typeface="黑体" panose="02010609060101010101" pitchFamily="49" charset="-122"/>
              </a:defRPr>
            </a:lvl3pPr>
            <a:lvl4pPr marL="1600200" indent="-228600">
              <a:defRPr sz="2500">
                <a:solidFill>
                  <a:schemeClr val="bg1"/>
                </a:solidFill>
                <a:latin typeface="黑体" panose="02010609060101010101" pitchFamily="49" charset="-122"/>
                <a:ea typeface="黑体" panose="02010609060101010101" pitchFamily="49" charset="-122"/>
              </a:defRPr>
            </a:lvl4pPr>
            <a:lvl5pPr marL="2057400" indent="-228600">
              <a:defRPr sz="2500">
                <a:solidFill>
                  <a:schemeClr val="bg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9pPr>
          </a:lstStyle>
          <a:p>
            <a:pPr algn="ctr" eaLnBrk="1" hangingPunct="1"/>
            <a:r>
              <a:rPr lang="en-US" altLang="zh-CN" sz="2000">
                <a:solidFill>
                  <a:srgbClr val="333399"/>
                </a:solidFill>
              </a:rPr>
              <a:t>1</a:t>
            </a:r>
          </a:p>
        </p:txBody>
      </p:sp>
      <p:sp>
        <p:nvSpPr>
          <p:cNvPr id="31798" name="Rectangle 55"/>
          <p:cNvSpPr>
            <a:spLocks noChangeArrowheads="1"/>
          </p:cNvSpPr>
          <p:nvPr/>
        </p:nvSpPr>
        <p:spPr bwMode="auto">
          <a:xfrm>
            <a:off x="1266825" y="4208463"/>
            <a:ext cx="463550" cy="330200"/>
          </a:xfrm>
          <a:prstGeom prst="rect">
            <a:avLst/>
          </a:prstGeom>
          <a:solidFill>
            <a:srgbClr val="FFFF99"/>
          </a:solidFill>
          <a:ln w="19050">
            <a:solidFill>
              <a:schemeClr val="tx1"/>
            </a:solidFill>
            <a:miter lim="800000"/>
            <a:headEnd/>
            <a:tailEnd/>
          </a:ln>
          <a:effectLst>
            <a:outerShdw dist="35921" dir="2700000" algn="ctr" rotWithShape="0">
              <a:schemeClr val="bg2"/>
            </a:outerShdw>
          </a:effectLst>
        </p:spPr>
        <p:txBody>
          <a:bodyPr wrap="none" anchor="ctr"/>
          <a:lstStyle>
            <a:lvl1pPr>
              <a:defRPr sz="2500">
                <a:solidFill>
                  <a:schemeClr val="bg1"/>
                </a:solidFill>
                <a:latin typeface="黑体" panose="02010609060101010101" pitchFamily="49" charset="-122"/>
                <a:ea typeface="黑体" panose="02010609060101010101" pitchFamily="49" charset="-122"/>
              </a:defRPr>
            </a:lvl1pPr>
            <a:lvl2pPr marL="742950" indent="-285750">
              <a:defRPr sz="2500">
                <a:solidFill>
                  <a:schemeClr val="bg1"/>
                </a:solidFill>
                <a:latin typeface="黑体" panose="02010609060101010101" pitchFamily="49" charset="-122"/>
                <a:ea typeface="黑体" panose="02010609060101010101" pitchFamily="49" charset="-122"/>
              </a:defRPr>
            </a:lvl2pPr>
            <a:lvl3pPr marL="1143000" indent="-228600">
              <a:defRPr sz="2500">
                <a:solidFill>
                  <a:schemeClr val="bg1"/>
                </a:solidFill>
                <a:latin typeface="黑体" panose="02010609060101010101" pitchFamily="49" charset="-122"/>
                <a:ea typeface="黑体" panose="02010609060101010101" pitchFamily="49" charset="-122"/>
              </a:defRPr>
            </a:lvl3pPr>
            <a:lvl4pPr marL="1600200" indent="-228600">
              <a:defRPr sz="2500">
                <a:solidFill>
                  <a:schemeClr val="bg1"/>
                </a:solidFill>
                <a:latin typeface="黑体" panose="02010609060101010101" pitchFamily="49" charset="-122"/>
                <a:ea typeface="黑体" panose="02010609060101010101" pitchFamily="49" charset="-122"/>
              </a:defRPr>
            </a:lvl4pPr>
            <a:lvl5pPr marL="2057400" indent="-228600">
              <a:defRPr sz="2500">
                <a:solidFill>
                  <a:schemeClr val="bg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9pPr>
          </a:lstStyle>
          <a:p>
            <a:pPr algn="ctr" eaLnBrk="1" hangingPunct="1"/>
            <a:r>
              <a:rPr lang="en-US" altLang="zh-CN" sz="2000">
                <a:solidFill>
                  <a:srgbClr val="333399"/>
                </a:solidFill>
              </a:rPr>
              <a:t>2</a:t>
            </a:r>
          </a:p>
        </p:txBody>
      </p:sp>
      <p:sp>
        <p:nvSpPr>
          <p:cNvPr id="31799" name="Rectangle 56"/>
          <p:cNvSpPr>
            <a:spLocks noChangeArrowheads="1"/>
          </p:cNvSpPr>
          <p:nvPr/>
        </p:nvSpPr>
        <p:spPr bwMode="auto">
          <a:xfrm>
            <a:off x="1266825" y="5780088"/>
            <a:ext cx="463550" cy="330200"/>
          </a:xfrm>
          <a:prstGeom prst="rect">
            <a:avLst/>
          </a:prstGeom>
          <a:solidFill>
            <a:srgbClr val="FFFF99"/>
          </a:solidFill>
          <a:ln w="19050">
            <a:solidFill>
              <a:schemeClr val="tx1"/>
            </a:solidFill>
            <a:miter lim="800000"/>
            <a:headEnd/>
            <a:tailEnd/>
          </a:ln>
          <a:effectLst>
            <a:outerShdw dist="35921" dir="2700000" algn="ctr" rotWithShape="0">
              <a:schemeClr val="bg2"/>
            </a:outerShdw>
          </a:effectLst>
        </p:spPr>
        <p:txBody>
          <a:bodyPr wrap="none" anchor="ctr"/>
          <a:lstStyle>
            <a:lvl1pPr>
              <a:defRPr sz="2500">
                <a:solidFill>
                  <a:schemeClr val="bg1"/>
                </a:solidFill>
                <a:latin typeface="黑体" panose="02010609060101010101" pitchFamily="49" charset="-122"/>
                <a:ea typeface="黑体" panose="02010609060101010101" pitchFamily="49" charset="-122"/>
              </a:defRPr>
            </a:lvl1pPr>
            <a:lvl2pPr marL="742950" indent="-285750">
              <a:defRPr sz="2500">
                <a:solidFill>
                  <a:schemeClr val="bg1"/>
                </a:solidFill>
                <a:latin typeface="黑体" panose="02010609060101010101" pitchFamily="49" charset="-122"/>
                <a:ea typeface="黑体" panose="02010609060101010101" pitchFamily="49" charset="-122"/>
              </a:defRPr>
            </a:lvl2pPr>
            <a:lvl3pPr marL="1143000" indent="-228600">
              <a:defRPr sz="2500">
                <a:solidFill>
                  <a:schemeClr val="bg1"/>
                </a:solidFill>
                <a:latin typeface="黑体" panose="02010609060101010101" pitchFamily="49" charset="-122"/>
                <a:ea typeface="黑体" panose="02010609060101010101" pitchFamily="49" charset="-122"/>
              </a:defRPr>
            </a:lvl3pPr>
            <a:lvl4pPr marL="1600200" indent="-228600">
              <a:defRPr sz="2500">
                <a:solidFill>
                  <a:schemeClr val="bg1"/>
                </a:solidFill>
                <a:latin typeface="黑体" panose="02010609060101010101" pitchFamily="49" charset="-122"/>
                <a:ea typeface="黑体" panose="02010609060101010101" pitchFamily="49" charset="-122"/>
              </a:defRPr>
            </a:lvl4pPr>
            <a:lvl5pPr marL="2057400" indent="-228600">
              <a:defRPr sz="2500">
                <a:solidFill>
                  <a:schemeClr val="bg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9pPr>
          </a:lstStyle>
          <a:p>
            <a:pPr algn="ctr" eaLnBrk="1" hangingPunct="1"/>
            <a:r>
              <a:rPr lang="en-US" altLang="zh-CN" sz="2000">
                <a:solidFill>
                  <a:srgbClr val="333399"/>
                </a:solidFill>
              </a:rPr>
              <a:t>2</a:t>
            </a:r>
          </a:p>
        </p:txBody>
      </p:sp>
      <p:sp>
        <p:nvSpPr>
          <p:cNvPr id="31800" name="Rectangle 57"/>
          <p:cNvSpPr>
            <a:spLocks noChangeArrowheads="1"/>
          </p:cNvSpPr>
          <p:nvPr/>
        </p:nvSpPr>
        <p:spPr bwMode="auto">
          <a:xfrm flipH="1">
            <a:off x="6280150" y="4208463"/>
            <a:ext cx="463550" cy="330200"/>
          </a:xfrm>
          <a:prstGeom prst="rect">
            <a:avLst/>
          </a:prstGeom>
          <a:solidFill>
            <a:srgbClr val="FFFF99"/>
          </a:solidFill>
          <a:ln w="19050">
            <a:solidFill>
              <a:schemeClr val="tx1"/>
            </a:solidFill>
            <a:miter lim="800000"/>
            <a:headEnd/>
            <a:tailEnd/>
          </a:ln>
          <a:effectLst>
            <a:outerShdw dist="35921" dir="2700000" algn="ctr" rotWithShape="0">
              <a:schemeClr val="bg2"/>
            </a:outerShdw>
          </a:effectLst>
        </p:spPr>
        <p:txBody>
          <a:bodyPr wrap="none" anchor="ctr"/>
          <a:lstStyle>
            <a:lvl1pPr>
              <a:defRPr sz="2500">
                <a:solidFill>
                  <a:schemeClr val="bg1"/>
                </a:solidFill>
                <a:latin typeface="黑体" panose="02010609060101010101" pitchFamily="49" charset="-122"/>
                <a:ea typeface="黑体" panose="02010609060101010101" pitchFamily="49" charset="-122"/>
              </a:defRPr>
            </a:lvl1pPr>
            <a:lvl2pPr marL="742950" indent="-285750">
              <a:defRPr sz="2500">
                <a:solidFill>
                  <a:schemeClr val="bg1"/>
                </a:solidFill>
                <a:latin typeface="黑体" panose="02010609060101010101" pitchFamily="49" charset="-122"/>
                <a:ea typeface="黑体" panose="02010609060101010101" pitchFamily="49" charset="-122"/>
              </a:defRPr>
            </a:lvl2pPr>
            <a:lvl3pPr marL="1143000" indent="-228600">
              <a:defRPr sz="2500">
                <a:solidFill>
                  <a:schemeClr val="bg1"/>
                </a:solidFill>
                <a:latin typeface="黑体" panose="02010609060101010101" pitchFamily="49" charset="-122"/>
                <a:ea typeface="黑体" panose="02010609060101010101" pitchFamily="49" charset="-122"/>
              </a:defRPr>
            </a:lvl3pPr>
            <a:lvl4pPr marL="1600200" indent="-228600">
              <a:defRPr sz="2500">
                <a:solidFill>
                  <a:schemeClr val="bg1"/>
                </a:solidFill>
                <a:latin typeface="黑体" panose="02010609060101010101" pitchFamily="49" charset="-122"/>
                <a:ea typeface="黑体" panose="02010609060101010101" pitchFamily="49" charset="-122"/>
              </a:defRPr>
            </a:lvl4pPr>
            <a:lvl5pPr marL="2057400" indent="-228600">
              <a:defRPr sz="2500">
                <a:solidFill>
                  <a:schemeClr val="bg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9pPr>
          </a:lstStyle>
          <a:p>
            <a:pPr algn="ctr" eaLnBrk="1" hangingPunct="1"/>
            <a:r>
              <a:rPr lang="en-US" altLang="zh-CN" sz="2000">
                <a:solidFill>
                  <a:srgbClr val="333399"/>
                </a:solidFill>
              </a:rPr>
              <a:t>2</a:t>
            </a:r>
          </a:p>
        </p:txBody>
      </p:sp>
      <p:sp>
        <p:nvSpPr>
          <p:cNvPr id="31801" name="Rectangle 58"/>
          <p:cNvSpPr>
            <a:spLocks noChangeArrowheads="1"/>
          </p:cNvSpPr>
          <p:nvPr/>
        </p:nvSpPr>
        <p:spPr bwMode="auto">
          <a:xfrm flipH="1">
            <a:off x="6291263" y="5780088"/>
            <a:ext cx="463550" cy="330200"/>
          </a:xfrm>
          <a:prstGeom prst="rect">
            <a:avLst/>
          </a:prstGeom>
          <a:solidFill>
            <a:srgbClr val="FFFF99"/>
          </a:solidFill>
          <a:ln w="19050">
            <a:solidFill>
              <a:schemeClr val="tx1"/>
            </a:solidFill>
            <a:miter lim="800000"/>
            <a:headEnd/>
            <a:tailEnd/>
          </a:ln>
          <a:effectLst>
            <a:outerShdw dist="35921" dir="2700000" algn="ctr" rotWithShape="0">
              <a:schemeClr val="bg2"/>
            </a:outerShdw>
          </a:effectLst>
        </p:spPr>
        <p:txBody>
          <a:bodyPr wrap="none" anchor="ctr"/>
          <a:lstStyle>
            <a:lvl1pPr>
              <a:defRPr sz="2500">
                <a:solidFill>
                  <a:schemeClr val="bg1"/>
                </a:solidFill>
                <a:latin typeface="黑体" panose="02010609060101010101" pitchFamily="49" charset="-122"/>
                <a:ea typeface="黑体" panose="02010609060101010101" pitchFamily="49" charset="-122"/>
              </a:defRPr>
            </a:lvl1pPr>
            <a:lvl2pPr marL="742950" indent="-285750">
              <a:defRPr sz="2500">
                <a:solidFill>
                  <a:schemeClr val="bg1"/>
                </a:solidFill>
                <a:latin typeface="黑体" panose="02010609060101010101" pitchFamily="49" charset="-122"/>
                <a:ea typeface="黑体" panose="02010609060101010101" pitchFamily="49" charset="-122"/>
              </a:defRPr>
            </a:lvl2pPr>
            <a:lvl3pPr marL="1143000" indent="-228600">
              <a:defRPr sz="2500">
                <a:solidFill>
                  <a:schemeClr val="bg1"/>
                </a:solidFill>
                <a:latin typeface="黑体" panose="02010609060101010101" pitchFamily="49" charset="-122"/>
                <a:ea typeface="黑体" panose="02010609060101010101" pitchFamily="49" charset="-122"/>
              </a:defRPr>
            </a:lvl3pPr>
            <a:lvl4pPr marL="1600200" indent="-228600">
              <a:defRPr sz="2500">
                <a:solidFill>
                  <a:schemeClr val="bg1"/>
                </a:solidFill>
                <a:latin typeface="黑体" panose="02010609060101010101" pitchFamily="49" charset="-122"/>
                <a:ea typeface="黑体" panose="02010609060101010101" pitchFamily="49" charset="-122"/>
              </a:defRPr>
            </a:lvl4pPr>
            <a:lvl5pPr marL="2057400" indent="-228600">
              <a:defRPr sz="2500">
                <a:solidFill>
                  <a:schemeClr val="bg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9pPr>
          </a:lstStyle>
          <a:p>
            <a:pPr algn="ctr" eaLnBrk="1" hangingPunct="1"/>
            <a:r>
              <a:rPr lang="en-US" altLang="zh-CN" sz="2000">
                <a:solidFill>
                  <a:srgbClr val="333399"/>
                </a:solidFill>
              </a:rPr>
              <a:t>2</a:t>
            </a:r>
          </a:p>
        </p:txBody>
      </p:sp>
      <p:sp>
        <p:nvSpPr>
          <p:cNvPr id="31802" name="AutoShape 4"/>
          <p:cNvSpPr>
            <a:spLocks noChangeArrowheads="1"/>
          </p:cNvSpPr>
          <p:nvPr/>
        </p:nvSpPr>
        <p:spPr bwMode="auto">
          <a:xfrm>
            <a:off x="3744913" y="3297238"/>
            <a:ext cx="463550" cy="792162"/>
          </a:xfrm>
          <a:prstGeom prst="upDownArrow">
            <a:avLst>
              <a:gd name="adj1" fmla="val 50000"/>
              <a:gd name="adj2" fmla="val 34162"/>
            </a:avLst>
          </a:prstGeom>
          <a:solidFill>
            <a:srgbClr val="CC0099"/>
          </a:solidFill>
          <a:ln w="28575">
            <a:solidFill>
              <a:srgbClr val="CC0099"/>
            </a:solidFill>
            <a:miter lim="800000"/>
            <a:headEnd/>
            <a:tailEnd/>
          </a:ln>
        </p:spPr>
        <p:txBody>
          <a:bodyPr wrap="none" anchor="ctr"/>
          <a:lstStyle>
            <a:lvl1pPr>
              <a:defRPr sz="2500">
                <a:solidFill>
                  <a:schemeClr val="bg1"/>
                </a:solidFill>
                <a:latin typeface="黑体" panose="02010609060101010101" pitchFamily="49" charset="-122"/>
                <a:ea typeface="黑体" panose="02010609060101010101" pitchFamily="49" charset="-122"/>
              </a:defRPr>
            </a:lvl1pPr>
            <a:lvl2pPr marL="742950" indent="-285750">
              <a:defRPr sz="2500">
                <a:solidFill>
                  <a:schemeClr val="bg1"/>
                </a:solidFill>
                <a:latin typeface="黑体" panose="02010609060101010101" pitchFamily="49" charset="-122"/>
                <a:ea typeface="黑体" panose="02010609060101010101" pitchFamily="49" charset="-122"/>
              </a:defRPr>
            </a:lvl2pPr>
            <a:lvl3pPr marL="1143000" indent="-228600">
              <a:defRPr sz="2500">
                <a:solidFill>
                  <a:schemeClr val="bg1"/>
                </a:solidFill>
                <a:latin typeface="黑体" panose="02010609060101010101" pitchFamily="49" charset="-122"/>
                <a:ea typeface="黑体" panose="02010609060101010101" pitchFamily="49" charset="-122"/>
              </a:defRPr>
            </a:lvl3pPr>
            <a:lvl4pPr marL="1600200" indent="-228600">
              <a:defRPr sz="2500">
                <a:solidFill>
                  <a:schemeClr val="bg1"/>
                </a:solidFill>
                <a:latin typeface="黑体" panose="02010609060101010101" pitchFamily="49" charset="-122"/>
                <a:ea typeface="黑体" panose="02010609060101010101" pitchFamily="49" charset="-122"/>
              </a:defRPr>
            </a:lvl4pPr>
            <a:lvl5pPr marL="2057400" indent="-228600">
              <a:defRPr sz="2500">
                <a:solidFill>
                  <a:schemeClr val="bg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9pPr>
          </a:lstStyle>
          <a:p>
            <a:pPr algn="ctr" eaLnBrk="1" hangingPunct="1"/>
            <a:endParaRPr lang="zh-CN" altLang="en-US"/>
          </a:p>
        </p:txBody>
      </p:sp>
      <p:sp>
        <p:nvSpPr>
          <p:cNvPr id="31803" name="Text Box 43"/>
          <p:cNvSpPr txBox="1">
            <a:spLocks noChangeArrowheads="1"/>
          </p:cNvSpPr>
          <p:nvPr/>
        </p:nvSpPr>
        <p:spPr bwMode="auto">
          <a:xfrm>
            <a:off x="3498850" y="5000625"/>
            <a:ext cx="9540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500">
                <a:solidFill>
                  <a:schemeClr val="bg1"/>
                </a:solidFill>
                <a:latin typeface="黑体" panose="02010609060101010101" pitchFamily="49" charset="-122"/>
                <a:ea typeface="黑体" panose="02010609060101010101" pitchFamily="49" charset="-122"/>
              </a:defRPr>
            </a:lvl1pPr>
            <a:lvl2pPr marL="742950" indent="-285750">
              <a:defRPr sz="2500">
                <a:solidFill>
                  <a:schemeClr val="bg1"/>
                </a:solidFill>
                <a:latin typeface="黑体" panose="02010609060101010101" pitchFamily="49" charset="-122"/>
                <a:ea typeface="黑体" panose="02010609060101010101" pitchFamily="49" charset="-122"/>
              </a:defRPr>
            </a:lvl2pPr>
            <a:lvl3pPr marL="1143000" indent="-228600">
              <a:defRPr sz="2500">
                <a:solidFill>
                  <a:schemeClr val="bg1"/>
                </a:solidFill>
                <a:latin typeface="黑体" panose="02010609060101010101" pitchFamily="49" charset="-122"/>
                <a:ea typeface="黑体" panose="02010609060101010101" pitchFamily="49" charset="-122"/>
              </a:defRPr>
            </a:lvl3pPr>
            <a:lvl4pPr marL="1600200" indent="-228600">
              <a:defRPr sz="2500">
                <a:solidFill>
                  <a:schemeClr val="bg1"/>
                </a:solidFill>
                <a:latin typeface="黑体" panose="02010609060101010101" pitchFamily="49" charset="-122"/>
                <a:ea typeface="黑体" panose="02010609060101010101" pitchFamily="49" charset="-122"/>
              </a:defRPr>
            </a:lvl4pPr>
            <a:lvl5pPr marL="2057400" indent="-228600">
              <a:defRPr sz="2500">
                <a:solidFill>
                  <a:schemeClr val="bg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9pPr>
          </a:lstStyle>
          <a:p>
            <a:pPr algn="ctr" eaLnBrk="1" hangingPunct="1"/>
            <a:r>
              <a:rPr lang="zh-CN" altLang="en-US" sz="2000">
                <a:solidFill>
                  <a:srgbClr val="FF0000"/>
                </a:solidFill>
                <a:latin typeface="Arial" panose="020B0604020202020204" pitchFamily="34" charset="0"/>
                <a:ea typeface="宋体" panose="02010600030101010101" pitchFamily="2" charset="-122"/>
              </a:rPr>
              <a:t>转发表</a:t>
            </a:r>
          </a:p>
        </p:txBody>
      </p:sp>
      <p:sp>
        <p:nvSpPr>
          <p:cNvPr id="2" name="矩形 1"/>
          <p:cNvSpPr/>
          <p:nvPr/>
        </p:nvSpPr>
        <p:spPr>
          <a:xfrm>
            <a:off x="4385469" y="638970"/>
            <a:ext cx="3260725" cy="830262"/>
          </a:xfrm>
          <a:prstGeom prst="rect">
            <a:avLst/>
          </a:prstGeom>
          <a:solidFill>
            <a:srgbClr val="FFFF00"/>
          </a:solidFill>
        </p:spPr>
        <p:txBody>
          <a:bodyPr>
            <a:spAutoFit/>
          </a:bodyPr>
          <a:lstStyle/>
          <a:p>
            <a:pPr algn="just" eaLnBrk="1" hangingPunct="1">
              <a:defRPr/>
            </a:pPr>
            <a:r>
              <a:rPr lang="zh-CN" altLang="en-US" sz="2400" kern="0" dirty="0">
                <a:solidFill>
                  <a:schemeClr val="tx1"/>
                </a:solidFill>
              </a:rPr>
              <a:t>主要功能：</a:t>
            </a:r>
            <a:endParaRPr lang="en-US" altLang="zh-CN" sz="2400" kern="0" dirty="0">
              <a:solidFill>
                <a:schemeClr val="tx1"/>
              </a:solidFill>
            </a:endParaRPr>
          </a:p>
          <a:p>
            <a:pPr algn="just" eaLnBrk="1" hangingPunct="1">
              <a:defRPr/>
            </a:pPr>
            <a:r>
              <a:rPr lang="zh-CN" altLang="en-US" sz="2400" kern="0" dirty="0">
                <a:solidFill>
                  <a:srgbClr val="0070C0"/>
                </a:solidFill>
              </a:rPr>
              <a:t>路由选择和分组转发。</a:t>
            </a:r>
          </a:p>
        </p:txBody>
      </p:sp>
      <p:sp>
        <p:nvSpPr>
          <p:cNvPr id="31805" name="Rectangle 10"/>
          <p:cNvSpPr>
            <a:spLocks noChangeArrowheads="1"/>
          </p:cNvSpPr>
          <p:nvPr/>
        </p:nvSpPr>
        <p:spPr bwMode="auto">
          <a:xfrm>
            <a:off x="3263900" y="5072063"/>
            <a:ext cx="1403350" cy="412750"/>
          </a:xfrm>
          <a:prstGeom prst="rect">
            <a:avLst/>
          </a:prstGeom>
          <a:solidFill>
            <a:srgbClr val="CCECFF"/>
          </a:solidFill>
          <a:ln w="19050">
            <a:solidFill>
              <a:schemeClr val="tx1"/>
            </a:solidFill>
            <a:miter lim="800000"/>
            <a:headEnd/>
            <a:tailEnd/>
          </a:ln>
          <a:effectLst>
            <a:outerShdw dist="35921" dir="2700000" algn="ctr" rotWithShape="0">
              <a:schemeClr val="bg2"/>
            </a:outerShdw>
          </a:effectLst>
        </p:spPr>
        <p:txBody>
          <a:bodyPr wrap="none" anchor="ctr"/>
          <a:lstStyle>
            <a:lvl1pPr>
              <a:defRPr sz="2500">
                <a:solidFill>
                  <a:schemeClr val="bg1"/>
                </a:solidFill>
                <a:latin typeface="黑体" panose="02010609060101010101" pitchFamily="49" charset="-122"/>
                <a:ea typeface="黑体" panose="02010609060101010101" pitchFamily="49" charset="-122"/>
              </a:defRPr>
            </a:lvl1pPr>
            <a:lvl2pPr marL="742950" indent="-285750">
              <a:defRPr sz="2500">
                <a:solidFill>
                  <a:schemeClr val="bg1"/>
                </a:solidFill>
                <a:latin typeface="黑体" panose="02010609060101010101" pitchFamily="49" charset="-122"/>
                <a:ea typeface="黑体" panose="02010609060101010101" pitchFamily="49" charset="-122"/>
              </a:defRPr>
            </a:lvl2pPr>
            <a:lvl3pPr marL="1143000" indent="-228600">
              <a:defRPr sz="2500">
                <a:solidFill>
                  <a:schemeClr val="bg1"/>
                </a:solidFill>
                <a:latin typeface="黑体" panose="02010609060101010101" pitchFamily="49" charset="-122"/>
                <a:ea typeface="黑体" panose="02010609060101010101" pitchFamily="49" charset="-122"/>
              </a:defRPr>
            </a:lvl3pPr>
            <a:lvl4pPr marL="1600200" indent="-228600">
              <a:defRPr sz="2500">
                <a:solidFill>
                  <a:schemeClr val="bg1"/>
                </a:solidFill>
                <a:latin typeface="黑体" panose="02010609060101010101" pitchFamily="49" charset="-122"/>
                <a:ea typeface="黑体" panose="02010609060101010101" pitchFamily="49" charset="-122"/>
              </a:defRPr>
            </a:lvl4pPr>
            <a:lvl5pPr marL="2057400" indent="-228600">
              <a:defRPr sz="2500">
                <a:solidFill>
                  <a:schemeClr val="bg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9pPr>
          </a:lstStyle>
          <a:p>
            <a:pPr algn="ctr" eaLnBrk="1" hangingPunct="1"/>
            <a:r>
              <a:rPr lang="zh-CN" altLang="en-US" sz="2000">
                <a:solidFill>
                  <a:srgbClr val="333399"/>
                </a:solidFill>
              </a:rPr>
              <a:t>转发表</a:t>
            </a:r>
          </a:p>
        </p:txBody>
      </p:sp>
    </p:spTree>
  </p:cSld>
  <p:clrMapOvr>
    <a:masterClrMapping/>
  </p:clrMapOvr>
  <p:transition spd="slow"/>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693416" y="1851322"/>
            <a:ext cx="3057525" cy="523875"/>
          </a:xfrm>
          <a:prstGeom prst="rect">
            <a:avLst/>
          </a:prstGeom>
        </p:spPr>
        <p:txBody>
          <a:bodyPr wrap="none">
            <a:spAutoFit/>
          </a:bodyPr>
          <a:lstStyle/>
          <a:p>
            <a:pPr>
              <a:defRPr/>
            </a:pPr>
            <a:r>
              <a:rPr lang="zh-CN" altLang="en-US" sz="2800" kern="0" dirty="0">
                <a:solidFill>
                  <a:srgbClr val="0070C0"/>
                </a:solidFill>
              </a:rPr>
              <a:t>路由器的路由选择</a:t>
            </a:r>
            <a:endParaRPr lang="zh-CN" altLang="en-US" dirty="0"/>
          </a:p>
        </p:txBody>
      </p:sp>
      <p:sp>
        <p:nvSpPr>
          <p:cNvPr id="32771" name="矩形 61"/>
          <p:cNvSpPr>
            <a:spLocks noChangeArrowheads="1"/>
          </p:cNvSpPr>
          <p:nvPr/>
        </p:nvSpPr>
        <p:spPr bwMode="auto">
          <a:xfrm>
            <a:off x="250503" y="2564110"/>
            <a:ext cx="9001125" cy="14160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500">
                <a:solidFill>
                  <a:schemeClr val="bg1"/>
                </a:solidFill>
                <a:latin typeface="黑体" panose="02010609060101010101" pitchFamily="49" charset="-122"/>
                <a:ea typeface="黑体" panose="02010609060101010101" pitchFamily="49" charset="-122"/>
              </a:defRPr>
            </a:lvl1pPr>
            <a:lvl2pPr marL="742950" indent="-285750">
              <a:defRPr sz="2500">
                <a:solidFill>
                  <a:schemeClr val="bg1"/>
                </a:solidFill>
                <a:latin typeface="黑体" panose="02010609060101010101" pitchFamily="49" charset="-122"/>
                <a:ea typeface="黑体" panose="02010609060101010101" pitchFamily="49" charset="-122"/>
              </a:defRPr>
            </a:lvl2pPr>
            <a:lvl3pPr marL="1143000" indent="-228600">
              <a:defRPr sz="2500">
                <a:solidFill>
                  <a:schemeClr val="bg1"/>
                </a:solidFill>
                <a:latin typeface="黑体" panose="02010609060101010101" pitchFamily="49" charset="-122"/>
                <a:ea typeface="黑体" panose="02010609060101010101" pitchFamily="49" charset="-122"/>
              </a:defRPr>
            </a:lvl3pPr>
            <a:lvl4pPr marL="1600200" indent="-228600">
              <a:defRPr sz="2500">
                <a:solidFill>
                  <a:schemeClr val="bg1"/>
                </a:solidFill>
                <a:latin typeface="黑体" panose="02010609060101010101" pitchFamily="49" charset="-122"/>
                <a:ea typeface="黑体" panose="02010609060101010101" pitchFamily="49" charset="-122"/>
              </a:defRPr>
            </a:lvl4pPr>
            <a:lvl5pPr marL="2057400" indent="-228600">
              <a:defRPr sz="2500">
                <a:solidFill>
                  <a:schemeClr val="bg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9pPr>
          </a:lstStyle>
          <a:p>
            <a:pPr>
              <a:lnSpc>
                <a:spcPct val="120000"/>
              </a:lnSpc>
            </a:pPr>
            <a:r>
              <a:rPr lang="zh-CN" altLang="en-US" dirty="0">
                <a:solidFill>
                  <a:schemeClr val="tx1"/>
                </a:solidFill>
              </a:rPr>
              <a:t>路由选择部分根据选定的路由选择协议构造出路由表，同时经常或定期地和相邻路由器交换路由信息而不断地更新和维护路由表。</a:t>
            </a:r>
            <a:r>
              <a:rPr lang="zh-CN" altLang="en-US" u="sng" dirty="0">
                <a:solidFill>
                  <a:schemeClr val="tx1"/>
                </a:solidFill>
              </a:rPr>
              <a:t>其服务对象是网络</a:t>
            </a:r>
            <a:r>
              <a:rPr lang="zh-CN" altLang="en-US" dirty="0">
                <a:solidFill>
                  <a:schemeClr val="tx1"/>
                </a:solidFill>
              </a:rPr>
              <a:t>。</a:t>
            </a:r>
          </a:p>
        </p:txBody>
      </p:sp>
      <p:sp>
        <p:nvSpPr>
          <p:cNvPr id="63" name="矩形 62"/>
          <p:cNvSpPr/>
          <p:nvPr/>
        </p:nvSpPr>
        <p:spPr>
          <a:xfrm>
            <a:off x="661666" y="4229397"/>
            <a:ext cx="3057525" cy="523875"/>
          </a:xfrm>
          <a:prstGeom prst="rect">
            <a:avLst/>
          </a:prstGeom>
        </p:spPr>
        <p:txBody>
          <a:bodyPr wrap="none">
            <a:spAutoFit/>
          </a:bodyPr>
          <a:lstStyle/>
          <a:p>
            <a:pPr>
              <a:defRPr/>
            </a:pPr>
            <a:r>
              <a:rPr lang="zh-CN" altLang="en-US" sz="2800" kern="0" dirty="0">
                <a:solidFill>
                  <a:srgbClr val="0070C0"/>
                </a:solidFill>
              </a:rPr>
              <a:t>路由器的分组转发</a:t>
            </a:r>
            <a:endParaRPr lang="zh-CN" altLang="en-US" dirty="0"/>
          </a:p>
        </p:txBody>
      </p:sp>
      <p:sp>
        <p:nvSpPr>
          <p:cNvPr id="32773" name="矩形 63"/>
          <p:cNvSpPr>
            <a:spLocks noChangeArrowheads="1"/>
          </p:cNvSpPr>
          <p:nvPr/>
        </p:nvSpPr>
        <p:spPr bwMode="auto">
          <a:xfrm>
            <a:off x="323528" y="4869160"/>
            <a:ext cx="9001125" cy="1416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500">
                <a:solidFill>
                  <a:schemeClr val="bg1"/>
                </a:solidFill>
                <a:latin typeface="黑体" panose="02010609060101010101" pitchFamily="49" charset="-122"/>
                <a:ea typeface="黑体" panose="02010609060101010101" pitchFamily="49" charset="-122"/>
              </a:defRPr>
            </a:lvl1pPr>
            <a:lvl2pPr marL="742950" indent="-285750">
              <a:defRPr sz="2500">
                <a:solidFill>
                  <a:schemeClr val="bg1"/>
                </a:solidFill>
                <a:latin typeface="黑体" panose="02010609060101010101" pitchFamily="49" charset="-122"/>
                <a:ea typeface="黑体" panose="02010609060101010101" pitchFamily="49" charset="-122"/>
              </a:defRPr>
            </a:lvl2pPr>
            <a:lvl3pPr marL="1143000" indent="-228600">
              <a:defRPr sz="2500">
                <a:solidFill>
                  <a:schemeClr val="bg1"/>
                </a:solidFill>
                <a:latin typeface="黑体" panose="02010609060101010101" pitchFamily="49" charset="-122"/>
                <a:ea typeface="黑体" panose="02010609060101010101" pitchFamily="49" charset="-122"/>
              </a:defRPr>
            </a:lvl3pPr>
            <a:lvl4pPr marL="1600200" indent="-228600">
              <a:defRPr sz="2500">
                <a:solidFill>
                  <a:schemeClr val="bg1"/>
                </a:solidFill>
                <a:latin typeface="黑体" panose="02010609060101010101" pitchFamily="49" charset="-122"/>
                <a:ea typeface="黑体" panose="02010609060101010101" pitchFamily="49" charset="-122"/>
              </a:defRPr>
            </a:lvl4pPr>
            <a:lvl5pPr marL="2057400" indent="-228600">
              <a:defRPr sz="2500">
                <a:solidFill>
                  <a:schemeClr val="bg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9pPr>
          </a:lstStyle>
          <a:p>
            <a:pPr>
              <a:lnSpc>
                <a:spcPct val="120000"/>
              </a:lnSpc>
            </a:pPr>
            <a:r>
              <a:rPr lang="zh-CN" altLang="en-US" dirty="0">
                <a:solidFill>
                  <a:schemeClr val="tx1"/>
                </a:solidFill>
              </a:rPr>
              <a:t>路由器根据转发表将接收到的</a:t>
            </a:r>
            <a:r>
              <a:rPr lang="en-US" altLang="zh-CN" dirty="0">
                <a:solidFill>
                  <a:schemeClr val="tx1"/>
                </a:solidFill>
              </a:rPr>
              <a:t>IP</a:t>
            </a:r>
            <a:r>
              <a:rPr lang="zh-CN" altLang="en-US" dirty="0">
                <a:solidFill>
                  <a:schemeClr val="tx1"/>
                </a:solidFill>
              </a:rPr>
              <a:t>报文从路由器合适的端口转发出去。转发仅仅涉及到一个路由器，而路由选择涉及多个路由器。 </a:t>
            </a:r>
            <a:r>
              <a:rPr lang="zh-CN" altLang="en-US" u="sng" dirty="0">
                <a:solidFill>
                  <a:schemeClr val="tx1"/>
                </a:solidFill>
              </a:rPr>
              <a:t>其服务对象是分组</a:t>
            </a:r>
            <a:r>
              <a:rPr lang="zh-CN" altLang="en-US" dirty="0">
                <a:solidFill>
                  <a:schemeClr val="tx1"/>
                </a:solidFill>
              </a:rPr>
              <a:t>。</a:t>
            </a:r>
          </a:p>
        </p:txBody>
      </p:sp>
      <p:grpSp>
        <p:nvGrpSpPr>
          <p:cNvPr id="5" name="组合 4">
            <a:extLst>
              <a:ext uri="{FF2B5EF4-FFF2-40B4-BE49-F238E27FC236}">
                <a16:creationId xmlns:a16="http://schemas.microsoft.com/office/drawing/2014/main" id="{8DF87811-29A5-460E-95C0-1549EC175F30}"/>
              </a:ext>
            </a:extLst>
          </p:cNvPr>
          <p:cNvGrpSpPr/>
          <p:nvPr/>
        </p:nvGrpSpPr>
        <p:grpSpPr>
          <a:xfrm>
            <a:off x="4572000" y="28701"/>
            <a:ext cx="4599031" cy="1915078"/>
            <a:chOff x="4427984" y="779483"/>
            <a:chExt cx="4599031" cy="1915078"/>
          </a:xfrm>
        </p:grpSpPr>
        <p:pic>
          <p:nvPicPr>
            <p:cNvPr id="6" name="图片 5">
              <a:extLst>
                <a:ext uri="{FF2B5EF4-FFF2-40B4-BE49-F238E27FC236}">
                  <a16:creationId xmlns:a16="http://schemas.microsoft.com/office/drawing/2014/main" id="{837FB225-83FD-4B6B-9B49-CA42AE81025E}"/>
                </a:ext>
              </a:extLst>
            </p:cNvPr>
            <p:cNvPicPr>
              <a:picLocks noChangeAspect="1"/>
            </p:cNvPicPr>
            <p:nvPr/>
          </p:nvPicPr>
          <p:blipFill rotWithShape="1">
            <a:blip r:embed="rId2"/>
            <a:srcRect t="23124"/>
            <a:stretch/>
          </p:blipFill>
          <p:spPr>
            <a:xfrm>
              <a:off x="4427984" y="779483"/>
              <a:ext cx="4599031" cy="1915078"/>
            </a:xfrm>
            <a:prstGeom prst="rect">
              <a:avLst/>
            </a:prstGeom>
          </p:spPr>
        </p:pic>
        <p:pic>
          <p:nvPicPr>
            <p:cNvPr id="4" name="图片 3">
              <a:extLst>
                <a:ext uri="{FF2B5EF4-FFF2-40B4-BE49-F238E27FC236}">
                  <a16:creationId xmlns:a16="http://schemas.microsoft.com/office/drawing/2014/main" id="{D34CC7F6-33B5-438A-B9C9-B68B13AD2F44}"/>
                </a:ext>
              </a:extLst>
            </p:cNvPr>
            <p:cNvPicPr>
              <a:picLocks noChangeAspect="1"/>
            </p:cNvPicPr>
            <p:nvPr/>
          </p:nvPicPr>
          <p:blipFill>
            <a:blip r:embed="rId3"/>
            <a:stretch>
              <a:fillRect/>
            </a:stretch>
          </p:blipFill>
          <p:spPr>
            <a:xfrm>
              <a:off x="5292081" y="779483"/>
              <a:ext cx="648072" cy="808688"/>
            </a:xfrm>
            <a:prstGeom prst="rect">
              <a:avLst/>
            </a:prstGeom>
          </p:spPr>
        </p:pic>
        <p:pic>
          <p:nvPicPr>
            <p:cNvPr id="9" name="图片 8">
              <a:extLst>
                <a:ext uri="{FF2B5EF4-FFF2-40B4-BE49-F238E27FC236}">
                  <a16:creationId xmlns:a16="http://schemas.microsoft.com/office/drawing/2014/main" id="{6489835B-9474-4CCB-9FE9-37C202DA88B6}"/>
                </a:ext>
              </a:extLst>
            </p:cNvPr>
            <p:cNvPicPr>
              <a:picLocks noChangeAspect="1"/>
            </p:cNvPicPr>
            <p:nvPr/>
          </p:nvPicPr>
          <p:blipFill>
            <a:blip r:embed="rId3"/>
            <a:stretch>
              <a:fillRect/>
            </a:stretch>
          </p:blipFill>
          <p:spPr>
            <a:xfrm>
              <a:off x="5715240" y="779483"/>
              <a:ext cx="648072" cy="345261"/>
            </a:xfrm>
            <a:prstGeom prst="rect">
              <a:avLst/>
            </a:prstGeom>
          </p:spPr>
        </p:pic>
      </p:grpSp>
    </p:spTree>
  </p:cSld>
  <p:clrMapOvr>
    <a:masterClrMapping/>
  </p:clrMapOvr>
  <p:transition spd="slow"/>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矩形 1"/>
          <p:cNvSpPr>
            <a:spLocks noChangeArrowheads="1"/>
          </p:cNvSpPr>
          <p:nvPr/>
        </p:nvSpPr>
        <p:spPr bwMode="auto">
          <a:xfrm>
            <a:off x="179388" y="1700213"/>
            <a:ext cx="8856662" cy="34147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sz="2500">
                <a:solidFill>
                  <a:schemeClr val="bg1"/>
                </a:solidFill>
                <a:latin typeface="黑体" panose="02010609060101010101" pitchFamily="49" charset="-122"/>
                <a:ea typeface="黑体" panose="02010609060101010101" pitchFamily="49" charset="-122"/>
              </a:defRPr>
            </a:lvl1pPr>
            <a:lvl2pPr marL="742950" indent="-285750">
              <a:defRPr sz="2500">
                <a:solidFill>
                  <a:schemeClr val="bg1"/>
                </a:solidFill>
                <a:latin typeface="黑体" panose="02010609060101010101" pitchFamily="49" charset="-122"/>
                <a:ea typeface="黑体" panose="02010609060101010101" pitchFamily="49" charset="-122"/>
              </a:defRPr>
            </a:lvl2pPr>
            <a:lvl3pPr marL="1143000" indent="-228600">
              <a:defRPr sz="2500">
                <a:solidFill>
                  <a:schemeClr val="bg1"/>
                </a:solidFill>
                <a:latin typeface="黑体" panose="02010609060101010101" pitchFamily="49" charset="-122"/>
                <a:ea typeface="黑体" panose="02010609060101010101" pitchFamily="49" charset="-122"/>
              </a:defRPr>
            </a:lvl3pPr>
            <a:lvl4pPr marL="1600200" indent="-228600">
              <a:defRPr sz="2500">
                <a:solidFill>
                  <a:schemeClr val="bg1"/>
                </a:solidFill>
                <a:latin typeface="黑体" panose="02010609060101010101" pitchFamily="49" charset="-122"/>
                <a:ea typeface="黑体" panose="02010609060101010101" pitchFamily="49" charset="-122"/>
              </a:defRPr>
            </a:lvl4pPr>
            <a:lvl5pPr marL="2057400" indent="-228600">
              <a:defRPr sz="2500">
                <a:solidFill>
                  <a:schemeClr val="bg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9pPr>
          </a:lstStyle>
          <a:p>
            <a:pPr algn="just">
              <a:lnSpc>
                <a:spcPct val="120000"/>
              </a:lnSpc>
              <a:buFont typeface="Wingdings" panose="05000000000000000000" pitchFamily="2" charset="2"/>
              <a:buChar char="l"/>
            </a:pPr>
            <a:r>
              <a:rPr lang="zh-CN" altLang="en-US" sz="2600" dirty="0">
                <a:solidFill>
                  <a:schemeClr val="tx1"/>
                </a:solidFill>
                <a:hlinkClick r:id="rId2"/>
              </a:rPr>
              <a:t>路由表</a:t>
            </a:r>
            <a:r>
              <a:rPr lang="zh-CN" altLang="en-US" sz="2600" dirty="0">
                <a:solidFill>
                  <a:schemeClr val="tx1"/>
                </a:solidFill>
              </a:rPr>
              <a:t>被称为路由信息库（</a:t>
            </a:r>
            <a:r>
              <a:rPr lang="en-US" altLang="zh-CN" sz="2600" dirty="0">
                <a:solidFill>
                  <a:schemeClr val="tx1"/>
                </a:solidFill>
              </a:rPr>
              <a:t>Routing Information Base</a:t>
            </a:r>
            <a:r>
              <a:rPr lang="zh-CN" altLang="en-US" sz="2600" dirty="0">
                <a:solidFill>
                  <a:schemeClr val="tx1"/>
                </a:solidFill>
              </a:rPr>
              <a:t>，简称</a:t>
            </a:r>
            <a:r>
              <a:rPr lang="en-US" altLang="zh-CN" sz="2600" dirty="0">
                <a:solidFill>
                  <a:schemeClr val="tx1"/>
                </a:solidFill>
              </a:rPr>
              <a:t>RIB</a:t>
            </a:r>
            <a:r>
              <a:rPr lang="zh-CN" altLang="en-US" sz="2600" dirty="0">
                <a:solidFill>
                  <a:schemeClr val="tx1"/>
                </a:solidFill>
              </a:rPr>
              <a:t>）；</a:t>
            </a:r>
            <a:endParaRPr lang="en-US" altLang="zh-CN" sz="2600" dirty="0">
              <a:solidFill>
                <a:schemeClr val="tx1"/>
              </a:solidFill>
            </a:endParaRPr>
          </a:p>
          <a:p>
            <a:pPr algn="just">
              <a:lnSpc>
                <a:spcPct val="120000"/>
              </a:lnSpc>
              <a:buFont typeface="Wingdings" panose="05000000000000000000" pitchFamily="2" charset="2"/>
              <a:buChar char="l"/>
            </a:pPr>
            <a:r>
              <a:rPr lang="zh-CN" altLang="en-US" sz="2600" dirty="0">
                <a:solidFill>
                  <a:schemeClr val="tx1"/>
                </a:solidFill>
              </a:rPr>
              <a:t>每台路由器都维护着一张</a:t>
            </a:r>
            <a:r>
              <a:rPr lang="zh-CN" altLang="en-US" sz="2600" dirty="0">
                <a:solidFill>
                  <a:srgbClr val="0070C0"/>
                </a:solidFill>
              </a:rPr>
              <a:t>全局路由表</a:t>
            </a:r>
            <a:r>
              <a:rPr lang="zh-CN" altLang="en-US" sz="2600" dirty="0">
                <a:solidFill>
                  <a:schemeClr val="tx1"/>
                </a:solidFill>
              </a:rPr>
              <a:t>；</a:t>
            </a:r>
            <a:endParaRPr lang="en-US" altLang="zh-CN" sz="2600" dirty="0">
              <a:solidFill>
                <a:schemeClr val="tx1"/>
              </a:solidFill>
            </a:endParaRPr>
          </a:p>
          <a:p>
            <a:pPr algn="just">
              <a:lnSpc>
                <a:spcPct val="120000"/>
              </a:lnSpc>
              <a:buFont typeface="Wingdings" panose="05000000000000000000" pitchFamily="2" charset="2"/>
              <a:buChar char="l"/>
            </a:pPr>
            <a:r>
              <a:rPr lang="zh-CN" altLang="en-US" sz="2600" dirty="0">
                <a:solidFill>
                  <a:schemeClr val="tx1"/>
                </a:solidFill>
              </a:rPr>
              <a:t>路由器可以通过多种途径获取路由信息，它</a:t>
            </a:r>
            <a:r>
              <a:rPr lang="zh-CN" altLang="en-US" sz="2600" dirty="0">
                <a:solidFill>
                  <a:srgbClr val="0070C0"/>
                </a:solidFill>
              </a:rPr>
              <a:t>可以运行多种动态路由协议</a:t>
            </a:r>
            <a:r>
              <a:rPr lang="zh-CN" altLang="en-US" sz="2600" dirty="0">
                <a:solidFill>
                  <a:schemeClr val="tx1"/>
                </a:solidFill>
              </a:rPr>
              <a:t>，</a:t>
            </a:r>
            <a:r>
              <a:rPr lang="zh-CN" altLang="en-US" sz="2600" dirty="0">
                <a:solidFill>
                  <a:srgbClr val="0070C0"/>
                </a:solidFill>
              </a:rPr>
              <a:t>每一种动态路由协议都建立自己的路由表</a:t>
            </a:r>
            <a:r>
              <a:rPr lang="zh-CN" altLang="en-US" sz="2600" dirty="0">
                <a:solidFill>
                  <a:schemeClr val="tx1"/>
                </a:solidFill>
              </a:rPr>
              <a:t>，然后路由器根据路由优先级和度量值等信息来进行</a:t>
            </a:r>
            <a:r>
              <a:rPr lang="zh-CN" altLang="en-US" sz="2600" dirty="0">
                <a:solidFill>
                  <a:srgbClr val="0070C0"/>
                </a:solidFill>
              </a:rPr>
              <a:t>路由的优选</a:t>
            </a:r>
            <a:r>
              <a:rPr lang="zh-CN" altLang="en-US" sz="2600" dirty="0">
                <a:solidFill>
                  <a:schemeClr val="tx1"/>
                </a:solidFill>
              </a:rPr>
              <a:t>，并将优选路由</a:t>
            </a:r>
            <a:r>
              <a:rPr lang="zh-CN" altLang="en-US" sz="2600" dirty="0">
                <a:solidFill>
                  <a:srgbClr val="0070C0"/>
                </a:solidFill>
              </a:rPr>
              <a:t>加载到全局路由表</a:t>
            </a:r>
            <a:r>
              <a:rPr lang="zh-CN" altLang="en-US" sz="2600" dirty="0">
                <a:solidFill>
                  <a:schemeClr val="tx1"/>
                </a:solidFill>
              </a:rPr>
              <a:t>中。</a:t>
            </a:r>
            <a:endParaRPr lang="en-US" altLang="zh-CN" sz="2600" dirty="0">
              <a:solidFill>
                <a:schemeClr val="tx1"/>
              </a:solidFill>
              <a:latin typeface="-apple-system"/>
            </a:endParaRPr>
          </a:p>
        </p:txBody>
      </p:sp>
      <p:sp>
        <p:nvSpPr>
          <p:cNvPr id="33795" name="矩形 2"/>
          <p:cNvSpPr>
            <a:spLocks noChangeArrowheads="1"/>
          </p:cNvSpPr>
          <p:nvPr/>
        </p:nvSpPr>
        <p:spPr bwMode="auto">
          <a:xfrm>
            <a:off x="684213" y="981075"/>
            <a:ext cx="1800225"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500">
                <a:solidFill>
                  <a:schemeClr val="bg1"/>
                </a:solidFill>
                <a:latin typeface="黑体" panose="02010609060101010101" pitchFamily="49" charset="-122"/>
                <a:ea typeface="黑体" panose="02010609060101010101" pitchFamily="49" charset="-122"/>
              </a:defRPr>
            </a:lvl1pPr>
            <a:lvl2pPr marL="742950" indent="-285750">
              <a:defRPr sz="2500">
                <a:solidFill>
                  <a:schemeClr val="bg1"/>
                </a:solidFill>
                <a:latin typeface="黑体" panose="02010609060101010101" pitchFamily="49" charset="-122"/>
                <a:ea typeface="黑体" panose="02010609060101010101" pitchFamily="49" charset="-122"/>
              </a:defRPr>
            </a:lvl2pPr>
            <a:lvl3pPr marL="1143000" indent="-228600">
              <a:defRPr sz="2500">
                <a:solidFill>
                  <a:schemeClr val="bg1"/>
                </a:solidFill>
                <a:latin typeface="黑体" panose="02010609060101010101" pitchFamily="49" charset="-122"/>
                <a:ea typeface="黑体" panose="02010609060101010101" pitchFamily="49" charset="-122"/>
              </a:defRPr>
            </a:lvl3pPr>
            <a:lvl4pPr marL="1600200" indent="-228600">
              <a:defRPr sz="2500">
                <a:solidFill>
                  <a:schemeClr val="bg1"/>
                </a:solidFill>
                <a:latin typeface="黑体" panose="02010609060101010101" pitchFamily="49" charset="-122"/>
                <a:ea typeface="黑体" panose="02010609060101010101" pitchFamily="49" charset="-122"/>
              </a:defRPr>
            </a:lvl4pPr>
            <a:lvl5pPr marL="2057400" indent="-228600">
              <a:defRPr sz="2500">
                <a:solidFill>
                  <a:schemeClr val="bg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9pPr>
          </a:lstStyle>
          <a:p>
            <a:r>
              <a:rPr lang="zh-CN" altLang="en-US" sz="2800">
                <a:solidFill>
                  <a:schemeClr val="tx1"/>
                </a:solidFill>
              </a:rPr>
              <a:t>路由表</a:t>
            </a:r>
            <a:r>
              <a:rPr lang="en-US" altLang="zh-CN" sz="2800">
                <a:solidFill>
                  <a:schemeClr val="tx1"/>
                </a:solidFill>
              </a:rPr>
              <a:t>RIB</a:t>
            </a:r>
            <a:endParaRPr lang="zh-CN" altLang="en-US" b="1">
              <a:solidFill>
                <a:srgbClr val="4F4F4F"/>
              </a:solidFill>
              <a:latin typeface="PingFang SC"/>
            </a:endParaRPr>
          </a:p>
        </p:txBody>
      </p:sp>
      <p:pic>
        <p:nvPicPr>
          <p:cNvPr id="33796" name="图片 3"/>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937250" y="-100013"/>
            <a:ext cx="3222625" cy="1912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矩形 1"/>
          <p:cNvSpPr>
            <a:spLocks noChangeArrowheads="1"/>
          </p:cNvSpPr>
          <p:nvPr/>
        </p:nvSpPr>
        <p:spPr bwMode="auto">
          <a:xfrm>
            <a:off x="257175" y="2060575"/>
            <a:ext cx="8856663" cy="3136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sz="2500">
                <a:solidFill>
                  <a:schemeClr val="bg1"/>
                </a:solidFill>
                <a:latin typeface="黑体" panose="02010609060101010101" pitchFamily="49" charset="-122"/>
                <a:ea typeface="黑体" panose="02010609060101010101" pitchFamily="49" charset="-122"/>
              </a:defRPr>
            </a:lvl1pPr>
            <a:lvl2pPr marL="742950" indent="-285750">
              <a:defRPr sz="2500">
                <a:solidFill>
                  <a:schemeClr val="bg1"/>
                </a:solidFill>
                <a:latin typeface="黑体" panose="02010609060101010101" pitchFamily="49" charset="-122"/>
                <a:ea typeface="黑体" panose="02010609060101010101" pitchFamily="49" charset="-122"/>
              </a:defRPr>
            </a:lvl2pPr>
            <a:lvl3pPr marL="1143000" indent="-228600">
              <a:defRPr sz="2500">
                <a:solidFill>
                  <a:schemeClr val="bg1"/>
                </a:solidFill>
                <a:latin typeface="黑体" panose="02010609060101010101" pitchFamily="49" charset="-122"/>
                <a:ea typeface="黑体" panose="02010609060101010101" pitchFamily="49" charset="-122"/>
              </a:defRPr>
            </a:lvl3pPr>
            <a:lvl4pPr marL="1600200" indent="-228600">
              <a:defRPr sz="2500">
                <a:solidFill>
                  <a:schemeClr val="bg1"/>
                </a:solidFill>
                <a:latin typeface="黑体" panose="02010609060101010101" pitchFamily="49" charset="-122"/>
                <a:ea typeface="黑体" panose="02010609060101010101" pitchFamily="49" charset="-122"/>
              </a:defRPr>
            </a:lvl4pPr>
            <a:lvl5pPr marL="2057400" indent="-228600">
              <a:defRPr sz="2500">
                <a:solidFill>
                  <a:schemeClr val="bg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9pPr>
          </a:lstStyle>
          <a:p>
            <a:pPr>
              <a:lnSpc>
                <a:spcPct val="120000"/>
              </a:lnSpc>
              <a:buFont typeface="Wingdings" panose="05000000000000000000" pitchFamily="2" charset="2"/>
              <a:buChar char="l"/>
            </a:pPr>
            <a:r>
              <a:rPr lang="zh-CN" altLang="en-US" sz="2400" dirty="0">
                <a:solidFill>
                  <a:srgbClr val="0070C0"/>
                </a:solidFill>
              </a:rPr>
              <a:t>路由表实际上并不直接指导数据转发</a:t>
            </a:r>
            <a:r>
              <a:rPr lang="zh-CN" altLang="en-US" sz="2400" dirty="0">
                <a:solidFill>
                  <a:schemeClr val="tx1"/>
                </a:solidFill>
              </a:rPr>
              <a:t>，也就是说，路由器在执行路由查询时，并不是在路由表中进行报文目的地址的查询，</a:t>
            </a:r>
            <a:r>
              <a:rPr lang="zh-CN" altLang="en-US" sz="2400" dirty="0">
                <a:solidFill>
                  <a:srgbClr val="0070C0"/>
                </a:solidFill>
              </a:rPr>
              <a:t>真正指导数据转发的是</a:t>
            </a:r>
            <a:r>
              <a:rPr lang="en-US" altLang="zh-CN" sz="2400" dirty="0">
                <a:solidFill>
                  <a:srgbClr val="0070C0"/>
                </a:solidFill>
              </a:rPr>
              <a:t>FIB</a:t>
            </a:r>
            <a:r>
              <a:rPr lang="zh-CN" altLang="en-US" sz="2400" dirty="0">
                <a:solidFill>
                  <a:srgbClr val="0070C0"/>
                </a:solidFill>
              </a:rPr>
              <a:t>表</a:t>
            </a:r>
            <a:r>
              <a:rPr lang="zh-CN" altLang="en-US" sz="2400" dirty="0">
                <a:solidFill>
                  <a:schemeClr val="tx1"/>
                </a:solidFill>
              </a:rPr>
              <a:t>。</a:t>
            </a:r>
          </a:p>
          <a:p>
            <a:pPr>
              <a:lnSpc>
                <a:spcPct val="120000"/>
              </a:lnSpc>
              <a:buFont typeface="Wingdings" panose="05000000000000000000" pitchFamily="2" charset="2"/>
              <a:buChar char="l"/>
            </a:pPr>
            <a:r>
              <a:rPr lang="zh-CN" altLang="en-US" sz="2400" dirty="0">
                <a:solidFill>
                  <a:schemeClr val="tx1"/>
                </a:solidFill>
              </a:rPr>
              <a:t>路由器将路由表中的活跃路由下载到</a:t>
            </a:r>
            <a:r>
              <a:rPr lang="en-US" altLang="zh-CN" sz="2400" dirty="0">
                <a:solidFill>
                  <a:schemeClr val="tx1"/>
                </a:solidFill>
              </a:rPr>
              <a:t>FIB</a:t>
            </a:r>
            <a:r>
              <a:rPr lang="zh-CN" altLang="en-US" sz="2400" dirty="0">
                <a:solidFill>
                  <a:schemeClr val="tx1"/>
                </a:solidFill>
              </a:rPr>
              <a:t>表，此后</a:t>
            </a:r>
            <a:r>
              <a:rPr lang="zh-CN" altLang="en-US" sz="2400" dirty="0">
                <a:solidFill>
                  <a:srgbClr val="0070C0"/>
                </a:solidFill>
              </a:rPr>
              <a:t>如果路由表中的相关表项发生变化，</a:t>
            </a:r>
            <a:r>
              <a:rPr lang="en-US" altLang="zh-CN" sz="2400" dirty="0">
                <a:solidFill>
                  <a:srgbClr val="0070C0"/>
                </a:solidFill>
              </a:rPr>
              <a:t>FIB</a:t>
            </a:r>
            <a:r>
              <a:rPr lang="zh-CN" altLang="en-US" sz="2400" dirty="0">
                <a:solidFill>
                  <a:srgbClr val="0070C0"/>
                </a:solidFill>
              </a:rPr>
              <a:t>表也将同步</a:t>
            </a:r>
            <a:r>
              <a:rPr lang="zh-CN" altLang="en-US" sz="2400" dirty="0">
                <a:solidFill>
                  <a:schemeClr val="tx1"/>
                </a:solidFill>
              </a:rPr>
              <a:t>。</a:t>
            </a:r>
            <a:endParaRPr lang="en-US" altLang="zh-CN" sz="2400" dirty="0">
              <a:solidFill>
                <a:schemeClr val="tx1"/>
              </a:solidFill>
            </a:endParaRPr>
          </a:p>
          <a:p>
            <a:pPr>
              <a:lnSpc>
                <a:spcPct val="120000"/>
              </a:lnSpc>
              <a:buFont typeface="Wingdings" panose="05000000000000000000" pitchFamily="2" charset="2"/>
              <a:buChar char="l"/>
            </a:pPr>
            <a:r>
              <a:rPr lang="en-US" altLang="zh-CN" sz="2400" dirty="0">
                <a:solidFill>
                  <a:schemeClr val="tx1"/>
                </a:solidFill>
              </a:rPr>
              <a:t>FIB</a:t>
            </a:r>
            <a:r>
              <a:rPr lang="zh-CN" altLang="en-US" sz="2400" dirty="0">
                <a:solidFill>
                  <a:schemeClr val="tx1"/>
                </a:solidFill>
              </a:rPr>
              <a:t>表中数据往往被存储在一个</a:t>
            </a:r>
            <a:r>
              <a:rPr lang="en-US" altLang="zh-CN" sz="2400" dirty="0">
                <a:solidFill>
                  <a:schemeClr val="tx1"/>
                </a:solidFill>
              </a:rPr>
              <a:t>ASIC</a:t>
            </a:r>
            <a:r>
              <a:rPr lang="zh-CN" altLang="en-US" sz="2400" dirty="0">
                <a:solidFill>
                  <a:schemeClr val="tx1"/>
                </a:solidFill>
              </a:rPr>
              <a:t>专用集成电路中，这使得设备在</a:t>
            </a:r>
            <a:r>
              <a:rPr lang="en-US" altLang="zh-CN" sz="2400" dirty="0">
                <a:solidFill>
                  <a:schemeClr val="tx1"/>
                </a:solidFill>
              </a:rPr>
              <a:t>FIB</a:t>
            </a:r>
            <a:r>
              <a:rPr lang="zh-CN" altLang="en-US" sz="2400" dirty="0">
                <a:solidFill>
                  <a:schemeClr val="tx1"/>
                </a:solidFill>
              </a:rPr>
              <a:t>表中进行数据查询时，可以实现相当高的速度。</a:t>
            </a:r>
          </a:p>
        </p:txBody>
      </p:sp>
      <p:pic>
        <p:nvPicPr>
          <p:cNvPr id="34819" name="图片 3"/>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921375" y="0"/>
            <a:ext cx="3222625" cy="1912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820" name="矩形 4"/>
          <p:cNvSpPr>
            <a:spLocks noChangeArrowheads="1"/>
          </p:cNvSpPr>
          <p:nvPr/>
        </p:nvSpPr>
        <p:spPr bwMode="auto">
          <a:xfrm>
            <a:off x="696913" y="1052513"/>
            <a:ext cx="197961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500">
                <a:solidFill>
                  <a:schemeClr val="bg1"/>
                </a:solidFill>
                <a:latin typeface="黑体" panose="02010609060101010101" pitchFamily="49" charset="-122"/>
                <a:ea typeface="黑体" panose="02010609060101010101" pitchFamily="49" charset="-122"/>
              </a:defRPr>
            </a:lvl1pPr>
            <a:lvl2pPr marL="742950" indent="-285750">
              <a:defRPr sz="2500">
                <a:solidFill>
                  <a:schemeClr val="bg1"/>
                </a:solidFill>
                <a:latin typeface="黑体" panose="02010609060101010101" pitchFamily="49" charset="-122"/>
                <a:ea typeface="黑体" panose="02010609060101010101" pitchFamily="49" charset="-122"/>
              </a:defRPr>
            </a:lvl2pPr>
            <a:lvl3pPr marL="1143000" indent="-228600">
              <a:defRPr sz="2500">
                <a:solidFill>
                  <a:schemeClr val="bg1"/>
                </a:solidFill>
                <a:latin typeface="黑体" panose="02010609060101010101" pitchFamily="49" charset="-122"/>
                <a:ea typeface="黑体" panose="02010609060101010101" pitchFamily="49" charset="-122"/>
              </a:defRPr>
            </a:lvl3pPr>
            <a:lvl4pPr marL="1600200" indent="-228600">
              <a:defRPr sz="2500">
                <a:solidFill>
                  <a:schemeClr val="bg1"/>
                </a:solidFill>
                <a:latin typeface="黑体" panose="02010609060101010101" pitchFamily="49" charset="-122"/>
                <a:ea typeface="黑体" panose="02010609060101010101" pitchFamily="49" charset="-122"/>
              </a:defRPr>
            </a:lvl4pPr>
            <a:lvl5pPr marL="2057400" indent="-228600">
              <a:defRPr sz="2500">
                <a:solidFill>
                  <a:schemeClr val="bg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9pPr>
          </a:lstStyle>
          <a:p>
            <a:r>
              <a:rPr lang="zh-CN" altLang="en-US" sz="2800">
                <a:solidFill>
                  <a:schemeClr val="tx1"/>
                </a:solidFill>
              </a:rPr>
              <a:t>转发表 </a:t>
            </a:r>
            <a:r>
              <a:rPr lang="en-US" altLang="zh-CN" sz="2800">
                <a:solidFill>
                  <a:schemeClr val="tx1"/>
                </a:solidFill>
              </a:rPr>
              <a:t>FIB</a:t>
            </a:r>
          </a:p>
        </p:txBody>
      </p:sp>
    </p:spTree>
  </p:cSld>
  <p:clrMapOvr>
    <a:masterClrMapping/>
  </p:clrMapOvr>
  <p:transition spd="slow"/>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矩形 4"/>
          <p:cNvSpPr>
            <a:spLocks noChangeArrowheads="1"/>
          </p:cNvSpPr>
          <p:nvPr/>
        </p:nvSpPr>
        <p:spPr bwMode="auto">
          <a:xfrm>
            <a:off x="696913" y="1052513"/>
            <a:ext cx="341632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500">
                <a:solidFill>
                  <a:schemeClr val="bg1"/>
                </a:solidFill>
                <a:latin typeface="黑体" panose="02010609060101010101" pitchFamily="49" charset="-122"/>
                <a:ea typeface="黑体" panose="02010609060101010101" pitchFamily="49" charset="-122"/>
              </a:defRPr>
            </a:lvl1pPr>
            <a:lvl2pPr marL="742950" indent="-285750">
              <a:defRPr sz="2500">
                <a:solidFill>
                  <a:schemeClr val="bg1"/>
                </a:solidFill>
                <a:latin typeface="黑体" panose="02010609060101010101" pitchFamily="49" charset="-122"/>
                <a:ea typeface="黑体" panose="02010609060101010101" pitchFamily="49" charset="-122"/>
              </a:defRPr>
            </a:lvl2pPr>
            <a:lvl3pPr marL="1143000" indent="-228600">
              <a:defRPr sz="2500">
                <a:solidFill>
                  <a:schemeClr val="bg1"/>
                </a:solidFill>
                <a:latin typeface="黑体" panose="02010609060101010101" pitchFamily="49" charset="-122"/>
                <a:ea typeface="黑体" panose="02010609060101010101" pitchFamily="49" charset="-122"/>
              </a:defRPr>
            </a:lvl3pPr>
            <a:lvl4pPr marL="1600200" indent="-228600">
              <a:defRPr sz="2500">
                <a:solidFill>
                  <a:schemeClr val="bg1"/>
                </a:solidFill>
                <a:latin typeface="黑体" panose="02010609060101010101" pitchFamily="49" charset="-122"/>
                <a:ea typeface="黑体" panose="02010609060101010101" pitchFamily="49" charset="-122"/>
              </a:defRPr>
            </a:lvl4pPr>
            <a:lvl5pPr marL="2057400" indent="-228600">
              <a:defRPr sz="2500">
                <a:solidFill>
                  <a:schemeClr val="bg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9pPr>
          </a:lstStyle>
          <a:p>
            <a:r>
              <a:rPr lang="zh-CN" altLang="en-US" sz="2800" dirty="0">
                <a:solidFill>
                  <a:srgbClr val="FF0000"/>
                </a:solidFill>
              </a:rPr>
              <a:t>路由器对广播的隔离</a:t>
            </a:r>
            <a:endParaRPr lang="en-US" altLang="zh-CN" sz="2800" dirty="0">
              <a:solidFill>
                <a:srgbClr val="FF0000"/>
              </a:solidFill>
            </a:endParaRPr>
          </a:p>
        </p:txBody>
      </p:sp>
      <p:sp>
        <p:nvSpPr>
          <p:cNvPr id="6" name="文本框 5">
            <a:extLst>
              <a:ext uri="{FF2B5EF4-FFF2-40B4-BE49-F238E27FC236}">
                <a16:creationId xmlns:a16="http://schemas.microsoft.com/office/drawing/2014/main" id="{82CD9259-3E99-401F-8D0C-447FA2AEAF26}"/>
              </a:ext>
            </a:extLst>
          </p:cNvPr>
          <p:cNvSpPr txBox="1"/>
          <p:nvPr/>
        </p:nvSpPr>
        <p:spPr>
          <a:xfrm>
            <a:off x="666899" y="1700808"/>
            <a:ext cx="8221430" cy="497957"/>
          </a:xfrm>
          <a:prstGeom prst="rect">
            <a:avLst/>
          </a:prstGeom>
          <a:noFill/>
        </p:spPr>
        <p:txBody>
          <a:bodyPr wrap="square">
            <a:spAutoFit/>
          </a:bodyPr>
          <a:lstStyle/>
          <a:p>
            <a:pPr>
              <a:lnSpc>
                <a:spcPct val="120000"/>
              </a:lnSpc>
            </a:pPr>
            <a:r>
              <a:rPr lang="zh-CN" altLang="en-US" sz="2400" dirty="0">
                <a:solidFill>
                  <a:schemeClr val="tx1"/>
                </a:solidFill>
                <a:latin typeface="微软雅黑" panose="020B0503020204020204" pitchFamily="34" charset="-122"/>
                <a:ea typeface="微软雅黑" panose="020B0503020204020204" pitchFamily="34" charset="-122"/>
              </a:rPr>
              <a:t>路由器可以隔离广播帧，以及广播数据报。</a:t>
            </a:r>
            <a:endParaRPr lang="en-US" altLang="zh-CN" sz="2400" dirty="0">
              <a:solidFill>
                <a:schemeClr val="tx1"/>
              </a:solidFill>
              <a:latin typeface="微软雅黑" panose="020B0503020204020204" pitchFamily="34" charset="-122"/>
              <a:ea typeface="微软雅黑" panose="020B0503020204020204" pitchFamily="34" charset="-122"/>
            </a:endParaRPr>
          </a:p>
        </p:txBody>
      </p:sp>
      <p:pic>
        <p:nvPicPr>
          <p:cNvPr id="5" name="图片 4">
            <a:extLst>
              <a:ext uri="{FF2B5EF4-FFF2-40B4-BE49-F238E27FC236}">
                <a16:creationId xmlns:a16="http://schemas.microsoft.com/office/drawing/2014/main" id="{70BBBB12-9E54-47B8-9460-8CD65AB11B0F}"/>
              </a:ext>
            </a:extLst>
          </p:cNvPr>
          <p:cNvPicPr>
            <a:picLocks noChangeAspect="1"/>
          </p:cNvPicPr>
          <p:nvPr/>
        </p:nvPicPr>
        <p:blipFill>
          <a:blip r:embed="rId2"/>
          <a:stretch>
            <a:fillRect/>
          </a:stretch>
        </p:blipFill>
        <p:spPr>
          <a:xfrm>
            <a:off x="3131840" y="2420888"/>
            <a:ext cx="5652629" cy="2160240"/>
          </a:xfrm>
          <a:prstGeom prst="rect">
            <a:avLst/>
          </a:prstGeom>
        </p:spPr>
      </p:pic>
      <p:sp>
        <p:nvSpPr>
          <p:cNvPr id="7" name="矩形 6">
            <a:extLst>
              <a:ext uri="{FF2B5EF4-FFF2-40B4-BE49-F238E27FC236}">
                <a16:creationId xmlns:a16="http://schemas.microsoft.com/office/drawing/2014/main" id="{C8E81151-C627-4566-809F-6E22A44A36FB}"/>
              </a:ext>
            </a:extLst>
          </p:cNvPr>
          <p:cNvSpPr/>
          <p:nvPr/>
        </p:nvSpPr>
        <p:spPr bwMode="auto">
          <a:xfrm>
            <a:off x="467543" y="4784979"/>
            <a:ext cx="8316925" cy="1171739"/>
          </a:xfrm>
          <a:prstGeom prst="rect">
            <a:avLst/>
          </a:prstGeom>
          <a:solidFill>
            <a:schemeClr val="bg1">
              <a:lumMod val="95000"/>
            </a:schemeClr>
          </a:solidFill>
          <a:ln>
            <a:noFill/>
          </a:ln>
          <a:effectLst/>
        </p:spPr>
        <p:txBody>
          <a:bodyPr vert="horz" wrap="square" lIns="91440" tIns="45720" rIns="91440" bIns="45720" numCol="1" rtlCol="0" anchor="b" anchorCtr="0" compatLnSpc="1">
            <a:prstTxWarp prst="textNoShape">
              <a:avLst/>
            </a:prstTxWarp>
          </a:bodyPr>
          <a:lstStyle/>
          <a:p>
            <a:pPr marL="342900" marR="0" indent="-342900" defTabSz="914400" rtl="0" eaLnBrk="1" fontAlgn="base" latinLnBrk="0" hangingPunct="1">
              <a:lnSpc>
                <a:spcPct val="120000"/>
              </a:lnSpc>
              <a:spcBef>
                <a:spcPct val="0"/>
              </a:spcBef>
              <a:spcAft>
                <a:spcPct val="0"/>
              </a:spcAft>
              <a:buClrTx/>
              <a:buSzTx/>
              <a:buFont typeface="Wingdings" panose="05000000000000000000" pitchFamily="2" charset="2"/>
              <a:buChar char="l"/>
              <a:tabLst/>
            </a:pPr>
            <a:r>
              <a:rPr lang="zh-CN" altLang="en-US" sz="2000" dirty="0">
                <a:solidFill>
                  <a:schemeClr val="tx1"/>
                </a:solidFill>
                <a:latin typeface="微软雅黑" panose="020B0503020204020204" pitchFamily="34" charset="-122"/>
                <a:ea typeface="微软雅黑" panose="020B0503020204020204" pitchFamily="34" charset="-122"/>
              </a:rPr>
              <a:t>该接口收到一个广播帧，是否要向其他接口转发？</a:t>
            </a:r>
            <a:endParaRPr lang="en-US" altLang="zh-CN" sz="2000" dirty="0">
              <a:solidFill>
                <a:schemeClr val="tx1"/>
              </a:solidFill>
              <a:latin typeface="微软雅黑" panose="020B0503020204020204" pitchFamily="34" charset="-122"/>
              <a:ea typeface="微软雅黑" panose="020B0503020204020204" pitchFamily="34" charset="-122"/>
            </a:endParaRPr>
          </a:p>
          <a:p>
            <a:pPr marL="342900" marR="0" indent="-342900" defTabSz="914400" rtl="0" eaLnBrk="1" fontAlgn="base" latinLnBrk="0" hangingPunct="1">
              <a:lnSpc>
                <a:spcPct val="120000"/>
              </a:lnSpc>
              <a:spcBef>
                <a:spcPct val="0"/>
              </a:spcBef>
              <a:spcAft>
                <a:spcPct val="0"/>
              </a:spcAft>
              <a:buClrTx/>
              <a:buSzTx/>
              <a:buFont typeface="Wingdings" panose="05000000000000000000" pitchFamily="2" charset="2"/>
              <a:buChar char="l"/>
              <a:tabLst/>
            </a:pPr>
            <a:r>
              <a:rPr kumimoji="0" lang="zh-CN" altLang="en-US"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该接口收到一个</a:t>
            </a:r>
            <a:r>
              <a:rPr lang="zh-CN" altLang="en-US" sz="2000" dirty="0">
                <a:solidFill>
                  <a:schemeClr val="tx1"/>
                </a:solidFill>
                <a:latin typeface="微软雅黑" panose="020B0503020204020204" pitchFamily="34" charset="-122"/>
                <a:ea typeface="微软雅黑" panose="020B0503020204020204" pitchFamily="34" charset="-122"/>
              </a:rPr>
              <a:t>目的</a:t>
            </a:r>
            <a:r>
              <a:rPr lang="en-US" altLang="zh-CN" sz="2000" dirty="0">
                <a:solidFill>
                  <a:schemeClr val="tx1"/>
                </a:solidFill>
                <a:latin typeface="微软雅黑" panose="020B0503020204020204" pitchFamily="34" charset="-122"/>
                <a:ea typeface="微软雅黑" panose="020B0503020204020204" pitchFamily="34" charset="-122"/>
              </a:rPr>
              <a:t>IP</a:t>
            </a:r>
            <a:r>
              <a:rPr lang="zh-CN" altLang="en-US" sz="2000" dirty="0">
                <a:solidFill>
                  <a:schemeClr val="tx1"/>
                </a:solidFill>
                <a:latin typeface="微软雅黑" panose="020B0503020204020204" pitchFamily="34" charset="-122"/>
                <a:ea typeface="微软雅黑" panose="020B0503020204020204" pitchFamily="34" charset="-122"/>
              </a:rPr>
              <a:t>地址为</a:t>
            </a:r>
            <a:r>
              <a:rPr lang="en-US" altLang="zh-CN" sz="2000" dirty="0">
                <a:solidFill>
                  <a:schemeClr val="tx1"/>
                </a:solidFill>
                <a:latin typeface="微软雅黑" panose="020B0503020204020204" pitchFamily="34" charset="-122"/>
                <a:ea typeface="微软雅黑" panose="020B0503020204020204" pitchFamily="34" charset="-122"/>
              </a:rPr>
              <a:t>255.255.255.255</a:t>
            </a:r>
            <a:r>
              <a:rPr lang="zh-CN" altLang="en-US" sz="2000" dirty="0">
                <a:solidFill>
                  <a:schemeClr val="tx1"/>
                </a:solidFill>
                <a:latin typeface="微软雅黑" panose="020B0503020204020204" pitchFamily="34" charset="-122"/>
                <a:ea typeface="微软雅黑" panose="020B0503020204020204" pitchFamily="34" charset="-122"/>
              </a:rPr>
              <a:t>的数据报，是否需要向其他端口转发？</a:t>
            </a:r>
            <a:endParaRPr kumimoji="0" lang="zh-CN" altLang="en-US"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p:txBody>
      </p:sp>
      <p:cxnSp>
        <p:nvCxnSpPr>
          <p:cNvPr id="10" name="直接箭头连接符 9">
            <a:extLst>
              <a:ext uri="{FF2B5EF4-FFF2-40B4-BE49-F238E27FC236}">
                <a16:creationId xmlns:a16="http://schemas.microsoft.com/office/drawing/2014/main" id="{9487A054-8B66-4EAA-B193-2329549A74C9}"/>
              </a:ext>
            </a:extLst>
          </p:cNvPr>
          <p:cNvCxnSpPr/>
          <p:nvPr/>
        </p:nvCxnSpPr>
        <p:spPr bwMode="auto">
          <a:xfrm flipH="1">
            <a:off x="3419872" y="3613241"/>
            <a:ext cx="904180" cy="1171738"/>
          </a:xfrm>
          <a:prstGeom prst="straightConnector1">
            <a:avLst/>
          </a:prstGeom>
          <a:noFill/>
          <a:ln w="63500" cap="flat" cmpd="sng" algn="ctr">
            <a:solidFill>
              <a:schemeClr val="tx1"/>
            </a:solidFill>
            <a:prstDash val="solid"/>
            <a:round/>
            <a:headEnd type="triangl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 name="连接符: 曲线 13">
            <a:extLst>
              <a:ext uri="{FF2B5EF4-FFF2-40B4-BE49-F238E27FC236}">
                <a16:creationId xmlns:a16="http://schemas.microsoft.com/office/drawing/2014/main" id="{8BCB88AA-818A-4C8F-8E76-69B143310409}"/>
              </a:ext>
            </a:extLst>
          </p:cNvPr>
          <p:cNvCxnSpPr/>
          <p:nvPr/>
        </p:nvCxnSpPr>
        <p:spPr bwMode="auto">
          <a:xfrm>
            <a:off x="4067944" y="2971937"/>
            <a:ext cx="914400" cy="914400"/>
          </a:xfrm>
          <a:prstGeom prst="curvedConnector3">
            <a:avLst/>
          </a:prstGeom>
          <a:noFill/>
          <a:ln>
            <a:noFill/>
            <a:tailEnd type="triangle"/>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9" name="文本框 28">
            <a:extLst>
              <a:ext uri="{FF2B5EF4-FFF2-40B4-BE49-F238E27FC236}">
                <a16:creationId xmlns:a16="http://schemas.microsoft.com/office/drawing/2014/main" id="{13534CA4-CCCA-45ED-B79C-409818D7A636}"/>
              </a:ext>
            </a:extLst>
          </p:cNvPr>
          <p:cNvSpPr txBox="1"/>
          <p:nvPr/>
        </p:nvSpPr>
        <p:spPr>
          <a:xfrm>
            <a:off x="395537" y="5956718"/>
            <a:ext cx="8492792" cy="707886"/>
          </a:xfrm>
          <a:prstGeom prst="rect">
            <a:avLst/>
          </a:prstGeom>
          <a:noFill/>
        </p:spPr>
        <p:txBody>
          <a:bodyPr wrap="square">
            <a:spAutoFit/>
          </a:bodyPr>
          <a:lstStyle/>
          <a:p>
            <a:pPr algn="just"/>
            <a:r>
              <a:rPr lang="zh-CN" altLang="en-US" sz="2000" dirty="0">
                <a:solidFill>
                  <a:srgbClr val="0070C0"/>
                </a:solidFill>
                <a:latin typeface="微软雅黑" panose="020B0503020204020204" pitchFamily="34" charset="-122"/>
                <a:ea typeface="微软雅黑" panose="020B0503020204020204" pitchFamily="34" charset="-122"/>
              </a:rPr>
              <a:t>路由器是根据目标</a:t>
            </a:r>
            <a:r>
              <a:rPr lang="en-US" altLang="zh-CN" sz="2000" dirty="0">
                <a:solidFill>
                  <a:srgbClr val="0070C0"/>
                </a:solidFill>
                <a:latin typeface="微软雅黑" panose="020B0503020204020204" pitchFamily="34" charset="-122"/>
                <a:ea typeface="微软雅黑" panose="020B0503020204020204" pitchFamily="34" charset="-122"/>
              </a:rPr>
              <a:t>IP</a:t>
            </a:r>
            <a:r>
              <a:rPr lang="zh-CN" altLang="en-US" sz="2000" dirty="0">
                <a:solidFill>
                  <a:srgbClr val="0070C0"/>
                </a:solidFill>
                <a:latin typeface="微软雅黑" panose="020B0503020204020204" pitchFamily="34" charset="-122"/>
                <a:ea typeface="微软雅黑" panose="020B0503020204020204" pitchFamily="34" charset="-122"/>
              </a:rPr>
              <a:t>地址转发的，</a:t>
            </a:r>
            <a:r>
              <a:rPr lang="en-US" altLang="zh-CN" sz="2000" dirty="0">
                <a:solidFill>
                  <a:srgbClr val="0070C0"/>
                </a:solidFill>
                <a:latin typeface="微软雅黑" panose="020B0503020204020204" pitchFamily="34" charset="-122"/>
                <a:ea typeface="微软雅黑" panose="020B0503020204020204" pitchFamily="34" charset="-122"/>
              </a:rPr>
              <a:t>MAC</a:t>
            </a:r>
            <a:r>
              <a:rPr lang="zh-CN" altLang="en-US" sz="2000" dirty="0">
                <a:solidFill>
                  <a:srgbClr val="0070C0"/>
                </a:solidFill>
                <a:latin typeface="微软雅黑" panose="020B0503020204020204" pitchFamily="34" charset="-122"/>
                <a:ea typeface="微软雅黑" panose="020B0503020204020204" pitchFamily="34" charset="-122"/>
              </a:rPr>
              <a:t>地址它是看不到的，对其转发不起作用；当它收到广播数据报时不会转发。</a:t>
            </a:r>
            <a:endParaRPr lang="zh-CN" altLang="en-US" sz="2000" dirty="0">
              <a:solidFill>
                <a:srgbClr val="0070C0"/>
              </a:solidFill>
            </a:endParaRPr>
          </a:p>
        </p:txBody>
      </p:sp>
    </p:spTree>
    <p:extLst>
      <p:ext uri="{BB962C8B-B14F-4D97-AF65-F5344CB8AC3E}">
        <p14:creationId xmlns:p14="http://schemas.microsoft.com/office/powerpoint/2010/main" val="3984939040"/>
      </p:ext>
    </p:extLst>
  </p:cSld>
  <p:clrMapOvr>
    <a:masterClrMapping/>
  </p:clrMapOvr>
  <p:transition spd="slow"/>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A9B280CB-D44C-450B-91C7-C4D8CF9D3F59}"/>
              </a:ext>
            </a:extLst>
          </p:cNvPr>
          <p:cNvSpPr txBox="1"/>
          <p:nvPr/>
        </p:nvSpPr>
        <p:spPr>
          <a:xfrm>
            <a:off x="179512" y="836712"/>
            <a:ext cx="8712968" cy="1200329"/>
          </a:xfrm>
          <a:prstGeom prst="rect">
            <a:avLst/>
          </a:prstGeom>
          <a:solidFill>
            <a:schemeClr val="bg1"/>
          </a:solidFill>
        </p:spPr>
        <p:txBody>
          <a:bodyPr wrap="square">
            <a:spAutoFit/>
          </a:bodyPr>
          <a:lstStyle/>
          <a:p>
            <a:r>
              <a:rPr lang="en-US" altLang="zh-CN" sz="2400" dirty="0">
                <a:solidFill>
                  <a:schemeClr val="tx1"/>
                </a:solidFill>
                <a:effectLst/>
                <a:ea typeface="等线" panose="02010600030101010101" pitchFamily="2" charset="-122"/>
                <a:cs typeface="Times New Roman" panose="02020603050405020304" pitchFamily="18" charset="0"/>
              </a:rPr>
              <a:t>1.</a:t>
            </a:r>
            <a:r>
              <a:rPr lang="zh-CN" altLang="zh-CN" sz="2400" dirty="0">
                <a:solidFill>
                  <a:schemeClr val="tx1"/>
                </a:solidFill>
                <a:effectLst/>
                <a:ea typeface="等线" panose="02010600030101010101" pitchFamily="2" charset="-122"/>
                <a:cs typeface="Times New Roman" panose="02020603050405020304" pitchFamily="18" charset="0"/>
              </a:rPr>
              <a:t>下表是使用无类别域间路由选择</a:t>
            </a:r>
            <a:r>
              <a:rPr lang="en-US" altLang="zh-CN" sz="2400" dirty="0">
                <a:solidFill>
                  <a:schemeClr val="tx1"/>
                </a:solidFill>
                <a:effectLst/>
                <a:ea typeface="等线" panose="02010600030101010101" pitchFamily="2" charset="-122"/>
                <a:cs typeface="Times New Roman" panose="02020603050405020304" pitchFamily="18" charset="0"/>
              </a:rPr>
              <a:t>(CIDR)</a:t>
            </a:r>
            <a:r>
              <a:rPr lang="zh-CN" altLang="zh-CN" sz="2400" dirty="0">
                <a:solidFill>
                  <a:schemeClr val="tx1"/>
                </a:solidFill>
                <a:effectLst/>
                <a:ea typeface="等线" panose="02010600030101010101" pitchFamily="2" charset="-122"/>
                <a:cs typeface="Times New Roman" panose="02020603050405020304" pitchFamily="18" charset="0"/>
              </a:rPr>
              <a:t>的路由选择表，地址字段是用十六进制表示的，试指出具有下列目标地址的</a:t>
            </a:r>
            <a:r>
              <a:rPr lang="en-US" altLang="zh-CN" sz="2400" dirty="0">
                <a:solidFill>
                  <a:schemeClr val="tx1"/>
                </a:solidFill>
                <a:effectLst/>
                <a:ea typeface="等线" panose="02010600030101010101" pitchFamily="2" charset="-122"/>
                <a:cs typeface="Times New Roman" panose="02020603050405020304" pitchFamily="18" charset="0"/>
              </a:rPr>
              <a:t> IP</a:t>
            </a:r>
            <a:r>
              <a:rPr lang="zh-CN" altLang="zh-CN" sz="2400" dirty="0">
                <a:solidFill>
                  <a:schemeClr val="tx1"/>
                </a:solidFill>
                <a:effectLst/>
                <a:ea typeface="等线" panose="02010600030101010101" pitchFamily="2" charset="-122"/>
                <a:cs typeface="Times New Roman" panose="02020603050405020304" pitchFamily="18" charset="0"/>
              </a:rPr>
              <a:t>分组将被投递到哪个下一站</a:t>
            </a:r>
            <a:r>
              <a:rPr lang="en-US" altLang="zh-CN" sz="2400" dirty="0">
                <a:solidFill>
                  <a:schemeClr val="tx1"/>
                </a:solidFill>
                <a:effectLst/>
                <a:ea typeface="等线" panose="02010600030101010101" pitchFamily="2" charset="-122"/>
                <a:cs typeface="Times New Roman" panose="02020603050405020304" pitchFamily="18" charset="0"/>
              </a:rPr>
              <a:t>?</a:t>
            </a:r>
            <a:endParaRPr lang="zh-CN" altLang="en-US" sz="2400" dirty="0">
              <a:solidFill>
                <a:schemeClr val="tx1"/>
              </a:solidFill>
            </a:endParaRPr>
          </a:p>
        </p:txBody>
      </p:sp>
      <p:pic>
        <p:nvPicPr>
          <p:cNvPr id="6" name="图片 5">
            <a:extLst>
              <a:ext uri="{FF2B5EF4-FFF2-40B4-BE49-F238E27FC236}">
                <a16:creationId xmlns:a16="http://schemas.microsoft.com/office/drawing/2014/main" id="{F7D952A4-92F3-4045-835A-55760619D577}"/>
              </a:ext>
            </a:extLst>
          </p:cNvPr>
          <p:cNvPicPr/>
          <p:nvPr/>
        </p:nvPicPr>
        <p:blipFill>
          <a:blip r:embed="rId2"/>
          <a:stretch>
            <a:fillRect/>
          </a:stretch>
        </p:blipFill>
        <p:spPr>
          <a:xfrm>
            <a:off x="539552" y="2037041"/>
            <a:ext cx="6696744" cy="1824007"/>
          </a:xfrm>
          <a:prstGeom prst="rect">
            <a:avLst/>
          </a:prstGeom>
        </p:spPr>
      </p:pic>
      <p:sp>
        <p:nvSpPr>
          <p:cNvPr id="8" name="文本框 7">
            <a:extLst>
              <a:ext uri="{FF2B5EF4-FFF2-40B4-BE49-F238E27FC236}">
                <a16:creationId xmlns:a16="http://schemas.microsoft.com/office/drawing/2014/main" id="{5C3E02BB-B777-4752-A9AB-E6CEED438998}"/>
              </a:ext>
            </a:extLst>
          </p:cNvPr>
          <p:cNvSpPr txBox="1"/>
          <p:nvPr/>
        </p:nvSpPr>
        <p:spPr>
          <a:xfrm>
            <a:off x="323528" y="4077072"/>
            <a:ext cx="2736304" cy="1569660"/>
          </a:xfrm>
          <a:prstGeom prst="rect">
            <a:avLst/>
          </a:prstGeom>
          <a:noFill/>
        </p:spPr>
        <p:txBody>
          <a:bodyPr wrap="square">
            <a:spAutoFit/>
          </a:bodyPr>
          <a:lstStyle/>
          <a:p>
            <a:pPr algn="just"/>
            <a:r>
              <a:rPr lang="en-US" altLang="zh-CN" sz="24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1)C4.5E.13.87       2)C4.5E.22.09    3)C3.41.80.02       4)5E.43.91.12</a:t>
            </a:r>
            <a:endParaRPr lang="zh-CN" altLang="zh-CN" sz="24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9" name="文本框 8">
            <a:extLst>
              <a:ext uri="{FF2B5EF4-FFF2-40B4-BE49-F238E27FC236}">
                <a16:creationId xmlns:a16="http://schemas.microsoft.com/office/drawing/2014/main" id="{B658806B-4C62-4B32-A502-333895AD67DF}"/>
              </a:ext>
            </a:extLst>
          </p:cNvPr>
          <p:cNvSpPr txBox="1"/>
          <p:nvPr/>
        </p:nvSpPr>
        <p:spPr>
          <a:xfrm>
            <a:off x="6804248" y="6014899"/>
            <a:ext cx="2339752" cy="461665"/>
          </a:xfrm>
          <a:prstGeom prst="rect">
            <a:avLst/>
          </a:prstGeom>
          <a:noFill/>
        </p:spPr>
        <p:txBody>
          <a:bodyPr wrap="square">
            <a:spAutoFit/>
          </a:bodyPr>
          <a:lstStyle/>
          <a:p>
            <a:pPr algn="just"/>
            <a:r>
              <a:rPr lang="en-US" altLang="zh-CN" sz="24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1)B 2)A 3)E 4)F</a:t>
            </a:r>
            <a:endParaRPr lang="zh-CN" altLang="zh-CN" sz="24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568530094"/>
      </p:ext>
    </p:extLst>
  </p:cSld>
  <p:clrMapOvr>
    <a:masterClrMapping/>
  </p:clrMapOvr>
  <p:transition spd="slow"/>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ChangeArrowheads="1"/>
          </p:cNvSpPr>
          <p:nvPr/>
        </p:nvSpPr>
        <p:spPr bwMode="auto">
          <a:xfrm>
            <a:off x="2781300" y="29003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500">
                <a:solidFill>
                  <a:schemeClr val="bg1"/>
                </a:solidFill>
                <a:latin typeface="黑体" panose="02010609060101010101" pitchFamily="49" charset="-122"/>
                <a:ea typeface="黑体" panose="02010609060101010101" pitchFamily="49" charset="-122"/>
              </a:defRPr>
            </a:lvl1pPr>
            <a:lvl2pPr marL="742950" indent="-285750">
              <a:defRPr sz="2500">
                <a:solidFill>
                  <a:schemeClr val="bg1"/>
                </a:solidFill>
                <a:latin typeface="黑体" panose="02010609060101010101" pitchFamily="49" charset="-122"/>
                <a:ea typeface="黑体" panose="02010609060101010101" pitchFamily="49" charset="-122"/>
              </a:defRPr>
            </a:lvl2pPr>
            <a:lvl3pPr marL="1143000" indent="-228600">
              <a:defRPr sz="2500">
                <a:solidFill>
                  <a:schemeClr val="bg1"/>
                </a:solidFill>
                <a:latin typeface="黑体" panose="02010609060101010101" pitchFamily="49" charset="-122"/>
                <a:ea typeface="黑体" panose="02010609060101010101" pitchFamily="49" charset="-122"/>
              </a:defRPr>
            </a:lvl3pPr>
            <a:lvl4pPr marL="1600200" indent="-228600">
              <a:defRPr sz="2500">
                <a:solidFill>
                  <a:schemeClr val="bg1"/>
                </a:solidFill>
                <a:latin typeface="黑体" panose="02010609060101010101" pitchFamily="49" charset="-122"/>
                <a:ea typeface="黑体" panose="02010609060101010101" pitchFamily="49" charset="-122"/>
              </a:defRPr>
            </a:lvl4pPr>
            <a:lvl5pPr marL="2057400" indent="-228600">
              <a:defRPr sz="2500">
                <a:solidFill>
                  <a:schemeClr val="bg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9pPr>
          </a:lstStyle>
          <a:p>
            <a:pPr algn="ctr" eaLnBrk="1" hangingPunct="1"/>
            <a:endParaRPr lang="zh-CN" altLang="en-US"/>
          </a:p>
        </p:txBody>
      </p:sp>
      <p:sp>
        <p:nvSpPr>
          <p:cNvPr id="50179" name="Rectangle 3"/>
          <p:cNvSpPr>
            <a:spLocks noChangeArrowheads="1"/>
          </p:cNvSpPr>
          <p:nvPr/>
        </p:nvSpPr>
        <p:spPr bwMode="auto">
          <a:xfrm>
            <a:off x="2781300" y="29003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500">
                <a:solidFill>
                  <a:schemeClr val="bg1"/>
                </a:solidFill>
                <a:latin typeface="黑体" panose="02010609060101010101" pitchFamily="49" charset="-122"/>
                <a:ea typeface="黑体" panose="02010609060101010101" pitchFamily="49" charset="-122"/>
              </a:defRPr>
            </a:lvl1pPr>
            <a:lvl2pPr marL="742950" indent="-285750">
              <a:defRPr sz="2500">
                <a:solidFill>
                  <a:schemeClr val="bg1"/>
                </a:solidFill>
                <a:latin typeface="黑体" panose="02010609060101010101" pitchFamily="49" charset="-122"/>
                <a:ea typeface="黑体" panose="02010609060101010101" pitchFamily="49" charset="-122"/>
              </a:defRPr>
            </a:lvl2pPr>
            <a:lvl3pPr marL="1143000" indent="-228600">
              <a:defRPr sz="2500">
                <a:solidFill>
                  <a:schemeClr val="bg1"/>
                </a:solidFill>
                <a:latin typeface="黑体" panose="02010609060101010101" pitchFamily="49" charset="-122"/>
                <a:ea typeface="黑体" panose="02010609060101010101" pitchFamily="49" charset="-122"/>
              </a:defRPr>
            </a:lvl3pPr>
            <a:lvl4pPr marL="1600200" indent="-228600">
              <a:defRPr sz="2500">
                <a:solidFill>
                  <a:schemeClr val="bg1"/>
                </a:solidFill>
                <a:latin typeface="黑体" panose="02010609060101010101" pitchFamily="49" charset="-122"/>
                <a:ea typeface="黑体" panose="02010609060101010101" pitchFamily="49" charset="-122"/>
              </a:defRPr>
            </a:lvl4pPr>
            <a:lvl5pPr marL="2057400" indent="-228600">
              <a:defRPr sz="2500">
                <a:solidFill>
                  <a:schemeClr val="bg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9pPr>
          </a:lstStyle>
          <a:p>
            <a:pPr algn="ctr" eaLnBrk="1" hangingPunct="1"/>
            <a:endParaRPr lang="zh-CN" altLang="en-US"/>
          </a:p>
        </p:txBody>
      </p:sp>
      <p:sp>
        <p:nvSpPr>
          <p:cNvPr id="12" name="文本框 11">
            <a:extLst>
              <a:ext uri="{FF2B5EF4-FFF2-40B4-BE49-F238E27FC236}">
                <a16:creationId xmlns:a16="http://schemas.microsoft.com/office/drawing/2014/main" id="{000EA0D1-70C5-4E1B-8C29-B381AF408AB4}"/>
              </a:ext>
            </a:extLst>
          </p:cNvPr>
          <p:cNvSpPr txBox="1"/>
          <p:nvPr/>
        </p:nvSpPr>
        <p:spPr>
          <a:xfrm>
            <a:off x="323528" y="1052736"/>
            <a:ext cx="8064896" cy="1200329"/>
          </a:xfrm>
          <a:prstGeom prst="rect">
            <a:avLst/>
          </a:prstGeom>
          <a:solidFill>
            <a:schemeClr val="bg1"/>
          </a:solidFill>
        </p:spPr>
        <p:txBody>
          <a:bodyPr wrap="square">
            <a:spAutoFit/>
          </a:bodyPr>
          <a:lstStyle/>
          <a:p>
            <a:r>
              <a:rPr lang="zh-CN" altLang="zh-CN" sz="2400" dirty="0">
                <a:solidFill>
                  <a:schemeClr val="tx1"/>
                </a:solidFill>
                <a:effectLst/>
                <a:ea typeface="等线" panose="02010600030101010101" pitchFamily="2" charset="-122"/>
                <a:cs typeface="Times New Roman" panose="02020603050405020304" pitchFamily="18" charset="0"/>
              </a:rPr>
              <a:t>路由器</a:t>
            </a:r>
            <a:r>
              <a:rPr lang="en-US" altLang="zh-CN" sz="2400" dirty="0">
                <a:solidFill>
                  <a:schemeClr val="tx1"/>
                </a:solidFill>
                <a:effectLst/>
                <a:ea typeface="等线" panose="02010600030101010101" pitchFamily="2" charset="-122"/>
                <a:cs typeface="Times New Roman" panose="02020603050405020304" pitchFamily="18" charset="0"/>
              </a:rPr>
              <a:t> R0 </a:t>
            </a:r>
            <a:r>
              <a:rPr lang="zh-CN" altLang="zh-CN" sz="2400" dirty="0">
                <a:solidFill>
                  <a:schemeClr val="tx1"/>
                </a:solidFill>
                <a:effectLst/>
                <a:ea typeface="等线" panose="02010600030101010101" pitchFamily="2" charset="-122"/>
                <a:cs typeface="Times New Roman" panose="02020603050405020304" pitchFamily="18" charset="0"/>
              </a:rPr>
              <a:t>的路由表见下表。若进入路由器</a:t>
            </a:r>
            <a:r>
              <a:rPr lang="en-US" altLang="zh-CN" sz="2400" dirty="0">
                <a:solidFill>
                  <a:schemeClr val="tx1"/>
                </a:solidFill>
                <a:effectLst/>
                <a:ea typeface="等线" panose="02010600030101010101" pitchFamily="2" charset="-122"/>
                <a:cs typeface="Times New Roman" panose="02020603050405020304" pitchFamily="18" charset="0"/>
              </a:rPr>
              <a:t> R0 </a:t>
            </a:r>
            <a:r>
              <a:rPr lang="zh-CN" altLang="zh-CN" sz="2400" dirty="0">
                <a:solidFill>
                  <a:schemeClr val="tx1"/>
                </a:solidFill>
                <a:effectLst/>
                <a:ea typeface="等线" panose="02010600030101010101" pitchFamily="2" charset="-122"/>
                <a:cs typeface="Times New Roman" panose="02020603050405020304" pitchFamily="18" charset="0"/>
              </a:rPr>
              <a:t>的分组的目的地址为</a:t>
            </a:r>
            <a:r>
              <a:rPr lang="en-US" altLang="zh-CN" sz="2400" dirty="0">
                <a:solidFill>
                  <a:schemeClr val="tx1"/>
                </a:solidFill>
                <a:effectLst/>
                <a:ea typeface="等线" panose="02010600030101010101" pitchFamily="2" charset="-122"/>
                <a:cs typeface="Times New Roman" panose="02020603050405020304" pitchFamily="18" charset="0"/>
              </a:rPr>
              <a:t> 132.19.237.5</a:t>
            </a:r>
            <a:r>
              <a:rPr lang="zh-CN" altLang="zh-CN" sz="2400" dirty="0">
                <a:solidFill>
                  <a:schemeClr val="tx1"/>
                </a:solidFill>
                <a:effectLst/>
                <a:ea typeface="等线" panose="02010600030101010101" pitchFamily="2" charset="-122"/>
                <a:cs typeface="Times New Roman" panose="02020603050405020304" pitchFamily="18" charset="0"/>
              </a:rPr>
              <a:t>，则该分组应该被转发到</a:t>
            </a:r>
            <a:r>
              <a:rPr lang="en-US" altLang="zh-CN" sz="2400" dirty="0">
                <a:solidFill>
                  <a:schemeClr val="tx1"/>
                </a:solidFill>
                <a:effectLst/>
                <a:ea typeface="等线" panose="02010600030101010101" pitchFamily="2" charset="-122"/>
                <a:cs typeface="Times New Roman" panose="02020603050405020304" pitchFamily="18" charset="0"/>
              </a:rPr>
              <a:t>(    )</a:t>
            </a:r>
            <a:r>
              <a:rPr lang="zh-CN" altLang="zh-CN" sz="2400" dirty="0">
                <a:solidFill>
                  <a:schemeClr val="tx1"/>
                </a:solidFill>
                <a:effectLst/>
                <a:ea typeface="等线" panose="02010600030101010101" pitchFamily="2" charset="-122"/>
                <a:cs typeface="Times New Roman" panose="02020603050405020304" pitchFamily="18" charset="0"/>
              </a:rPr>
              <a:t>下一跳路由器。</a:t>
            </a:r>
            <a:endParaRPr lang="zh-CN" altLang="en-US" sz="2400" dirty="0">
              <a:solidFill>
                <a:schemeClr val="tx1"/>
              </a:solidFill>
            </a:endParaRPr>
          </a:p>
        </p:txBody>
      </p:sp>
      <p:pic>
        <p:nvPicPr>
          <p:cNvPr id="13" name="图片 12">
            <a:extLst>
              <a:ext uri="{FF2B5EF4-FFF2-40B4-BE49-F238E27FC236}">
                <a16:creationId xmlns:a16="http://schemas.microsoft.com/office/drawing/2014/main" id="{7EEB7415-9D97-4ACD-99D4-C220764C3D38}"/>
              </a:ext>
            </a:extLst>
          </p:cNvPr>
          <p:cNvPicPr/>
          <p:nvPr/>
        </p:nvPicPr>
        <p:blipFill>
          <a:blip r:embed="rId2"/>
          <a:stretch>
            <a:fillRect/>
          </a:stretch>
        </p:blipFill>
        <p:spPr>
          <a:xfrm>
            <a:off x="2749426" y="1851972"/>
            <a:ext cx="3838798" cy="1937067"/>
          </a:xfrm>
          <a:prstGeom prst="rect">
            <a:avLst/>
          </a:prstGeom>
        </p:spPr>
      </p:pic>
      <p:sp>
        <p:nvSpPr>
          <p:cNvPr id="15" name="文本框 14">
            <a:extLst>
              <a:ext uri="{FF2B5EF4-FFF2-40B4-BE49-F238E27FC236}">
                <a16:creationId xmlns:a16="http://schemas.microsoft.com/office/drawing/2014/main" id="{0CCD448E-FCB3-4672-B934-D6A8DBC23C87}"/>
              </a:ext>
            </a:extLst>
          </p:cNvPr>
          <p:cNvSpPr txBox="1"/>
          <p:nvPr/>
        </p:nvSpPr>
        <p:spPr>
          <a:xfrm>
            <a:off x="323528" y="3813178"/>
            <a:ext cx="5883014" cy="461665"/>
          </a:xfrm>
          <a:prstGeom prst="rect">
            <a:avLst/>
          </a:prstGeom>
          <a:noFill/>
        </p:spPr>
        <p:txBody>
          <a:bodyPr wrap="square">
            <a:spAutoFit/>
          </a:bodyPr>
          <a:lstStyle/>
          <a:p>
            <a:pPr algn="just"/>
            <a:r>
              <a:rPr lang="en-US" altLang="zh-CN" sz="24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A. RI     </a:t>
            </a:r>
            <a:r>
              <a:rPr lang="en-US" altLang="zh-CN" sz="2400" kern="100" dirty="0">
                <a:solidFill>
                  <a:srgbClr val="0070C0"/>
                </a:solidFill>
                <a:effectLst/>
                <a:latin typeface="等线" panose="02010600030101010101" pitchFamily="2" charset="-122"/>
                <a:ea typeface="等线" panose="02010600030101010101" pitchFamily="2" charset="-122"/>
                <a:cs typeface="Times New Roman" panose="02020603050405020304" pitchFamily="18" charset="0"/>
              </a:rPr>
              <a:t>B. R2       </a:t>
            </a:r>
            <a:r>
              <a:rPr lang="en-US" altLang="zh-CN" sz="24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C.R3          D. R4</a:t>
            </a:r>
            <a:endParaRPr lang="zh-CN" altLang="zh-CN" sz="24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418362943"/>
      </p:ext>
    </p:extLst>
  </p:cSld>
  <p:clrMapOvr>
    <a:masterClrMapping/>
  </p:clrMapOvr>
  <p:transition spd="slow"/>
</p:sld>
</file>

<file path=ppt/theme/theme1.xml><?xml version="1.0" encoding="utf-8"?>
<a:theme xmlns:a="http://schemas.openxmlformats.org/drawingml/2006/main" name="自定义设计方案">
  <a:themeElements>
    <a:clrScheme name="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自定义设计方案">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b"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2500" b="0" i="0" u="none" strike="noStrike" cap="none" normalizeH="0" baseline="0" smtClean="0">
            <a:ln>
              <a:noFill/>
            </a:ln>
            <a:solidFill>
              <a:schemeClr val="bg1"/>
            </a:solidFill>
            <a:effectLst/>
            <a:latin typeface="黑体" pitchFamily="49" charset="-122"/>
            <a:ea typeface="黑体" pitchFamily="49" charset="-122"/>
          </a:defRPr>
        </a:defPPr>
      </a:lstStyle>
    </a:spDef>
    <a:ln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b"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2500" b="0" i="0" u="none" strike="noStrike" cap="none" normalizeH="0" baseline="0" smtClean="0">
            <a:ln>
              <a:noFill/>
            </a:ln>
            <a:solidFill>
              <a:schemeClr val="bg1"/>
            </a:solidFill>
            <a:effectLst/>
            <a:latin typeface="黑体" pitchFamily="49" charset="-122"/>
            <a:ea typeface="黑体" pitchFamily="49" charset="-122"/>
          </a:defRPr>
        </a:defPPr>
      </a:lstStyle>
    </a:lnDef>
  </a:objectDefaults>
  <a:extraClrSchemeLst>
    <a:extraClrScheme>
      <a:clrScheme name="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自定义设计方案">
  <a:themeElements>
    <a:clrScheme name="1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1_自定义设计方案">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b"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2500" b="0" i="0" u="none" strike="noStrike" cap="none" normalizeH="0" baseline="0" smtClean="0">
            <a:ln>
              <a:noFill/>
            </a:ln>
            <a:solidFill>
              <a:schemeClr val="bg1"/>
            </a:solidFill>
            <a:effectLst/>
            <a:latin typeface="黑体" pitchFamily="49" charset="-122"/>
            <a:ea typeface="黑体" pitchFamily="49" charset="-122"/>
          </a:defRPr>
        </a:defPPr>
      </a:lstStyle>
    </a:spDef>
    <a:ln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b"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2500" b="0" i="0" u="none" strike="noStrike" cap="none" normalizeH="0" baseline="0" smtClean="0">
            <a:ln>
              <a:noFill/>
            </a:ln>
            <a:solidFill>
              <a:schemeClr val="bg1"/>
            </a:solidFill>
            <a:effectLst/>
            <a:latin typeface="黑体" pitchFamily="49" charset="-122"/>
            <a:ea typeface="黑体" pitchFamily="49" charset="-122"/>
          </a:defRPr>
        </a:defPPr>
      </a:lstStyle>
    </a:lnDef>
  </a:objectDefaults>
  <a:extraClrSchemeLst>
    <a:extraClrScheme>
      <a:clrScheme name="1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Profile">
  <a:themeElements>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Profile">
      <a:majorFont>
        <a:latin typeface="Verdana"/>
        <a:ea typeface="宋体"/>
        <a:cs typeface=""/>
      </a:majorFont>
      <a:minorFont>
        <a:latin typeface="Verdan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b"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2500" b="0" i="0" u="none" strike="noStrike" cap="none" normalizeH="0" baseline="0" smtClean="0">
            <a:ln>
              <a:noFill/>
            </a:ln>
            <a:solidFill>
              <a:schemeClr val="bg1"/>
            </a:solidFill>
            <a:effectLst/>
            <a:latin typeface="黑体" pitchFamily="49" charset="-122"/>
            <a:ea typeface="黑体" pitchFamily="49" charset="-122"/>
          </a:defRPr>
        </a:defPPr>
      </a:lstStyle>
    </a:spDef>
    <a:ln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b"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2500" b="0" i="0" u="none" strike="noStrike" cap="none" normalizeH="0" baseline="0" smtClean="0">
            <a:ln>
              <a:noFill/>
            </a:ln>
            <a:solidFill>
              <a:schemeClr val="bg1"/>
            </a:solidFill>
            <a:effectLst/>
            <a:latin typeface="黑体" pitchFamily="49" charset="-122"/>
            <a:ea typeface="黑体" pitchFamily="49" charset="-122"/>
          </a:defRPr>
        </a:defPPr>
      </a:lstStyle>
    </a:lnDef>
  </a:objectDefaults>
  <a:extraClrSchemeLst>
    <a:extraClrScheme>
      <a:clrScheme name="Profile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Profile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Profile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Profile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Profile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Profile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Profile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Profile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7966</TotalTime>
  <Words>1383</Words>
  <Application>Microsoft Office PowerPoint</Application>
  <PresentationFormat>全屏显示(4:3)</PresentationFormat>
  <Paragraphs>163</Paragraphs>
  <Slides>23</Slides>
  <Notes>0</Notes>
  <HiddenSlides>0</HiddenSlides>
  <MMClips>0</MMClips>
  <ScaleCrop>false</ScaleCrop>
  <HeadingPairs>
    <vt:vector size="8" baseType="variant">
      <vt:variant>
        <vt:lpstr>已用的字体</vt:lpstr>
      </vt:variant>
      <vt:variant>
        <vt:i4>12</vt:i4>
      </vt:variant>
      <vt:variant>
        <vt:lpstr>主题</vt:lpstr>
      </vt:variant>
      <vt:variant>
        <vt:i4>3</vt:i4>
      </vt:variant>
      <vt:variant>
        <vt:lpstr>嵌入 OLE 服务器</vt:lpstr>
      </vt:variant>
      <vt:variant>
        <vt:i4>1</vt:i4>
      </vt:variant>
      <vt:variant>
        <vt:lpstr>幻灯片标题</vt:lpstr>
      </vt:variant>
      <vt:variant>
        <vt:i4>23</vt:i4>
      </vt:variant>
    </vt:vector>
  </HeadingPairs>
  <TitlesOfParts>
    <vt:vector size="39" baseType="lpstr">
      <vt:lpstr>-apple-system</vt:lpstr>
      <vt:lpstr>PingFang SC</vt:lpstr>
      <vt:lpstr>等线</vt:lpstr>
      <vt:lpstr>黑体</vt:lpstr>
      <vt:lpstr>华文新魏</vt:lpstr>
      <vt:lpstr>华文行楷</vt:lpstr>
      <vt:lpstr>宋体</vt:lpstr>
      <vt:lpstr>微软雅黑</vt:lpstr>
      <vt:lpstr>Arial</vt:lpstr>
      <vt:lpstr>Times New Roman</vt:lpstr>
      <vt:lpstr>Verdana</vt:lpstr>
      <vt:lpstr>Wingdings</vt:lpstr>
      <vt:lpstr>自定义设计方案</vt:lpstr>
      <vt:lpstr>1_自定义设计方案</vt:lpstr>
      <vt:lpstr>Profile</vt:lpstr>
      <vt:lpstr>Visio</vt:lpstr>
      <vt:lpstr>网络层的路由选择</vt:lpstr>
      <vt:lpstr>PowerPoint 演示文稿</vt:lpstr>
      <vt:lpstr>PowerPoint 演示文稿</vt:lpstr>
      <vt:lpstr>路由表</vt:lpstr>
      <vt:lpstr>路由表</vt:lpstr>
      <vt:lpstr>路由表</vt:lpstr>
      <vt:lpstr>路由表</vt:lpstr>
      <vt:lpstr>网络层转发分组的过程</vt:lpstr>
      <vt:lpstr>PowerPoint 演示文稿</vt:lpstr>
      <vt:lpstr>PowerPoint 演示文稿</vt:lpstr>
      <vt:lpstr>PowerPoint 演示文稿</vt:lpstr>
      <vt:lpstr>PowerPoint 演示文稿</vt:lpstr>
      <vt:lpstr>PowerPoint 演示文稿</vt:lpstr>
      <vt:lpstr>路由器</vt:lpstr>
      <vt:lpstr>路由器</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Administrator</dc:creator>
  <cp:lastModifiedBy>wangjimin</cp:lastModifiedBy>
  <cp:revision>1312</cp:revision>
  <dcterms:created xsi:type="dcterms:W3CDTF">1601-01-01T00:00:00Z</dcterms:created>
  <dcterms:modified xsi:type="dcterms:W3CDTF">2026-02-26T02:05:13Z</dcterms:modified>
</cp:coreProperties>
</file>