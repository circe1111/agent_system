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33" r:id="rId1"/>
    <p:sldMasterId id="2147483734" r:id="rId2"/>
    <p:sldMasterId id="2147483735" r:id="rId3"/>
  </p:sldMasterIdLst>
  <p:notesMasterIdLst>
    <p:notesMasterId r:id="rId13"/>
  </p:notesMasterIdLst>
  <p:handoutMasterIdLst>
    <p:handoutMasterId r:id="rId14"/>
  </p:handoutMasterIdLst>
  <p:sldIdLst>
    <p:sldId id="397" r:id="rId4"/>
    <p:sldId id="777" r:id="rId5"/>
    <p:sldId id="764" r:id="rId6"/>
    <p:sldId id="778" r:id="rId7"/>
    <p:sldId id="765" r:id="rId8"/>
    <p:sldId id="767" r:id="rId9"/>
    <p:sldId id="779" r:id="rId10"/>
    <p:sldId id="780" r:id="rId11"/>
    <p:sldId id="781" r:id="rId12"/>
  </p:sldIdLst>
  <p:sldSz cx="9144000" cy="6858000" type="screen4x3"/>
  <p:notesSz cx="6858000" cy="9144000"/>
  <p:defaultTextStyle>
    <a:defPPr>
      <a:defRPr lang="en-US"/>
    </a:defPPr>
    <a:lvl1pPr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1pPr>
    <a:lvl2pPr marL="457200"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2pPr>
    <a:lvl3pPr marL="914400"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3pPr>
    <a:lvl4pPr marL="1371600"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4pPr>
    <a:lvl5pPr marL="1828800"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5pPr>
    <a:lvl6pPr marL="2286000" algn="l" defTabSz="914400" rtl="0" eaLnBrk="1" latinLnBrk="0" hangingPunct="1">
      <a:defRPr sz="2500" kern="1200">
        <a:solidFill>
          <a:schemeClr val="bg1"/>
        </a:solidFill>
        <a:latin typeface="黑体" panose="02010609060101010101" pitchFamily="49" charset="-122"/>
        <a:ea typeface="黑体" panose="02010609060101010101" pitchFamily="49" charset="-122"/>
        <a:cs typeface="+mn-cs"/>
      </a:defRPr>
    </a:lvl6pPr>
    <a:lvl7pPr marL="2743200" algn="l" defTabSz="914400" rtl="0" eaLnBrk="1" latinLnBrk="0" hangingPunct="1">
      <a:defRPr sz="2500" kern="1200">
        <a:solidFill>
          <a:schemeClr val="bg1"/>
        </a:solidFill>
        <a:latin typeface="黑体" panose="02010609060101010101" pitchFamily="49" charset="-122"/>
        <a:ea typeface="黑体" panose="02010609060101010101" pitchFamily="49" charset="-122"/>
        <a:cs typeface="+mn-cs"/>
      </a:defRPr>
    </a:lvl7pPr>
    <a:lvl8pPr marL="3200400" algn="l" defTabSz="914400" rtl="0" eaLnBrk="1" latinLnBrk="0" hangingPunct="1">
      <a:defRPr sz="2500" kern="1200">
        <a:solidFill>
          <a:schemeClr val="bg1"/>
        </a:solidFill>
        <a:latin typeface="黑体" panose="02010609060101010101" pitchFamily="49" charset="-122"/>
        <a:ea typeface="黑体" panose="02010609060101010101" pitchFamily="49" charset="-122"/>
        <a:cs typeface="+mn-cs"/>
      </a:defRPr>
    </a:lvl8pPr>
    <a:lvl9pPr marL="3657600" algn="l" defTabSz="914400" rtl="0" eaLnBrk="1" latinLnBrk="0" hangingPunct="1">
      <a:defRPr sz="2500" kern="1200">
        <a:solidFill>
          <a:schemeClr val="bg1"/>
        </a:solidFill>
        <a:latin typeface="黑体" panose="02010609060101010101" pitchFamily="49" charset="-122"/>
        <a:ea typeface="黑体" panose="02010609060101010101" pitchFamily="49" charset="-122"/>
        <a:cs typeface="+mn-cs"/>
      </a:defRPr>
    </a:lvl9pPr>
  </p:defaultTextStyle>
  <p:extLst>
    <p:ext uri="{EFAFB233-063F-42B5-8137-9DF3F51BA10A}">
      <p15:sldGuideLst xmlns:p15="http://schemas.microsoft.com/office/powerpoint/2012/main">
        <p15:guide id="1" orient="horz" pos="2205">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516FA7"/>
    <a:srgbClr val="CCECFF"/>
    <a:srgbClr val="CC0000"/>
    <a:srgbClr val="FF9933"/>
    <a:srgbClr val="FFCC00"/>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90" autoAdjust="0"/>
    <p:restoredTop sz="99822" autoAdjust="0"/>
  </p:normalViewPr>
  <p:slideViewPr>
    <p:cSldViewPr>
      <p:cViewPr varScale="1">
        <p:scale>
          <a:sx n="96" d="100"/>
          <a:sy n="96" d="100"/>
        </p:scale>
        <p:origin x="969" y="36"/>
      </p:cViewPr>
      <p:guideLst>
        <p:guide orient="horz" pos="2205"/>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41" d="100"/>
          <a:sy n="41" d="100"/>
        </p:scale>
        <p:origin x="-2050"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presProps" Target="pres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85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200">
                <a:solidFill>
                  <a:schemeClr val="tx1"/>
                </a:solidFill>
                <a:latin typeface="Times New Roman" pitchFamily="18" charset="0"/>
                <a:ea typeface="宋体" pitchFamily="2" charset="-122"/>
              </a:defRPr>
            </a:lvl1pPr>
          </a:lstStyle>
          <a:p>
            <a:pPr>
              <a:defRPr/>
            </a:pPr>
            <a:endParaRPr lang="zh-CN" altLang="en-US"/>
          </a:p>
        </p:txBody>
      </p:sp>
      <p:sp>
        <p:nvSpPr>
          <p:cNvPr id="238595"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a:solidFill>
                  <a:schemeClr val="tx1"/>
                </a:solidFill>
                <a:latin typeface="Times New Roman" pitchFamily="18" charset="0"/>
                <a:ea typeface="宋体" pitchFamily="2" charset="-122"/>
              </a:defRPr>
            </a:lvl1pPr>
          </a:lstStyle>
          <a:p>
            <a:pPr>
              <a:defRPr/>
            </a:pPr>
            <a:fld id="{A812C172-CEE1-4D3C-A9E8-D7F0C9E9BC03}" type="datetime1">
              <a:rPr lang="zh-CN" altLang="en-US"/>
              <a:pPr>
                <a:defRPr/>
              </a:pPr>
              <a:t>2026/2/26</a:t>
            </a:fld>
            <a:endParaRPr lang="en-US" altLang="zh-CN"/>
          </a:p>
        </p:txBody>
      </p:sp>
      <p:sp>
        <p:nvSpPr>
          <p:cNvPr id="238596"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kumimoji="1" sz="1200">
                <a:solidFill>
                  <a:schemeClr val="tx1"/>
                </a:solidFill>
                <a:latin typeface="Times New Roman" pitchFamily="18" charset="0"/>
                <a:ea typeface="宋体" pitchFamily="2" charset="-122"/>
              </a:defRPr>
            </a:lvl1pPr>
          </a:lstStyle>
          <a:p>
            <a:pPr>
              <a:defRPr/>
            </a:pPr>
            <a:endParaRPr lang="en-US" altLang="zh-CN"/>
          </a:p>
        </p:txBody>
      </p:sp>
      <p:sp>
        <p:nvSpPr>
          <p:cNvPr id="238597"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a:defRPr/>
            </a:pPr>
            <a:fld id="{CCFC3374-C6E5-4E7E-97CF-A8B3CDA17237}" type="slidenum">
              <a:rPr lang="zh-CN" altLang="en-US"/>
              <a:pPr>
                <a:defRPr/>
              </a:pPr>
              <a:t>‹#›</a:t>
            </a:fld>
            <a:endParaRPr lang="en-US" altLang="zh-CN"/>
          </a:p>
        </p:txBody>
      </p:sp>
    </p:spTree>
    <p:extLst>
      <p:ext uri="{BB962C8B-B14F-4D97-AF65-F5344CB8AC3E}">
        <p14:creationId xmlns:p14="http://schemas.microsoft.com/office/powerpoint/2010/main" val="9586688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200">
                <a:solidFill>
                  <a:schemeClr val="tx1"/>
                </a:solidFill>
                <a:latin typeface="Times New Roman" pitchFamily="18" charset="0"/>
                <a:ea typeface="宋体" pitchFamily="2" charset="-122"/>
              </a:defRPr>
            </a:lvl1pPr>
          </a:lstStyle>
          <a:p>
            <a:pPr>
              <a:defRPr/>
            </a:pPr>
            <a:endParaRPr lang="zh-CN" altLang="en-US"/>
          </a:p>
        </p:txBody>
      </p:sp>
      <p:sp>
        <p:nvSpPr>
          <p:cNvPr id="614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a:solidFill>
                  <a:schemeClr val="tx1"/>
                </a:solidFill>
                <a:latin typeface="Times New Roman" pitchFamily="18" charset="0"/>
                <a:ea typeface="宋体" pitchFamily="2" charset="-122"/>
              </a:defRPr>
            </a:lvl1pPr>
          </a:lstStyle>
          <a:p>
            <a:pPr>
              <a:defRPr/>
            </a:pPr>
            <a:fld id="{D48A0AE5-8D2F-4200-B498-6FB6B51555F6}" type="datetime1">
              <a:rPr lang="zh-CN" altLang="en-US"/>
              <a:pPr>
                <a:defRPr/>
              </a:pPr>
              <a:t>2026/2/26</a:t>
            </a:fld>
            <a:endParaRPr lang="en-US" altLang="zh-CN"/>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kumimoji="1" sz="1200">
                <a:solidFill>
                  <a:schemeClr val="tx1"/>
                </a:solidFill>
                <a:latin typeface="Times New Roman" pitchFamily="18" charset="0"/>
                <a:ea typeface="宋体" pitchFamily="2" charset="-122"/>
              </a:defRPr>
            </a:lvl1pPr>
          </a:lstStyle>
          <a:p>
            <a:pPr>
              <a:defRPr/>
            </a:pPr>
            <a:endParaRPr lang="en-US" altLang="zh-CN"/>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a:defRPr/>
            </a:pPr>
            <a:fld id="{87F1822A-9CC5-4843-A245-DC14902FBF44}" type="slidenum">
              <a:rPr lang="zh-CN" altLang="en-US"/>
              <a:pPr>
                <a:defRPr/>
              </a:pPr>
              <a:t>‹#›</a:t>
            </a:fld>
            <a:endParaRPr lang="en-US" altLang="zh-CN"/>
          </a:p>
        </p:txBody>
      </p:sp>
    </p:spTree>
    <p:extLst>
      <p:ext uri="{BB962C8B-B14F-4D97-AF65-F5344CB8AC3E}">
        <p14:creationId xmlns:p14="http://schemas.microsoft.com/office/powerpoint/2010/main" val="1688959366"/>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DBCE8317-D3B4-4656-AD80-74893E3ADDCC}" type="datetime1">
              <a:rPr lang="zh-CN" altLang="en-US" smtClean="0"/>
              <a:pPr>
                <a:spcBef>
                  <a:spcPct val="0"/>
                </a:spcBef>
              </a:pPr>
              <a:t>2026/2/26</a:t>
            </a:fld>
            <a:endParaRPr lang="en-US" altLang="zh-CN"/>
          </a:p>
        </p:txBody>
      </p:sp>
      <p:sp>
        <p:nvSpPr>
          <p:cNvPr id="10243"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542B517-2981-442E-9A98-D88865F00CF5}" type="slidenum">
              <a:rPr lang="zh-CN" altLang="en-US" smtClean="0"/>
              <a:pPr>
                <a:spcBef>
                  <a:spcPct val="0"/>
                </a:spcBef>
              </a:pPr>
              <a:t>1</a:t>
            </a:fld>
            <a:endParaRPr lang="en-US" altLang="zh-CN"/>
          </a:p>
        </p:txBody>
      </p:sp>
      <p:sp>
        <p:nvSpPr>
          <p:cNvPr id="10244" name="Rectangle 2"/>
          <p:cNvSpPr>
            <a:spLocks noGrp="1" noRot="1" noChangeAspect="1" noChangeArrowheads="1" noTextEdit="1"/>
          </p:cNvSpPr>
          <p:nvPr>
            <p:ph type="sldImg"/>
          </p:nvPr>
        </p:nvSpPr>
        <p:spPr>
          <a:ln/>
        </p:spPr>
      </p:sp>
      <p:sp>
        <p:nvSpPr>
          <p:cNvPr id="10245"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3770964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DBCE8317-D3B4-4656-AD80-74893E3ADDCC}" type="datetime1">
              <a:rPr lang="zh-CN" altLang="en-US" smtClean="0"/>
              <a:pPr>
                <a:spcBef>
                  <a:spcPct val="0"/>
                </a:spcBef>
              </a:pPr>
              <a:t>2026/2/26</a:t>
            </a:fld>
            <a:endParaRPr lang="en-US" altLang="zh-CN"/>
          </a:p>
        </p:txBody>
      </p:sp>
      <p:sp>
        <p:nvSpPr>
          <p:cNvPr id="10243"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542B517-2981-442E-9A98-D88865F00CF5}" type="slidenum">
              <a:rPr lang="zh-CN" altLang="en-US" smtClean="0"/>
              <a:pPr>
                <a:spcBef>
                  <a:spcPct val="0"/>
                </a:spcBef>
              </a:pPr>
              <a:t>2</a:t>
            </a:fld>
            <a:endParaRPr lang="en-US" altLang="zh-CN"/>
          </a:p>
        </p:txBody>
      </p:sp>
      <p:sp>
        <p:nvSpPr>
          <p:cNvPr id="10244" name="Rectangle 2"/>
          <p:cNvSpPr>
            <a:spLocks noGrp="1" noRot="1" noChangeAspect="1" noChangeArrowheads="1" noTextEdit="1"/>
          </p:cNvSpPr>
          <p:nvPr>
            <p:ph type="sldImg"/>
          </p:nvPr>
        </p:nvSpPr>
        <p:spPr>
          <a:ln/>
        </p:spPr>
      </p:sp>
      <p:sp>
        <p:nvSpPr>
          <p:cNvPr id="10245"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89125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3CEB20DB-81CD-4590-8BFD-5000262821DC}" type="datetime1">
              <a:rPr lang="zh-CN" altLang="en-US" smtClean="0"/>
              <a:pPr>
                <a:spcBef>
                  <a:spcPct val="0"/>
                </a:spcBef>
              </a:pPr>
              <a:t>2026/2/26</a:t>
            </a:fld>
            <a:endParaRPr lang="en-US" altLang="zh-CN"/>
          </a:p>
        </p:txBody>
      </p:sp>
      <p:sp>
        <p:nvSpPr>
          <p:cNvPr id="12291"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BEC9F7A-8DCD-42F9-ABD9-C584BE6226DB}" type="slidenum">
              <a:rPr lang="zh-CN" altLang="en-US" smtClean="0"/>
              <a:pPr>
                <a:spcBef>
                  <a:spcPct val="0"/>
                </a:spcBef>
              </a:pPr>
              <a:t>3</a:t>
            </a:fld>
            <a:endParaRPr lang="en-US" altLang="zh-CN"/>
          </a:p>
        </p:txBody>
      </p:sp>
      <p:sp>
        <p:nvSpPr>
          <p:cNvPr id="12292" name="Rectangle 2"/>
          <p:cNvSpPr>
            <a:spLocks noGrp="1" noRot="1" noChangeAspect="1" noChangeArrowheads="1" noTextEdit="1"/>
          </p:cNvSpPr>
          <p:nvPr>
            <p:ph type="sldImg"/>
          </p:nvPr>
        </p:nvSpPr>
        <p:spPr>
          <a:ln/>
        </p:spPr>
      </p:sp>
      <p:sp>
        <p:nvSpPr>
          <p:cNvPr id="12293"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313337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3CEB20DB-81CD-4590-8BFD-5000262821DC}" type="datetime1">
              <a:rPr lang="zh-CN" altLang="en-US" smtClean="0"/>
              <a:pPr>
                <a:spcBef>
                  <a:spcPct val="0"/>
                </a:spcBef>
              </a:pPr>
              <a:t>2026/2/26</a:t>
            </a:fld>
            <a:endParaRPr lang="en-US" altLang="zh-CN"/>
          </a:p>
        </p:txBody>
      </p:sp>
      <p:sp>
        <p:nvSpPr>
          <p:cNvPr id="12291"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BEC9F7A-8DCD-42F9-ABD9-C584BE6226DB}" type="slidenum">
              <a:rPr lang="zh-CN" altLang="en-US" smtClean="0"/>
              <a:pPr>
                <a:spcBef>
                  <a:spcPct val="0"/>
                </a:spcBef>
              </a:pPr>
              <a:t>4</a:t>
            </a:fld>
            <a:endParaRPr lang="en-US" altLang="zh-CN"/>
          </a:p>
        </p:txBody>
      </p:sp>
      <p:sp>
        <p:nvSpPr>
          <p:cNvPr id="12292" name="Rectangle 2"/>
          <p:cNvSpPr>
            <a:spLocks noGrp="1" noRot="1" noChangeAspect="1" noChangeArrowheads="1" noTextEdit="1"/>
          </p:cNvSpPr>
          <p:nvPr>
            <p:ph type="sldImg"/>
          </p:nvPr>
        </p:nvSpPr>
        <p:spPr>
          <a:ln/>
        </p:spPr>
      </p:sp>
      <p:sp>
        <p:nvSpPr>
          <p:cNvPr id="12293"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33921810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72B76D8B-B70F-40FD-9F30-C87150822804}" type="datetime1">
              <a:rPr lang="zh-CN" altLang="en-US" smtClean="0"/>
              <a:pPr>
                <a:spcBef>
                  <a:spcPct val="0"/>
                </a:spcBef>
              </a:pPr>
              <a:t>2026/2/26</a:t>
            </a:fld>
            <a:endParaRPr lang="en-US" altLang="zh-CN"/>
          </a:p>
        </p:txBody>
      </p:sp>
      <p:sp>
        <p:nvSpPr>
          <p:cNvPr id="14339"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EA01F95-9E72-4401-A177-342D93F95D09}" type="slidenum">
              <a:rPr lang="zh-CN" altLang="en-US" smtClean="0"/>
              <a:pPr>
                <a:spcBef>
                  <a:spcPct val="0"/>
                </a:spcBef>
              </a:pPr>
              <a:t>5</a:t>
            </a:fld>
            <a:endParaRPr lang="en-US" altLang="zh-CN"/>
          </a:p>
        </p:txBody>
      </p:sp>
      <p:sp>
        <p:nvSpPr>
          <p:cNvPr id="14340" name="Rectangle 2"/>
          <p:cNvSpPr>
            <a:spLocks noGrp="1" noRot="1" noChangeAspect="1" noChangeArrowheads="1" noTextEdit="1"/>
          </p:cNvSpPr>
          <p:nvPr>
            <p:ph type="sldImg"/>
          </p:nvPr>
        </p:nvSpPr>
        <p:spPr>
          <a:ln/>
        </p:spPr>
      </p:sp>
      <p:sp>
        <p:nvSpPr>
          <p:cNvPr id="14341"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21679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AB6584A4-5257-4FAA-9783-03274465A875}" type="datetime1">
              <a:rPr lang="zh-CN" altLang="en-US" smtClean="0"/>
              <a:pPr>
                <a:spcBef>
                  <a:spcPct val="0"/>
                </a:spcBef>
              </a:pPr>
              <a:t>2026/2/26</a:t>
            </a:fld>
            <a:endParaRPr lang="en-US" altLang="zh-CN"/>
          </a:p>
        </p:txBody>
      </p:sp>
      <p:sp>
        <p:nvSpPr>
          <p:cNvPr id="70659"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222CF1CB-93BD-47B9-A6F4-513F36D3EE29}" type="slidenum">
              <a:rPr lang="zh-CN" altLang="en-US" smtClean="0"/>
              <a:pPr>
                <a:spcBef>
                  <a:spcPct val="0"/>
                </a:spcBef>
              </a:pPr>
              <a:t>6</a:t>
            </a:fld>
            <a:endParaRPr lang="en-US" altLang="zh-CN"/>
          </a:p>
        </p:txBody>
      </p:sp>
      <p:sp>
        <p:nvSpPr>
          <p:cNvPr id="70660" name="Rectangle 2"/>
          <p:cNvSpPr>
            <a:spLocks noGrp="1" noRot="1" noChangeAspect="1" noChangeArrowheads="1" noTextEdit="1"/>
          </p:cNvSpPr>
          <p:nvPr>
            <p:ph type="sldImg"/>
          </p:nvPr>
        </p:nvSpPr>
        <p:spPr>
          <a:ln/>
        </p:spPr>
      </p:sp>
      <p:sp>
        <p:nvSpPr>
          <p:cNvPr id="70661" name="Rectangle 3"/>
          <p:cNvSpPr>
            <a:spLocks noGrp="1" noChangeArrowheads="1"/>
          </p:cNvSpPr>
          <p:nvPr>
            <p:ph type="body" idx="1"/>
          </p:nvPr>
        </p:nvSpPr>
        <p:spPr>
          <a:xfrm>
            <a:off x="685800" y="4343400"/>
            <a:ext cx="5486400" cy="4114800"/>
          </a:xfrm>
          <a:noFill/>
        </p:spPr>
        <p:txBody>
          <a:bodyPr/>
          <a:lstStyle/>
          <a:p>
            <a:pPr eaLnBrk="1" hangingPunct="1"/>
            <a:endParaRPr lang="zh-CN" altLang="en-US"/>
          </a:p>
        </p:txBody>
      </p:sp>
    </p:spTree>
    <p:extLst>
      <p:ext uri="{BB962C8B-B14F-4D97-AF65-F5344CB8AC3E}">
        <p14:creationId xmlns:p14="http://schemas.microsoft.com/office/powerpoint/2010/main" val="166396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AB6584A4-5257-4FAA-9783-03274465A875}" type="datetime1">
              <a:rPr lang="zh-CN" altLang="en-US" smtClean="0"/>
              <a:pPr>
                <a:spcBef>
                  <a:spcPct val="0"/>
                </a:spcBef>
              </a:pPr>
              <a:t>2026/2/26</a:t>
            </a:fld>
            <a:endParaRPr lang="en-US" altLang="zh-CN"/>
          </a:p>
        </p:txBody>
      </p:sp>
      <p:sp>
        <p:nvSpPr>
          <p:cNvPr id="70659"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222CF1CB-93BD-47B9-A6F4-513F36D3EE29}" type="slidenum">
              <a:rPr lang="zh-CN" altLang="en-US" smtClean="0"/>
              <a:pPr>
                <a:spcBef>
                  <a:spcPct val="0"/>
                </a:spcBef>
              </a:pPr>
              <a:t>7</a:t>
            </a:fld>
            <a:endParaRPr lang="en-US" altLang="zh-CN"/>
          </a:p>
        </p:txBody>
      </p:sp>
      <p:sp>
        <p:nvSpPr>
          <p:cNvPr id="70660" name="Rectangle 2"/>
          <p:cNvSpPr>
            <a:spLocks noGrp="1" noRot="1" noChangeAspect="1" noChangeArrowheads="1" noTextEdit="1"/>
          </p:cNvSpPr>
          <p:nvPr>
            <p:ph type="sldImg"/>
          </p:nvPr>
        </p:nvSpPr>
        <p:spPr>
          <a:ln/>
        </p:spPr>
      </p:sp>
      <p:sp>
        <p:nvSpPr>
          <p:cNvPr id="70661" name="Rectangle 3"/>
          <p:cNvSpPr>
            <a:spLocks noGrp="1" noChangeArrowheads="1"/>
          </p:cNvSpPr>
          <p:nvPr>
            <p:ph type="body" idx="1"/>
          </p:nvPr>
        </p:nvSpPr>
        <p:spPr>
          <a:xfrm>
            <a:off x="685800" y="4343400"/>
            <a:ext cx="5486400" cy="4114800"/>
          </a:xfrm>
          <a:noFill/>
        </p:spPr>
        <p:txBody>
          <a:bodyPr/>
          <a:lstStyle/>
          <a:p>
            <a:pPr eaLnBrk="1" hangingPunct="1"/>
            <a:endParaRPr lang="zh-CN" altLang="en-US"/>
          </a:p>
        </p:txBody>
      </p:sp>
    </p:spTree>
    <p:extLst>
      <p:ext uri="{BB962C8B-B14F-4D97-AF65-F5344CB8AC3E}">
        <p14:creationId xmlns:p14="http://schemas.microsoft.com/office/powerpoint/2010/main" val="4202885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AB6584A4-5257-4FAA-9783-03274465A875}" type="datetime1">
              <a:rPr lang="zh-CN" altLang="en-US" smtClean="0"/>
              <a:pPr>
                <a:spcBef>
                  <a:spcPct val="0"/>
                </a:spcBef>
              </a:pPr>
              <a:t>2026/2/26</a:t>
            </a:fld>
            <a:endParaRPr lang="en-US" altLang="zh-CN"/>
          </a:p>
        </p:txBody>
      </p:sp>
      <p:sp>
        <p:nvSpPr>
          <p:cNvPr id="70659"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222CF1CB-93BD-47B9-A6F4-513F36D3EE29}" type="slidenum">
              <a:rPr lang="zh-CN" altLang="en-US" smtClean="0"/>
              <a:pPr>
                <a:spcBef>
                  <a:spcPct val="0"/>
                </a:spcBef>
              </a:pPr>
              <a:t>8</a:t>
            </a:fld>
            <a:endParaRPr lang="en-US" altLang="zh-CN"/>
          </a:p>
        </p:txBody>
      </p:sp>
      <p:sp>
        <p:nvSpPr>
          <p:cNvPr id="70660" name="Rectangle 2"/>
          <p:cNvSpPr>
            <a:spLocks noGrp="1" noRot="1" noChangeAspect="1" noChangeArrowheads="1" noTextEdit="1"/>
          </p:cNvSpPr>
          <p:nvPr>
            <p:ph type="sldImg"/>
          </p:nvPr>
        </p:nvSpPr>
        <p:spPr>
          <a:ln/>
        </p:spPr>
      </p:sp>
      <p:sp>
        <p:nvSpPr>
          <p:cNvPr id="70661" name="Rectangle 3"/>
          <p:cNvSpPr>
            <a:spLocks noGrp="1" noChangeArrowheads="1"/>
          </p:cNvSpPr>
          <p:nvPr>
            <p:ph type="body" idx="1"/>
          </p:nvPr>
        </p:nvSpPr>
        <p:spPr>
          <a:xfrm>
            <a:off x="685800" y="4343400"/>
            <a:ext cx="5486400" cy="4114800"/>
          </a:xfrm>
          <a:noFill/>
        </p:spPr>
        <p:txBody>
          <a:bodyPr/>
          <a:lstStyle/>
          <a:p>
            <a:pPr eaLnBrk="1" hangingPunct="1"/>
            <a:endParaRPr lang="zh-CN" altLang="en-US"/>
          </a:p>
        </p:txBody>
      </p:sp>
    </p:spTree>
    <p:extLst>
      <p:ext uri="{BB962C8B-B14F-4D97-AF65-F5344CB8AC3E}">
        <p14:creationId xmlns:p14="http://schemas.microsoft.com/office/powerpoint/2010/main" val="31350326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AB6584A4-5257-4FAA-9783-03274465A875}" type="datetime1">
              <a:rPr lang="zh-CN" altLang="en-US" smtClean="0"/>
              <a:pPr>
                <a:spcBef>
                  <a:spcPct val="0"/>
                </a:spcBef>
              </a:pPr>
              <a:t>2026/2/26</a:t>
            </a:fld>
            <a:endParaRPr lang="en-US" altLang="zh-CN"/>
          </a:p>
        </p:txBody>
      </p:sp>
      <p:sp>
        <p:nvSpPr>
          <p:cNvPr id="70659"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222CF1CB-93BD-47B9-A6F4-513F36D3EE29}" type="slidenum">
              <a:rPr lang="zh-CN" altLang="en-US" smtClean="0"/>
              <a:pPr>
                <a:spcBef>
                  <a:spcPct val="0"/>
                </a:spcBef>
              </a:pPr>
              <a:t>9</a:t>
            </a:fld>
            <a:endParaRPr lang="en-US" altLang="zh-CN"/>
          </a:p>
        </p:txBody>
      </p:sp>
      <p:sp>
        <p:nvSpPr>
          <p:cNvPr id="70660" name="Rectangle 2"/>
          <p:cNvSpPr>
            <a:spLocks noGrp="1" noRot="1" noChangeAspect="1" noChangeArrowheads="1" noTextEdit="1"/>
          </p:cNvSpPr>
          <p:nvPr>
            <p:ph type="sldImg"/>
          </p:nvPr>
        </p:nvSpPr>
        <p:spPr>
          <a:ln/>
        </p:spPr>
      </p:sp>
      <p:sp>
        <p:nvSpPr>
          <p:cNvPr id="70661" name="Rectangle 3"/>
          <p:cNvSpPr>
            <a:spLocks noGrp="1" noChangeArrowheads="1"/>
          </p:cNvSpPr>
          <p:nvPr>
            <p:ph type="body" idx="1"/>
          </p:nvPr>
        </p:nvSpPr>
        <p:spPr>
          <a:xfrm>
            <a:off x="685800" y="4343400"/>
            <a:ext cx="5486400" cy="4114800"/>
          </a:xfrm>
          <a:noFill/>
        </p:spPr>
        <p:txBody>
          <a:bodyPr/>
          <a:lstStyle/>
          <a:p>
            <a:pPr eaLnBrk="1" hangingPunct="1"/>
            <a:endParaRPr lang="zh-CN" altLang="en-US"/>
          </a:p>
        </p:txBody>
      </p:sp>
    </p:spTree>
    <p:extLst>
      <p:ext uri="{BB962C8B-B14F-4D97-AF65-F5344CB8AC3E}">
        <p14:creationId xmlns:p14="http://schemas.microsoft.com/office/powerpoint/2010/main" val="1807775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fld id="{F63FA27B-0610-4408-9A4A-080939422E18}" type="datetime11">
              <a:rPr lang="zh-CN" altLang="en-US"/>
              <a:pPr>
                <a:defRPr/>
              </a:pPr>
              <a:t>08:47:14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E3D8F6C-6E59-424A-ACCE-79E98FB23E62}" type="slidenum">
              <a:rPr lang="zh-CN" altLang="en-US"/>
              <a:pPr>
                <a:defRPr/>
              </a:pPr>
              <a:t>‹#›</a:t>
            </a:fld>
            <a:endParaRPr lang="en-US" altLang="zh-CN"/>
          </a:p>
        </p:txBody>
      </p:sp>
    </p:spTree>
    <p:extLst>
      <p:ext uri="{BB962C8B-B14F-4D97-AF65-F5344CB8AC3E}">
        <p14:creationId xmlns:p14="http://schemas.microsoft.com/office/powerpoint/2010/main" val="2175768262"/>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018EBEFF-4884-4C20-B34E-A3144E68F8F5}" type="datetime11">
              <a:rPr lang="zh-CN" altLang="en-US"/>
              <a:pPr>
                <a:defRPr/>
              </a:pPr>
              <a:t>08:47:14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C3C829C-C4A5-448A-A7B4-1D00893AFB8C}" type="slidenum">
              <a:rPr lang="zh-CN" altLang="en-US"/>
              <a:pPr>
                <a:defRPr/>
              </a:pPr>
              <a:t>‹#›</a:t>
            </a:fld>
            <a:endParaRPr lang="en-US" altLang="zh-CN"/>
          </a:p>
        </p:txBody>
      </p:sp>
    </p:spTree>
    <p:extLst>
      <p:ext uri="{BB962C8B-B14F-4D97-AF65-F5344CB8AC3E}">
        <p14:creationId xmlns:p14="http://schemas.microsoft.com/office/powerpoint/2010/main" val="555406116"/>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3CCFBE5B-1FDD-468C-B855-EE1D966FD03C}" type="datetime11">
              <a:rPr lang="zh-CN" altLang="en-US"/>
              <a:pPr>
                <a:defRPr/>
              </a:pPr>
              <a:t>08:47:14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865DD45-16A0-4701-A0B1-289B842B7B15}" type="slidenum">
              <a:rPr lang="zh-CN" altLang="en-US"/>
              <a:pPr>
                <a:defRPr/>
              </a:pPr>
              <a:t>‹#›</a:t>
            </a:fld>
            <a:endParaRPr lang="en-US" altLang="zh-CN"/>
          </a:p>
        </p:txBody>
      </p:sp>
    </p:spTree>
    <p:extLst>
      <p:ext uri="{BB962C8B-B14F-4D97-AF65-F5344CB8AC3E}">
        <p14:creationId xmlns:p14="http://schemas.microsoft.com/office/powerpoint/2010/main" val="2993079754"/>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997CD6E0-D891-4AAD-A5CB-77B5D99F9B66}" type="datetime11">
              <a:rPr lang="zh-CN" altLang="en-US"/>
              <a:pPr>
                <a:defRPr/>
              </a:pPr>
              <a:t>08:47:14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9049D7A-325B-4E21-A960-A93B6967847C}" type="slidenum">
              <a:rPr lang="zh-CN" altLang="en-US"/>
              <a:pPr>
                <a:defRPr/>
              </a:pPr>
              <a:t>‹#›</a:t>
            </a:fld>
            <a:endParaRPr lang="en-US" altLang="zh-CN"/>
          </a:p>
        </p:txBody>
      </p:sp>
    </p:spTree>
    <p:extLst>
      <p:ext uri="{BB962C8B-B14F-4D97-AF65-F5344CB8AC3E}">
        <p14:creationId xmlns:p14="http://schemas.microsoft.com/office/powerpoint/2010/main" val="2465482829"/>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FCFCFBFF-6FDA-4AFA-8894-556A860EB827}" type="datetime11">
              <a:rPr lang="zh-CN" altLang="en-US"/>
              <a:pPr>
                <a:defRPr/>
              </a:pPr>
              <a:t>08:47:14</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20863AEF-410E-4FD7-BDC6-EA6D1A38E441}" type="slidenum">
              <a:rPr lang="zh-CN" altLang="en-US"/>
              <a:pPr>
                <a:defRPr/>
              </a:pPr>
              <a:t>‹#›</a:t>
            </a:fld>
            <a:endParaRPr lang="en-US" altLang="zh-CN"/>
          </a:p>
        </p:txBody>
      </p:sp>
    </p:spTree>
    <p:extLst>
      <p:ext uri="{BB962C8B-B14F-4D97-AF65-F5344CB8AC3E}">
        <p14:creationId xmlns:p14="http://schemas.microsoft.com/office/powerpoint/2010/main" val="2621956579"/>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81F77A98-C44D-42F3-8434-EA7D5BC4087D}" type="datetime11">
              <a:rPr lang="zh-CN" altLang="en-US"/>
              <a:pPr>
                <a:defRPr/>
              </a:pPr>
              <a:t>08:47:14</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42049A29-5550-4FC1-98CE-C967F7A1C8EB}" type="slidenum">
              <a:rPr lang="zh-CN" altLang="en-US"/>
              <a:pPr>
                <a:defRPr/>
              </a:pPr>
              <a:t>‹#›</a:t>
            </a:fld>
            <a:endParaRPr lang="en-US" altLang="zh-CN"/>
          </a:p>
        </p:txBody>
      </p:sp>
    </p:spTree>
    <p:extLst>
      <p:ext uri="{BB962C8B-B14F-4D97-AF65-F5344CB8AC3E}">
        <p14:creationId xmlns:p14="http://schemas.microsoft.com/office/powerpoint/2010/main" val="1780413970"/>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BA6410FC-48CE-4BA8-B126-C9EF7AEDB65B}" type="datetime11">
              <a:rPr lang="zh-CN" altLang="en-US"/>
              <a:pPr>
                <a:defRPr/>
              </a:pPr>
              <a:t>08:47:14</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41BD8DDF-4C5E-4CB8-835A-C2DBA3BB3FC4}" type="slidenum">
              <a:rPr lang="zh-CN" altLang="en-US"/>
              <a:pPr>
                <a:defRPr/>
              </a:pPr>
              <a:t>‹#›</a:t>
            </a:fld>
            <a:endParaRPr lang="en-US" altLang="zh-CN"/>
          </a:p>
        </p:txBody>
      </p:sp>
    </p:spTree>
    <p:extLst>
      <p:ext uri="{BB962C8B-B14F-4D97-AF65-F5344CB8AC3E}">
        <p14:creationId xmlns:p14="http://schemas.microsoft.com/office/powerpoint/2010/main" val="4251476796"/>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4A9B6C77-E526-4809-ACDD-87CDFB48498D}" type="datetime11">
              <a:rPr lang="zh-CN" altLang="en-US"/>
              <a:pPr>
                <a:defRPr/>
              </a:pPr>
              <a:t>08:47:14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91DB929-2F86-49C1-A9A4-491CC92169AD}" type="slidenum">
              <a:rPr lang="zh-CN" altLang="en-US"/>
              <a:pPr>
                <a:defRPr/>
              </a:pPr>
              <a:t>‹#›</a:t>
            </a:fld>
            <a:endParaRPr lang="en-US" altLang="zh-CN"/>
          </a:p>
        </p:txBody>
      </p:sp>
    </p:spTree>
    <p:extLst>
      <p:ext uri="{BB962C8B-B14F-4D97-AF65-F5344CB8AC3E}">
        <p14:creationId xmlns:p14="http://schemas.microsoft.com/office/powerpoint/2010/main" val="1482380581"/>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5104ED4B-8468-4722-B9F4-4A322AF41077}" type="datetime11">
              <a:rPr lang="zh-CN" altLang="en-US"/>
              <a:pPr>
                <a:defRPr/>
              </a:pPr>
              <a:t>08:47:14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9D1D3FD-863A-4DA4-836E-46833E9EC3FB}" type="slidenum">
              <a:rPr lang="zh-CN" altLang="en-US"/>
              <a:pPr>
                <a:defRPr/>
              </a:pPr>
              <a:t>‹#›</a:t>
            </a:fld>
            <a:endParaRPr lang="en-US" altLang="zh-CN"/>
          </a:p>
        </p:txBody>
      </p:sp>
    </p:spTree>
    <p:extLst>
      <p:ext uri="{BB962C8B-B14F-4D97-AF65-F5344CB8AC3E}">
        <p14:creationId xmlns:p14="http://schemas.microsoft.com/office/powerpoint/2010/main" val="3854740996"/>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53048B6E-7ADE-490B-A530-079C294E846B}" type="datetime11">
              <a:rPr lang="zh-CN" altLang="en-US"/>
              <a:pPr>
                <a:defRPr/>
              </a:pPr>
              <a:t>08:47:14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339C3B5F-BE4D-4C0E-9904-5617AAF7B4F2}" type="slidenum">
              <a:rPr lang="zh-CN" altLang="en-US"/>
              <a:pPr>
                <a:defRPr/>
              </a:pPr>
              <a:t>‹#›</a:t>
            </a:fld>
            <a:endParaRPr lang="en-US" altLang="zh-CN"/>
          </a:p>
        </p:txBody>
      </p:sp>
    </p:spTree>
    <p:extLst>
      <p:ext uri="{BB962C8B-B14F-4D97-AF65-F5344CB8AC3E}">
        <p14:creationId xmlns:p14="http://schemas.microsoft.com/office/powerpoint/2010/main" val="2873638131"/>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F2D757DF-B800-4F15-B3A9-0CBC6011F79E}" type="datetime11">
              <a:rPr lang="zh-CN" altLang="en-US"/>
              <a:pPr>
                <a:defRPr/>
              </a:pPr>
              <a:t>08:47:14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D7000D2-E333-44EB-ABDB-19F559B97006}" type="slidenum">
              <a:rPr lang="zh-CN" altLang="en-US"/>
              <a:pPr>
                <a:defRPr/>
              </a:pPr>
              <a:t>‹#›</a:t>
            </a:fld>
            <a:endParaRPr lang="en-US" altLang="zh-CN"/>
          </a:p>
        </p:txBody>
      </p:sp>
    </p:spTree>
    <p:extLst>
      <p:ext uri="{BB962C8B-B14F-4D97-AF65-F5344CB8AC3E}">
        <p14:creationId xmlns:p14="http://schemas.microsoft.com/office/powerpoint/2010/main" val="1450511756"/>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fld id="{B0FCD22D-2887-428A-BF18-3F3BE5A4EC04}" type="datetime11">
              <a:rPr lang="zh-CN" altLang="en-US"/>
              <a:pPr>
                <a:defRPr/>
              </a:pPr>
              <a:t>08:47:14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3A99F51-8FD4-4518-AB76-5215D4DF84CA}" type="slidenum">
              <a:rPr lang="zh-CN" altLang="en-US"/>
              <a:pPr>
                <a:defRPr/>
              </a:pPr>
              <a:t>‹#›</a:t>
            </a:fld>
            <a:endParaRPr lang="en-US" altLang="zh-CN"/>
          </a:p>
        </p:txBody>
      </p:sp>
    </p:spTree>
    <p:extLst>
      <p:ext uri="{BB962C8B-B14F-4D97-AF65-F5344CB8AC3E}">
        <p14:creationId xmlns:p14="http://schemas.microsoft.com/office/powerpoint/2010/main" val="1832667526"/>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A778B555-7473-4D9F-B38A-D78ABE2774CA}" type="datetime11">
              <a:rPr lang="zh-CN" altLang="en-US"/>
              <a:pPr>
                <a:defRPr/>
              </a:pPr>
              <a:t>08:47:14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E6FDC76-3385-465C-9B74-BACEC5E13118}" type="slidenum">
              <a:rPr lang="zh-CN" altLang="en-US"/>
              <a:pPr>
                <a:defRPr/>
              </a:pPr>
              <a:t>‹#›</a:t>
            </a:fld>
            <a:endParaRPr lang="en-US" altLang="zh-CN"/>
          </a:p>
        </p:txBody>
      </p:sp>
    </p:spTree>
    <p:extLst>
      <p:ext uri="{BB962C8B-B14F-4D97-AF65-F5344CB8AC3E}">
        <p14:creationId xmlns:p14="http://schemas.microsoft.com/office/powerpoint/2010/main" val="985801276"/>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244367B8-1C56-4DF4-A7B6-FAF281684908}" type="datetime11">
              <a:rPr lang="zh-CN" altLang="en-US"/>
              <a:pPr>
                <a:defRPr/>
              </a:pPr>
              <a:t>08:47:14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B9D0BAC-D8B1-47AC-88A1-FA64B4A52BCE}" type="slidenum">
              <a:rPr lang="zh-CN" altLang="en-US"/>
              <a:pPr>
                <a:defRPr/>
              </a:pPr>
              <a:t>‹#›</a:t>
            </a:fld>
            <a:endParaRPr lang="en-US" altLang="zh-CN"/>
          </a:p>
        </p:txBody>
      </p:sp>
    </p:spTree>
    <p:extLst>
      <p:ext uri="{BB962C8B-B14F-4D97-AF65-F5344CB8AC3E}">
        <p14:creationId xmlns:p14="http://schemas.microsoft.com/office/powerpoint/2010/main" val="3867653604"/>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58EC3C62-0AA1-4080-86F5-BFB47EDB0B72}" type="datetime11">
              <a:rPr lang="zh-CN" altLang="en-US"/>
              <a:pPr>
                <a:defRPr/>
              </a:pPr>
              <a:t>08:47:14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1BFF336-04CB-43AC-961C-20A20329B83C}" type="slidenum">
              <a:rPr lang="zh-CN" altLang="en-US"/>
              <a:pPr>
                <a:defRPr/>
              </a:pPr>
              <a:t>‹#›</a:t>
            </a:fld>
            <a:endParaRPr lang="en-US" altLang="zh-CN"/>
          </a:p>
        </p:txBody>
      </p:sp>
    </p:spTree>
    <p:extLst>
      <p:ext uri="{BB962C8B-B14F-4D97-AF65-F5344CB8AC3E}">
        <p14:creationId xmlns:p14="http://schemas.microsoft.com/office/powerpoint/2010/main" val="73214799"/>
      </p:ext>
    </p:extLst>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89071EE0-5421-40F8-925D-D046EA91AB03}" type="datetime11">
              <a:rPr lang="zh-CN" altLang="en-US"/>
              <a:pPr>
                <a:defRPr/>
              </a:pPr>
              <a:t>08:47:14</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4C7F5B5E-A411-41D9-871D-46EAAAA3744B}" type="slidenum">
              <a:rPr lang="zh-CN" altLang="en-US"/>
              <a:pPr>
                <a:defRPr/>
              </a:pPr>
              <a:t>‹#›</a:t>
            </a:fld>
            <a:endParaRPr lang="en-US" altLang="zh-CN"/>
          </a:p>
        </p:txBody>
      </p:sp>
    </p:spTree>
    <p:extLst>
      <p:ext uri="{BB962C8B-B14F-4D97-AF65-F5344CB8AC3E}">
        <p14:creationId xmlns:p14="http://schemas.microsoft.com/office/powerpoint/2010/main" val="538779561"/>
      </p:ext>
    </p:extLst>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C476AABE-591D-425D-8BD4-31C34A0C139B}" type="datetime11">
              <a:rPr lang="zh-CN" altLang="en-US"/>
              <a:pPr>
                <a:defRPr/>
              </a:pPr>
              <a:t>08:47:14</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31D5420D-9E2C-4494-9447-FD6EB2C0360C}" type="slidenum">
              <a:rPr lang="zh-CN" altLang="en-US"/>
              <a:pPr>
                <a:defRPr/>
              </a:pPr>
              <a:t>‹#›</a:t>
            </a:fld>
            <a:endParaRPr lang="en-US" altLang="zh-CN"/>
          </a:p>
        </p:txBody>
      </p:sp>
    </p:spTree>
    <p:extLst>
      <p:ext uri="{BB962C8B-B14F-4D97-AF65-F5344CB8AC3E}">
        <p14:creationId xmlns:p14="http://schemas.microsoft.com/office/powerpoint/2010/main" val="1669469561"/>
      </p:ext>
    </p:extLst>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A98BA07E-8CE6-4C10-8F98-4BAA538947D0}" type="datetime11">
              <a:rPr lang="zh-CN" altLang="en-US"/>
              <a:pPr>
                <a:defRPr/>
              </a:pPr>
              <a:t>08:47:14</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EAF2B2DC-968B-40ED-A3A8-4A473D170BE8}" type="slidenum">
              <a:rPr lang="zh-CN" altLang="en-US"/>
              <a:pPr>
                <a:defRPr/>
              </a:pPr>
              <a:t>‹#›</a:t>
            </a:fld>
            <a:endParaRPr lang="en-US" altLang="zh-CN"/>
          </a:p>
        </p:txBody>
      </p:sp>
    </p:spTree>
    <p:extLst>
      <p:ext uri="{BB962C8B-B14F-4D97-AF65-F5344CB8AC3E}">
        <p14:creationId xmlns:p14="http://schemas.microsoft.com/office/powerpoint/2010/main" val="2422925613"/>
      </p:ext>
    </p:extLst>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E02C2940-B2DC-431B-8D1F-E3C8AF044B5B}" type="datetime11">
              <a:rPr lang="zh-CN" altLang="en-US"/>
              <a:pPr>
                <a:defRPr/>
              </a:pPr>
              <a:t>08:47:14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1BB4692A-0D76-424E-96F1-5BA16B27223B}" type="slidenum">
              <a:rPr lang="zh-CN" altLang="en-US"/>
              <a:pPr>
                <a:defRPr/>
              </a:pPr>
              <a:t>‹#›</a:t>
            </a:fld>
            <a:endParaRPr lang="en-US" altLang="zh-CN"/>
          </a:p>
        </p:txBody>
      </p:sp>
    </p:spTree>
    <p:extLst>
      <p:ext uri="{BB962C8B-B14F-4D97-AF65-F5344CB8AC3E}">
        <p14:creationId xmlns:p14="http://schemas.microsoft.com/office/powerpoint/2010/main" val="1681964640"/>
      </p:ext>
    </p:extLst>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61D220ED-655A-45B8-9FC9-DA164556A4F8}" type="datetime11">
              <a:rPr lang="zh-CN" altLang="en-US"/>
              <a:pPr>
                <a:defRPr/>
              </a:pPr>
              <a:t>08:47:14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F72268A-A756-4650-9F9B-C85B66800D88}" type="slidenum">
              <a:rPr lang="zh-CN" altLang="en-US"/>
              <a:pPr>
                <a:defRPr/>
              </a:pPr>
              <a:t>‹#›</a:t>
            </a:fld>
            <a:endParaRPr lang="en-US" altLang="zh-CN"/>
          </a:p>
        </p:txBody>
      </p:sp>
    </p:spTree>
    <p:extLst>
      <p:ext uri="{BB962C8B-B14F-4D97-AF65-F5344CB8AC3E}">
        <p14:creationId xmlns:p14="http://schemas.microsoft.com/office/powerpoint/2010/main" val="3685738948"/>
      </p:ext>
    </p:extLst>
  </p:cSld>
  <p:clrMapOvr>
    <a:masterClrMapping/>
  </p:clrMapOvr>
  <p:transition spd="slow"/>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BEC8C737-2BDE-4606-994F-2E061DA9A5BA}" type="datetime11">
              <a:rPr lang="zh-CN" altLang="en-US"/>
              <a:pPr>
                <a:defRPr/>
              </a:pPr>
              <a:t>08:47:14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FF03C70-D4EF-4FAE-8D78-F5F0A2496DF5}" type="slidenum">
              <a:rPr lang="zh-CN" altLang="en-US"/>
              <a:pPr>
                <a:defRPr/>
              </a:pPr>
              <a:t>‹#›</a:t>
            </a:fld>
            <a:endParaRPr lang="en-US" altLang="zh-CN"/>
          </a:p>
        </p:txBody>
      </p:sp>
    </p:spTree>
    <p:extLst>
      <p:ext uri="{BB962C8B-B14F-4D97-AF65-F5344CB8AC3E}">
        <p14:creationId xmlns:p14="http://schemas.microsoft.com/office/powerpoint/2010/main" val="4195389995"/>
      </p:ext>
    </p:extLst>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4803F26A-053D-46F2-BD1F-08B51CB7B26D}" type="datetime11">
              <a:rPr lang="zh-CN" altLang="en-US"/>
              <a:pPr>
                <a:defRPr/>
              </a:pPr>
              <a:t>08:47:14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1A9B6D7-69E5-416C-B742-746EABA5052C}" type="slidenum">
              <a:rPr lang="zh-CN" altLang="en-US"/>
              <a:pPr>
                <a:defRPr/>
              </a:pPr>
              <a:t>‹#›</a:t>
            </a:fld>
            <a:endParaRPr lang="en-US" altLang="zh-CN"/>
          </a:p>
        </p:txBody>
      </p:sp>
    </p:spTree>
    <p:extLst>
      <p:ext uri="{BB962C8B-B14F-4D97-AF65-F5344CB8AC3E}">
        <p14:creationId xmlns:p14="http://schemas.microsoft.com/office/powerpoint/2010/main" val="4035392626"/>
      </p:ext>
    </p:extLst>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AutoShape 4"/>
          <p:cNvSpPr>
            <a:spLocks noChangeArrowheads="1"/>
          </p:cNvSpPr>
          <p:nvPr/>
        </p:nvSpPr>
        <p:spPr bwMode="auto">
          <a:xfrm>
            <a:off x="755650" y="1547813"/>
            <a:ext cx="7772400"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6"/>
          <p:cNvSpPr txBox="1">
            <a:spLocks noChangeArrowheads="1"/>
          </p:cNvSpPr>
          <p:nvPr/>
        </p:nvSpPr>
        <p:spPr bwMode="auto">
          <a:xfrm>
            <a:off x="2627313" y="260350"/>
            <a:ext cx="280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500">
                <a:solidFill>
                  <a:schemeClr val="bg1"/>
                </a:solidFill>
                <a:latin typeface="黑体" pitchFamily="49" charset="-122"/>
                <a:ea typeface="黑体" pitchFamily="49" charset="-122"/>
              </a:defRPr>
            </a:lvl1pPr>
            <a:lvl2pPr marL="742950" indent="-285750" eaLnBrk="0" hangingPunct="0">
              <a:defRPr sz="2500">
                <a:solidFill>
                  <a:schemeClr val="bg1"/>
                </a:solidFill>
                <a:latin typeface="黑体" pitchFamily="49" charset="-122"/>
                <a:ea typeface="黑体" pitchFamily="49" charset="-122"/>
              </a:defRPr>
            </a:lvl2pPr>
            <a:lvl3pPr marL="1143000" indent="-228600" eaLnBrk="0" hangingPunct="0">
              <a:defRPr sz="2500">
                <a:solidFill>
                  <a:schemeClr val="bg1"/>
                </a:solidFill>
                <a:latin typeface="黑体" pitchFamily="49" charset="-122"/>
                <a:ea typeface="黑体" pitchFamily="49" charset="-122"/>
              </a:defRPr>
            </a:lvl3pPr>
            <a:lvl4pPr marL="1600200" indent="-228600" eaLnBrk="0" hangingPunct="0">
              <a:defRPr sz="2500">
                <a:solidFill>
                  <a:schemeClr val="bg1"/>
                </a:solidFill>
                <a:latin typeface="黑体" pitchFamily="49" charset="-122"/>
                <a:ea typeface="黑体" pitchFamily="49" charset="-122"/>
              </a:defRPr>
            </a:lvl4pPr>
            <a:lvl5pPr marL="2057400" indent="-228600" eaLnBrk="0" hangingPunct="0">
              <a:defRPr sz="2500">
                <a:solidFill>
                  <a:schemeClr val="bg1"/>
                </a:solidFill>
                <a:latin typeface="黑体" pitchFamily="49" charset="-122"/>
                <a:ea typeface="黑体" pitchFamily="49" charset="-122"/>
              </a:defRPr>
            </a:lvl5pPr>
            <a:lvl6pPr marL="2514600" indent="-228600" algn="ctr" eaLnBrk="0" fontAlgn="base" hangingPunct="0">
              <a:spcBef>
                <a:spcPct val="0"/>
              </a:spcBef>
              <a:spcAft>
                <a:spcPct val="0"/>
              </a:spcAft>
              <a:defRPr sz="2500">
                <a:solidFill>
                  <a:schemeClr val="bg1"/>
                </a:solidFill>
                <a:latin typeface="黑体" pitchFamily="49" charset="-122"/>
                <a:ea typeface="黑体" pitchFamily="49" charset="-122"/>
              </a:defRPr>
            </a:lvl6pPr>
            <a:lvl7pPr marL="2971800" indent="-228600" algn="ctr" eaLnBrk="0" fontAlgn="base" hangingPunct="0">
              <a:spcBef>
                <a:spcPct val="0"/>
              </a:spcBef>
              <a:spcAft>
                <a:spcPct val="0"/>
              </a:spcAft>
              <a:defRPr sz="2500">
                <a:solidFill>
                  <a:schemeClr val="bg1"/>
                </a:solidFill>
                <a:latin typeface="黑体" pitchFamily="49" charset="-122"/>
                <a:ea typeface="黑体" pitchFamily="49" charset="-122"/>
              </a:defRPr>
            </a:lvl7pPr>
            <a:lvl8pPr marL="3429000" indent="-228600" algn="ctr" eaLnBrk="0" fontAlgn="base" hangingPunct="0">
              <a:spcBef>
                <a:spcPct val="0"/>
              </a:spcBef>
              <a:spcAft>
                <a:spcPct val="0"/>
              </a:spcAft>
              <a:defRPr sz="2500">
                <a:solidFill>
                  <a:schemeClr val="bg1"/>
                </a:solidFill>
                <a:latin typeface="黑体" pitchFamily="49" charset="-122"/>
                <a:ea typeface="黑体" pitchFamily="49" charset="-122"/>
              </a:defRPr>
            </a:lvl8pPr>
            <a:lvl9pPr marL="3886200" indent="-228600" algn="ctr" eaLnBrk="0" fontAlgn="base" hangingPunct="0">
              <a:spcBef>
                <a:spcPct val="0"/>
              </a:spcBef>
              <a:spcAft>
                <a:spcPct val="0"/>
              </a:spcAft>
              <a:defRPr sz="2500">
                <a:solidFill>
                  <a:schemeClr val="bg1"/>
                </a:solidFill>
                <a:latin typeface="黑体" pitchFamily="49" charset="-122"/>
                <a:ea typeface="黑体" pitchFamily="49" charset="-122"/>
              </a:defRPr>
            </a:lvl9pPr>
          </a:lstStyle>
          <a:p>
            <a:pPr eaLnBrk="1" hangingPunct="1">
              <a:spcBef>
                <a:spcPct val="50000"/>
              </a:spcBef>
              <a:defRPr/>
            </a:pPr>
            <a:r>
              <a:rPr lang="zh-CN" altLang="en-US" sz="2400" b="1" dirty="0">
                <a:solidFill>
                  <a:srgbClr val="F7F7F7"/>
                </a:solidFill>
                <a:latin typeface="Verdana" pitchFamily="34" charset="0"/>
                <a:ea typeface="楷体_GB2312" pitchFamily="49" charset="-122"/>
              </a:rPr>
              <a:t>计算机与软件学院</a:t>
            </a:r>
          </a:p>
        </p:txBody>
      </p:sp>
      <p:sp>
        <p:nvSpPr>
          <p:cNvPr id="7" name="Text Box 7"/>
          <p:cNvSpPr txBox="1">
            <a:spLocks noChangeArrowheads="1"/>
          </p:cNvSpPr>
          <p:nvPr/>
        </p:nvSpPr>
        <p:spPr bwMode="auto">
          <a:xfrm>
            <a:off x="0" y="6640513"/>
            <a:ext cx="9144000" cy="2444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500">
                <a:solidFill>
                  <a:schemeClr val="bg1"/>
                </a:solidFill>
                <a:latin typeface="黑体" pitchFamily="49" charset="-122"/>
                <a:ea typeface="黑体" pitchFamily="49" charset="-122"/>
              </a:defRPr>
            </a:lvl1pPr>
            <a:lvl2pPr marL="742950" indent="-285750" eaLnBrk="0" hangingPunct="0">
              <a:defRPr sz="2500">
                <a:solidFill>
                  <a:schemeClr val="bg1"/>
                </a:solidFill>
                <a:latin typeface="黑体" pitchFamily="49" charset="-122"/>
                <a:ea typeface="黑体" pitchFamily="49" charset="-122"/>
              </a:defRPr>
            </a:lvl2pPr>
            <a:lvl3pPr marL="1143000" indent="-228600" eaLnBrk="0" hangingPunct="0">
              <a:defRPr sz="2500">
                <a:solidFill>
                  <a:schemeClr val="bg1"/>
                </a:solidFill>
                <a:latin typeface="黑体" pitchFamily="49" charset="-122"/>
                <a:ea typeface="黑体" pitchFamily="49" charset="-122"/>
              </a:defRPr>
            </a:lvl3pPr>
            <a:lvl4pPr marL="1600200" indent="-228600" eaLnBrk="0" hangingPunct="0">
              <a:defRPr sz="2500">
                <a:solidFill>
                  <a:schemeClr val="bg1"/>
                </a:solidFill>
                <a:latin typeface="黑体" pitchFamily="49" charset="-122"/>
                <a:ea typeface="黑体" pitchFamily="49" charset="-122"/>
              </a:defRPr>
            </a:lvl4pPr>
            <a:lvl5pPr marL="2057400" indent="-228600" eaLnBrk="0" hangingPunct="0">
              <a:defRPr sz="2500">
                <a:solidFill>
                  <a:schemeClr val="bg1"/>
                </a:solidFill>
                <a:latin typeface="黑体" pitchFamily="49" charset="-122"/>
                <a:ea typeface="黑体" pitchFamily="49" charset="-122"/>
              </a:defRPr>
            </a:lvl5pPr>
            <a:lvl6pPr marL="2514600" indent="-228600" algn="ctr" eaLnBrk="0" fontAlgn="base" hangingPunct="0">
              <a:spcBef>
                <a:spcPct val="0"/>
              </a:spcBef>
              <a:spcAft>
                <a:spcPct val="0"/>
              </a:spcAft>
              <a:defRPr sz="2500">
                <a:solidFill>
                  <a:schemeClr val="bg1"/>
                </a:solidFill>
                <a:latin typeface="黑体" pitchFamily="49" charset="-122"/>
                <a:ea typeface="黑体" pitchFamily="49" charset="-122"/>
              </a:defRPr>
            </a:lvl6pPr>
            <a:lvl7pPr marL="2971800" indent="-228600" algn="ctr" eaLnBrk="0" fontAlgn="base" hangingPunct="0">
              <a:spcBef>
                <a:spcPct val="0"/>
              </a:spcBef>
              <a:spcAft>
                <a:spcPct val="0"/>
              </a:spcAft>
              <a:defRPr sz="2500">
                <a:solidFill>
                  <a:schemeClr val="bg1"/>
                </a:solidFill>
                <a:latin typeface="黑体" pitchFamily="49" charset="-122"/>
                <a:ea typeface="黑体" pitchFamily="49" charset="-122"/>
              </a:defRPr>
            </a:lvl7pPr>
            <a:lvl8pPr marL="3429000" indent="-228600" algn="ctr" eaLnBrk="0" fontAlgn="base" hangingPunct="0">
              <a:spcBef>
                <a:spcPct val="0"/>
              </a:spcBef>
              <a:spcAft>
                <a:spcPct val="0"/>
              </a:spcAft>
              <a:defRPr sz="2500">
                <a:solidFill>
                  <a:schemeClr val="bg1"/>
                </a:solidFill>
                <a:latin typeface="黑体" pitchFamily="49" charset="-122"/>
                <a:ea typeface="黑体" pitchFamily="49" charset="-122"/>
              </a:defRPr>
            </a:lvl8pPr>
            <a:lvl9pPr marL="3886200" indent="-228600" algn="ctr" eaLnBrk="0" fontAlgn="base" hangingPunct="0">
              <a:spcBef>
                <a:spcPct val="0"/>
              </a:spcBef>
              <a:spcAft>
                <a:spcPct val="0"/>
              </a:spcAft>
              <a:defRPr sz="2500">
                <a:solidFill>
                  <a:schemeClr val="bg1"/>
                </a:solidFill>
                <a:latin typeface="黑体" pitchFamily="49" charset="-122"/>
                <a:ea typeface="黑体" pitchFamily="49" charset="-122"/>
              </a:defRPr>
            </a:lvl9pPr>
          </a:lstStyle>
          <a:p>
            <a:pPr algn="ctr" eaLnBrk="1" hangingPunct="1">
              <a:defRPr/>
            </a:pPr>
            <a:r>
              <a:rPr kumimoji="1" lang="zh-CN" altLang="en-US" sz="1000" dirty="0">
                <a:latin typeface="Times New Roman" pitchFamily="18" charset="0"/>
                <a:ea typeface="宋体" pitchFamily="2" charset="-122"/>
              </a:rPr>
              <a:t>河海大学计算机与软件学院计算机科学与技术系</a:t>
            </a:r>
            <a:endParaRPr kumimoji="1" lang="en-US" altLang="zh-CN" sz="1000" dirty="0">
              <a:latin typeface="Times New Roman" pitchFamily="18" charset="0"/>
              <a:ea typeface="宋体" pitchFamily="2" charset="-122"/>
            </a:endParaRPr>
          </a:p>
        </p:txBody>
      </p:sp>
      <p:pic>
        <p:nvPicPr>
          <p:cNvPr id="8" name="Picture 8" descr="邓体字徽（白色透明）"/>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388" y="0"/>
            <a:ext cx="223202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0114" name="Rectangle 2"/>
          <p:cNvSpPr>
            <a:spLocks noGrp="1" noChangeArrowheads="1"/>
          </p:cNvSpPr>
          <p:nvPr>
            <p:ph type="ctrTitle"/>
          </p:nvPr>
        </p:nvSpPr>
        <p:spPr>
          <a:xfrm>
            <a:off x="685800" y="990600"/>
            <a:ext cx="7772400" cy="1371600"/>
          </a:xfrm>
        </p:spPr>
        <p:txBody>
          <a:bodyPr/>
          <a:lstStyle>
            <a:lvl1pPr>
              <a:defRPr/>
            </a:lvl1pPr>
          </a:lstStyle>
          <a:p>
            <a:pPr lvl="0"/>
            <a:r>
              <a:rPr lang="zh-CN" altLang="en-US" noProof="0"/>
              <a:t>单击此处编辑母版标题样式</a:t>
            </a:r>
          </a:p>
        </p:txBody>
      </p:sp>
      <p:sp>
        <p:nvSpPr>
          <p:cNvPr id="730115" name="Rectangle 3"/>
          <p:cNvSpPr>
            <a:spLocks noGrp="1" noChangeArrowheads="1"/>
          </p:cNvSpPr>
          <p:nvPr>
            <p:ph type="subTitle" idx="1"/>
          </p:nvPr>
        </p:nvSpPr>
        <p:spPr>
          <a:xfrm>
            <a:off x="1447800" y="3429000"/>
            <a:ext cx="7010400" cy="1600200"/>
          </a:xfrm>
        </p:spPr>
        <p:txBody>
          <a:bodyPr/>
          <a:lstStyle>
            <a:lvl1pPr marL="0" indent="0" algn="ctr">
              <a:buFont typeface="Wingdings" pitchFamily="2" charset="2"/>
              <a:buNone/>
              <a:defRPr/>
            </a:lvl1pPr>
          </a:lstStyle>
          <a:p>
            <a:pPr lvl="0"/>
            <a:r>
              <a:rPr lang="zh-CN" altLang="en-US" noProof="0"/>
              <a:t>单击此处编辑母版副标题样式</a:t>
            </a:r>
          </a:p>
        </p:txBody>
      </p:sp>
    </p:spTree>
    <p:extLst>
      <p:ext uri="{BB962C8B-B14F-4D97-AF65-F5344CB8AC3E}">
        <p14:creationId xmlns:p14="http://schemas.microsoft.com/office/powerpoint/2010/main" val="512649992"/>
      </p:ext>
    </p:extLst>
  </p:cSld>
  <p:clrMapOvr>
    <a:masterClrMapping/>
  </p:clrMapOvr>
  <p:transition spd="slow"/>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208213050"/>
      </p:ext>
    </p:extLst>
  </p:cSld>
  <p:clrMapOvr>
    <a:masterClrMapping/>
  </p:clrMapOvr>
  <p:transition spd="slow"/>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295798350"/>
      </p:ext>
    </p:extLst>
  </p:cSld>
  <p:clrMapOvr>
    <a:masterClrMapping/>
  </p:clrMapOvr>
  <p:transition spd="slow"/>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20204997"/>
      </p:ext>
    </p:extLst>
  </p:cSld>
  <p:clrMapOvr>
    <a:masterClrMapping/>
  </p:clrMapOvr>
  <p:transition spd="slow"/>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48355814"/>
      </p:ext>
    </p:extLst>
  </p:cSld>
  <p:clrMapOvr>
    <a:masterClrMapping/>
  </p:clrMapOvr>
  <p:transition spd="slow"/>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386787404"/>
      </p:ext>
    </p:extLst>
  </p:cSld>
  <p:clrMapOvr>
    <a:masterClrMapping/>
  </p:clrMapOvr>
  <p:transition spd="slow"/>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033259"/>
      </p:ext>
    </p:extLst>
  </p:cSld>
  <p:clrMapOvr>
    <a:masterClrMapping/>
  </p:clrMapOvr>
  <p:transition spd="slow"/>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067680618"/>
      </p:ext>
    </p:extLst>
  </p:cSld>
  <p:clrMapOvr>
    <a:masterClrMapping/>
  </p:clrMapOvr>
  <p:transition spd="slow"/>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609665619"/>
      </p:ext>
    </p:extLst>
  </p:cSld>
  <p:clrMapOvr>
    <a:masterClrMapping/>
  </p:clrMapOvr>
  <p:transition spd="slow"/>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45209945"/>
      </p:ext>
    </p:extLst>
  </p:cSld>
  <p:clrMapOvr>
    <a:masterClrMapping/>
  </p:clrMapOvr>
  <p:transition spd="slow"/>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07726534"/>
      </p:ext>
    </p:extLst>
  </p:cSld>
  <p:clrMapOvr>
    <a:masterClrMapping/>
  </p:clrMapOvr>
  <p:transition spd="slow"/>
</p:sldLayout>
</file>

<file path=ppt/slideLayouts/slideLayout3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a:t>单击此处编辑母版标题样式</a:t>
            </a:r>
          </a:p>
        </p:txBody>
      </p:sp>
      <p:sp>
        <p:nvSpPr>
          <p:cNvPr id="3" name="文本占位符 2"/>
          <p:cNvSpPr>
            <a:spLocks noGrp="1"/>
          </p:cNvSpPr>
          <p:nvPr>
            <p:ph type="body" sz="half" idx="1"/>
          </p:nvPr>
        </p:nvSpPr>
        <p:spPr>
          <a:xfrm>
            <a:off x="566738" y="1752600"/>
            <a:ext cx="39243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3438" y="1752600"/>
            <a:ext cx="3924300" cy="2057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3438" y="3962400"/>
            <a:ext cx="3924300" cy="2057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81124533"/>
      </p:ext>
    </p:extLst>
  </p:cSld>
  <p:clrMapOvr>
    <a:masterClrMapping/>
  </p:clrMapOvr>
  <p:transition spd="slow"/>
</p:sldLayout>
</file>

<file path=ppt/slideLayouts/slideLayout3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66738" y="304800"/>
            <a:ext cx="8008937" cy="5715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02733858"/>
      </p:ext>
    </p:extLst>
  </p:cSld>
  <p:clrMapOvr>
    <a:masterClrMapping/>
  </p:clrMapOvr>
  <p:transition spd="slow"/>
</p:sldLayout>
</file>

<file path=ppt/slideLayouts/slideLayout36.xml><?xml version="1.0" encoding="utf-8"?>
<p:sldLayout xmlns:a="http://schemas.openxmlformats.org/drawingml/2006/main" xmlns:r="http://schemas.openxmlformats.org/officeDocument/2006/relationships" xmlns:p="http://schemas.openxmlformats.org/presentationml/2006/main" type="objAndTx" preserve="1">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a:t>单击此处编辑母版标题样式</a:t>
            </a:r>
          </a:p>
        </p:txBody>
      </p:sp>
      <p:sp>
        <p:nvSpPr>
          <p:cNvPr id="3" name="内容占位符 2"/>
          <p:cNvSpPr>
            <a:spLocks noGrp="1"/>
          </p:cNvSpPr>
          <p:nvPr>
            <p:ph sz="half" idx="1"/>
          </p:nvPr>
        </p:nvSpPr>
        <p:spPr>
          <a:xfrm>
            <a:off x="566738" y="1752600"/>
            <a:ext cx="39243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643438" y="1752600"/>
            <a:ext cx="39243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78047885"/>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image" Target="../media/image2.png"/><Relationship Id="rId2" Type="http://schemas.openxmlformats.org/officeDocument/2006/relationships/slideLayout" Target="../slideLayouts/slideLayout24.xml"/><Relationship Id="rId16" Type="http://schemas.openxmlformats.org/officeDocument/2006/relationships/image" Target="../media/image1.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theme" Target="../theme/theme3.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2118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400">
                <a:solidFill>
                  <a:schemeClr val="tx1"/>
                </a:solidFill>
                <a:latin typeface="Times New Roman" pitchFamily="18" charset="0"/>
                <a:ea typeface="+mn-ea"/>
              </a:defRPr>
            </a:lvl1pPr>
          </a:lstStyle>
          <a:p>
            <a:pPr>
              <a:defRPr/>
            </a:pPr>
            <a:fld id="{D1739C62-02A7-4DEF-B09B-C28C8AAA5C66}" type="datetime11">
              <a:rPr lang="zh-CN" altLang="en-US"/>
              <a:pPr>
                <a:defRPr/>
              </a:pPr>
              <a:t>08:47:13</a:t>
            </a:fld>
            <a:endParaRPr lang="en-US" altLang="zh-CN"/>
          </a:p>
        </p:txBody>
      </p:sp>
      <p:sp>
        <p:nvSpPr>
          <p:cNvPr id="22118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kumimoji="1" sz="1400">
                <a:solidFill>
                  <a:schemeClr val="tx1"/>
                </a:solidFill>
                <a:latin typeface="Times New Roman" pitchFamily="18" charset="0"/>
                <a:ea typeface="+mn-ea"/>
              </a:defRPr>
            </a:lvl1pPr>
          </a:lstStyle>
          <a:p>
            <a:pPr>
              <a:defRPr/>
            </a:pPr>
            <a:endParaRPr lang="en-US" altLang="zh-CN"/>
          </a:p>
        </p:txBody>
      </p:sp>
      <p:sp>
        <p:nvSpPr>
          <p:cNvPr id="22119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400">
                <a:solidFill>
                  <a:schemeClr val="tx1"/>
                </a:solidFill>
                <a:latin typeface="Times New Roman" panose="02020603050405020304" pitchFamily="18" charset="0"/>
                <a:ea typeface="宋体" panose="02010600030101010101" pitchFamily="2" charset="-122"/>
              </a:defRPr>
            </a:lvl1pPr>
          </a:lstStyle>
          <a:p>
            <a:pPr>
              <a:defRPr/>
            </a:pPr>
            <a:fld id="{FDD8EF8A-2A8E-49D1-B7C5-3B38DC377EEA}"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550" r:id="rId1"/>
    <p:sldLayoutId id="2147484551" r:id="rId2"/>
    <p:sldLayoutId id="2147484552" r:id="rId3"/>
    <p:sldLayoutId id="2147484553" r:id="rId4"/>
    <p:sldLayoutId id="2147484554" r:id="rId5"/>
    <p:sldLayoutId id="2147484555" r:id="rId6"/>
    <p:sldLayoutId id="2147484556" r:id="rId7"/>
    <p:sldLayoutId id="2147484557" r:id="rId8"/>
    <p:sldLayoutId id="2147484558" r:id="rId9"/>
    <p:sldLayoutId id="2147484559" r:id="rId10"/>
    <p:sldLayoutId id="2147484560" r:id="rId11"/>
  </p:sldLayoutIdLst>
  <p:transition spd="slow"/>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178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400">
                <a:solidFill>
                  <a:schemeClr val="tx1"/>
                </a:solidFill>
                <a:latin typeface="Times New Roman" pitchFamily="18" charset="0"/>
                <a:ea typeface="+mn-ea"/>
              </a:defRPr>
            </a:lvl1pPr>
          </a:lstStyle>
          <a:p>
            <a:pPr>
              <a:defRPr/>
            </a:pPr>
            <a:fld id="{6614F44D-E3C5-4F17-B212-F74965BBB675}" type="datetime11">
              <a:rPr lang="zh-CN" altLang="en-US"/>
              <a:pPr>
                <a:defRPr/>
              </a:pPr>
              <a:t>08:47:13</a:t>
            </a:fld>
            <a:endParaRPr lang="en-US" altLang="zh-CN"/>
          </a:p>
        </p:txBody>
      </p:sp>
      <p:sp>
        <p:nvSpPr>
          <p:cNvPr id="7178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kumimoji="1" sz="1400">
                <a:solidFill>
                  <a:schemeClr val="tx1"/>
                </a:solidFill>
                <a:latin typeface="Times New Roman" pitchFamily="18" charset="0"/>
                <a:ea typeface="+mn-ea"/>
              </a:defRPr>
            </a:lvl1pPr>
          </a:lstStyle>
          <a:p>
            <a:pPr>
              <a:defRPr/>
            </a:pPr>
            <a:endParaRPr lang="en-US" altLang="zh-CN"/>
          </a:p>
        </p:txBody>
      </p:sp>
      <p:sp>
        <p:nvSpPr>
          <p:cNvPr id="7178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400">
                <a:solidFill>
                  <a:schemeClr val="tx1"/>
                </a:solidFill>
                <a:latin typeface="Times New Roman" panose="02020603050405020304" pitchFamily="18" charset="0"/>
                <a:ea typeface="宋体" panose="02010600030101010101" pitchFamily="2" charset="-122"/>
              </a:defRPr>
            </a:lvl1pPr>
          </a:lstStyle>
          <a:p>
            <a:pPr>
              <a:defRPr/>
            </a:pPr>
            <a:fld id="{A3D22A8E-4174-4CC8-BE69-5F658267EE04}"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561" r:id="rId1"/>
    <p:sldLayoutId id="2147484562" r:id="rId2"/>
    <p:sldLayoutId id="2147484563" r:id="rId3"/>
    <p:sldLayoutId id="2147484564" r:id="rId4"/>
    <p:sldLayoutId id="2147484565" r:id="rId5"/>
    <p:sldLayoutId id="2147484566" r:id="rId6"/>
    <p:sldLayoutId id="2147484567" r:id="rId7"/>
    <p:sldLayoutId id="2147484568" r:id="rId8"/>
    <p:sldLayoutId id="2147484569" r:id="rId9"/>
    <p:sldLayoutId id="2147484570" r:id="rId10"/>
    <p:sldLayoutId id="2147484571" r:id="rId11"/>
  </p:sldLayoutIdLst>
  <p:transition spd="slow"/>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574675" y="304800"/>
            <a:ext cx="800100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3075" name="Rectangle 3"/>
          <p:cNvSpPr>
            <a:spLocks noGrp="1" noChangeArrowheads="1"/>
          </p:cNvSpPr>
          <p:nvPr>
            <p:ph type="body" idx="1"/>
          </p:nvPr>
        </p:nvSpPr>
        <p:spPr bwMode="auto">
          <a:xfrm>
            <a:off x="566738" y="1752600"/>
            <a:ext cx="80010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6" name="AutoShape 4"/>
          <p:cNvSpPr>
            <a:spLocks noChangeArrowheads="1"/>
          </p:cNvSpPr>
          <p:nvPr/>
        </p:nvSpPr>
        <p:spPr bwMode="auto">
          <a:xfrm>
            <a:off x="609600" y="1566863"/>
            <a:ext cx="7958138"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3077" name="Text Box 5"/>
          <p:cNvSpPr txBox="1">
            <a:spLocks noChangeArrowheads="1"/>
          </p:cNvSpPr>
          <p:nvPr/>
        </p:nvSpPr>
        <p:spPr bwMode="auto">
          <a:xfrm>
            <a:off x="0" y="6613525"/>
            <a:ext cx="9144000" cy="2444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500">
                <a:solidFill>
                  <a:schemeClr val="bg1"/>
                </a:solidFill>
                <a:latin typeface="黑体" pitchFamily="49" charset="-122"/>
                <a:ea typeface="黑体" pitchFamily="49" charset="-122"/>
              </a:defRPr>
            </a:lvl1pPr>
            <a:lvl2pPr marL="742950" indent="-285750" eaLnBrk="0" hangingPunct="0">
              <a:defRPr sz="2500">
                <a:solidFill>
                  <a:schemeClr val="bg1"/>
                </a:solidFill>
                <a:latin typeface="黑体" pitchFamily="49" charset="-122"/>
                <a:ea typeface="黑体" pitchFamily="49" charset="-122"/>
              </a:defRPr>
            </a:lvl2pPr>
            <a:lvl3pPr marL="1143000" indent="-228600" eaLnBrk="0" hangingPunct="0">
              <a:defRPr sz="2500">
                <a:solidFill>
                  <a:schemeClr val="bg1"/>
                </a:solidFill>
                <a:latin typeface="黑体" pitchFamily="49" charset="-122"/>
                <a:ea typeface="黑体" pitchFamily="49" charset="-122"/>
              </a:defRPr>
            </a:lvl3pPr>
            <a:lvl4pPr marL="1600200" indent="-228600" eaLnBrk="0" hangingPunct="0">
              <a:defRPr sz="2500">
                <a:solidFill>
                  <a:schemeClr val="bg1"/>
                </a:solidFill>
                <a:latin typeface="黑体" pitchFamily="49" charset="-122"/>
                <a:ea typeface="黑体" pitchFamily="49" charset="-122"/>
              </a:defRPr>
            </a:lvl4pPr>
            <a:lvl5pPr marL="2057400" indent="-228600" eaLnBrk="0" hangingPunct="0">
              <a:defRPr sz="2500">
                <a:solidFill>
                  <a:schemeClr val="bg1"/>
                </a:solidFill>
                <a:latin typeface="黑体" pitchFamily="49" charset="-122"/>
                <a:ea typeface="黑体" pitchFamily="49" charset="-122"/>
              </a:defRPr>
            </a:lvl5pPr>
            <a:lvl6pPr marL="2514600" indent="-228600" algn="ctr" eaLnBrk="0" fontAlgn="base" hangingPunct="0">
              <a:spcBef>
                <a:spcPct val="0"/>
              </a:spcBef>
              <a:spcAft>
                <a:spcPct val="0"/>
              </a:spcAft>
              <a:defRPr sz="2500">
                <a:solidFill>
                  <a:schemeClr val="bg1"/>
                </a:solidFill>
                <a:latin typeface="黑体" pitchFamily="49" charset="-122"/>
                <a:ea typeface="黑体" pitchFamily="49" charset="-122"/>
              </a:defRPr>
            </a:lvl6pPr>
            <a:lvl7pPr marL="2971800" indent="-228600" algn="ctr" eaLnBrk="0" fontAlgn="base" hangingPunct="0">
              <a:spcBef>
                <a:spcPct val="0"/>
              </a:spcBef>
              <a:spcAft>
                <a:spcPct val="0"/>
              </a:spcAft>
              <a:defRPr sz="2500">
                <a:solidFill>
                  <a:schemeClr val="bg1"/>
                </a:solidFill>
                <a:latin typeface="黑体" pitchFamily="49" charset="-122"/>
                <a:ea typeface="黑体" pitchFamily="49" charset="-122"/>
              </a:defRPr>
            </a:lvl7pPr>
            <a:lvl8pPr marL="3429000" indent="-228600" algn="ctr" eaLnBrk="0" fontAlgn="base" hangingPunct="0">
              <a:spcBef>
                <a:spcPct val="0"/>
              </a:spcBef>
              <a:spcAft>
                <a:spcPct val="0"/>
              </a:spcAft>
              <a:defRPr sz="2500">
                <a:solidFill>
                  <a:schemeClr val="bg1"/>
                </a:solidFill>
                <a:latin typeface="黑体" pitchFamily="49" charset="-122"/>
                <a:ea typeface="黑体" pitchFamily="49" charset="-122"/>
              </a:defRPr>
            </a:lvl8pPr>
            <a:lvl9pPr marL="3886200" indent="-228600" algn="ctr" eaLnBrk="0" fontAlgn="base" hangingPunct="0">
              <a:spcBef>
                <a:spcPct val="0"/>
              </a:spcBef>
              <a:spcAft>
                <a:spcPct val="0"/>
              </a:spcAft>
              <a:defRPr sz="2500">
                <a:solidFill>
                  <a:schemeClr val="bg1"/>
                </a:solidFill>
                <a:latin typeface="黑体" pitchFamily="49" charset="-122"/>
                <a:ea typeface="黑体" pitchFamily="49" charset="-122"/>
              </a:defRPr>
            </a:lvl9pPr>
          </a:lstStyle>
          <a:p>
            <a:pPr algn="ctr" eaLnBrk="1" hangingPunct="1">
              <a:defRPr/>
            </a:pPr>
            <a:r>
              <a:rPr kumimoji="1" lang="zh-CN" altLang="en-US" sz="1000" dirty="0">
                <a:latin typeface="Times New Roman" pitchFamily="18" charset="0"/>
                <a:ea typeface="宋体" pitchFamily="2" charset="-122"/>
              </a:rPr>
              <a:t>河海大学计算机与软件学院计算机科学与技术系 </a:t>
            </a:r>
            <a:endParaRPr kumimoji="1" lang="en-US" altLang="zh-CN" sz="1000" dirty="0">
              <a:latin typeface="Times New Roman" pitchFamily="18" charset="0"/>
              <a:ea typeface="宋体" pitchFamily="2" charset="-122"/>
            </a:endParaRPr>
          </a:p>
        </p:txBody>
      </p:sp>
      <p:pic>
        <p:nvPicPr>
          <p:cNvPr id="3078" name="Picture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91440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9" name="Text Box 7"/>
          <p:cNvSpPr txBox="1">
            <a:spLocks noChangeArrowheads="1"/>
          </p:cNvSpPr>
          <p:nvPr/>
        </p:nvSpPr>
        <p:spPr bwMode="auto">
          <a:xfrm>
            <a:off x="2484438" y="260350"/>
            <a:ext cx="280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500">
                <a:solidFill>
                  <a:schemeClr val="bg1"/>
                </a:solidFill>
                <a:latin typeface="黑体" pitchFamily="49" charset="-122"/>
                <a:ea typeface="黑体" pitchFamily="49" charset="-122"/>
              </a:defRPr>
            </a:lvl1pPr>
            <a:lvl2pPr marL="742950" indent="-285750" eaLnBrk="0" hangingPunct="0">
              <a:defRPr sz="2500">
                <a:solidFill>
                  <a:schemeClr val="bg1"/>
                </a:solidFill>
                <a:latin typeface="黑体" pitchFamily="49" charset="-122"/>
                <a:ea typeface="黑体" pitchFamily="49" charset="-122"/>
              </a:defRPr>
            </a:lvl2pPr>
            <a:lvl3pPr marL="1143000" indent="-228600" eaLnBrk="0" hangingPunct="0">
              <a:defRPr sz="2500">
                <a:solidFill>
                  <a:schemeClr val="bg1"/>
                </a:solidFill>
                <a:latin typeface="黑体" pitchFamily="49" charset="-122"/>
                <a:ea typeface="黑体" pitchFamily="49" charset="-122"/>
              </a:defRPr>
            </a:lvl3pPr>
            <a:lvl4pPr marL="1600200" indent="-228600" eaLnBrk="0" hangingPunct="0">
              <a:defRPr sz="2500">
                <a:solidFill>
                  <a:schemeClr val="bg1"/>
                </a:solidFill>
                <a:latin typeface="黑体" pitchFamily="49" charset="-122"/>
                <a:ea typeface="黑体" pitchFamily="49" charset="-122"/>
              </a:defRPr>
            </a:lvl4pPr>
            <a:lvl5pPr marL="2057400" indent="-228600" eaLnBrk="0" hangingPunct="0">
              <a:defRPr sz="2500">
                <a:solidFill>
                  <a:schemeClr val="bg1"/>
                </a:solidFill>
                <a:latin typeface="黑体" pitchFamily="49" charset="-122"/>
                <a:ea typeface="黑体" pitchFamily="49" charset="-122"/>
              </a:defRPr>
            </a:lvl5pPr>
            <a:lvl6pPr marL="2514600" indent="-228600" algn="ctr" eaLnBrk="0" fontAlgn="base" hangingPunct="0">
              <a:spcBef>
                <a:spcPct val="0"/>
              </a:spcBef>
              <a:spcAft>
                <a:spcPct val="0"/>
              </a:spcAft>
              <a:defRPr sz="2500">
                <a:solidFill>
                  <a:schemeClr val="bg1"/>
                </a:solidFill>
                <a:latin typeface="黑体" pitchFamily="49" charset="-122"/>
                <a:ea typeface="黑体" pitchFamily="49" charset="-122"/>
              </a:defRPr>
            </a:lvl6pPr>
            <a:lvl7pPr marL="2971800" indent="-228600" algn="ctr" eaLnBrk="0" fontAlgn="base" hangingPunct="0">
              <a:spcBef>
                <a:spcPct val="0"/>
              </a:spcBef>
              <a:spcAft>
                <a:spcPct val="0"/>
              </a:spcAft>
              <a:defRPr sz="2500">
                <a:solidFill>
                  <a:schemeClr val="bg1"/>
                </a:solidFill>
                <a:latin typeface="黑体" pitchFamily="49" charset="-122"/>
                <a:ea typeface="黑体" pitchFamily="49" charset="-122"/>
              </a:defRPr>
            </a:lvl7pPr>
            <a:lvl8pPr marL="3429000" indent="-228600" algn="ctr" eaLnBrk="0" fontAlgn="base" hangingPunct="0">
              <a:spcBef>
                <a:spcPct val="0"/>
              </a:spcBef>
              <a:spcAft>
                <a:spcPct val="0"/>
              </a:spcAft>
              <a:defRPr sz="2500">
                <a:solidFill>
                  <a:schemeClr val="bg1"/>
                </a:solidFill>
                <a:latin typeface="黑体" pitchFamily="49" charset="-122"/>
                <a:ea typeface="黑体" pitchFamily="49" charset="-122"/>
              </a:defRPr>
            </a:lvl8pPr>
            <a:lvl9pPr marL="3886200" indent="-228600" algn="ctr" eaLnBrk="0" fontAlgn="base" hangingPunct="0">
              <a:spcBef>
                <a:spcPct val="0"/>
              </a:spcBef>
              <a:spcAft>
                <a:spcPct val="0"/>
              </a:spcAft>
              <a:defRPr sz="2500">
                <a:solidFill>
                  <a:schemeClr val="bg1"/>
                </a:solidFill>
                <a:latin typeface="黑体" pitchFamily="49" charset="-122"/>
                <a:ea typeface="黑体" pitchFamily="49" charset="-122"/>
              </a:defRPr>
            </a:lvl9pPr>
          </a:lstStyle>
          <a:p>
            <a:pPr eaLnBrk="1" hangingPunct="1">
              <a:spcBef>
                <a:spcPct val="50000"/>
              </a:spcBef>
              <a:defRPr/>
            </a:pPr>
            <a:r>
              <a:rPr lang="zh-CN" altLang="en-US" sz="2400" b="1" dirty="0">
                <a:solidFill>
                  <a:srgbClr val="F7F7F7"/>
                </a:solidFill>
                <a:latin typeface="Verdana" pitchFamily="34" charset="0"/>
                <a:ea typeface="楷体_GB2312" pitchFamily="49" charset="-122"/>
              </a:rPr>
              <a:t>计算机与软件学院</a:t>
            </a:r>
          </a:p>
        </p:txBody>
      </p:sp>
      <p:pic>
        <p:nvPicPr>
          <p:cNvPr id="3080" name="Picture 8" descr="邓体字徽（白色透明）"/>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79388" y="0"/>
            <a:ext cx="223202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585" r:id="rId1"/>
    <p:sldLayoutId id="2147484572" r:id="rId2"/>
    <p:sldLayoutId id="2147484573" r:id="rId3"/>
    <p:sldLayoutId id="2147484574" r:id="rId4"/>
    <p:sldLayoutId id="2147484575" r:id="rId5"/>
    <p:sldLayoutId id="2147484576" r:id="rId6"/>
    <p:sldLayoutId id="2147484577" r:id="rId7"/>
    <p:sldLayoutId id="2147484578" r:id="rId8"/>
    <p:sldLayoutId id="2147484579" r:id="rId9"/>
    <p:sldLayoutId id="2147484580" r:id="rId10"/>
    <p:sldLayoutId id="2147484581" r:id="rId11"/>
    <p:sldLayoutId id="2147484582" r:id="rId12"/>
    <p:sldLayoutId id="2147484583" r:id="rId13"/>
    <p:sldLayoutId id="2147484584" r:id="rId14"/>
  </p:sldLayoutIdLst>
  <p:transition spd="slow"/>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Text Box 2"/>
          <p:cNvSpPr txBox="1">
            <a:spLocks noChangeArrowheads="1"/>
          </p:cNvSpPr>
          <p:nvPr/>
        </p:nvSpPr>
        <p:spPr bwMode="auto">
          <a:xfrm>
            <a:off x="3419872" y="3140968"/>
            <a:ext cx="2374900" cy="70167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chemeClr val="hlink"/>
                </a:solidFill>
                <a:miter lim="800000"/>
                <a:headEnd type="none" w="sm" len="sm"/>
                <a:tailEnd type="none" w="sm" len="sm"/>
              </a14:hiddenLine>
            </a:ext>
          </a:extLst>
        </p:spPr>
        <p:txBody>
          <a:bodyPr anchor="ctr">
            <a:spAutoFit/>
          </a:bodyPr>
          <a:lstStyle>
            <a:lvl1pPr marL="609600" indent="-609600" algn="l">
              <a:defRPr kumimoji="1" sz="2400">
                <a:solidFill>
                  <a:schemeClr val="tx1"/>
                </a:solidFill>
                <a:latin typeface="Times New Roman" pitchFamily="18" charset="0"/>
                <a:ea typeface="宋体" pitchFamily="2" charset="-122"/>
              </a:defRPr>
            </a:lvl1pPr>
            <a:lvl2pPr marL="1066800" indent="-609600" algn="l">
              <a:defRPr kumimoji="1" sz="2400">
                <a:solidFill>
                  <a:schemeClr val="tx1"/>
                </a:solidFill>
                <a:latin typeface="Times New Roman" pitchFamily="18" charset="0"/>
                <a:ea typeface="宋体" pitchFamily="2" charset="-122"/>
              </a:defRPr>
            </a:lvl2pPr>
            <a:lvl3pPr marL="1524000" indent="-609600" algn="l">
              <a:defRPr kumimoji="1" sz="2400">
                <a:solidFill>
                  <a:schemeClr val="tx1"/>
                </a:solidFill>
                <a:latin typeface="Times New Roman" pitchFamily="18" charset="0"/>
                <a:ea typeface="宋体" pitchFamily="2" charset="-122"/>
              </a:defRPr>
            </a:lvl3pPr>
            <a:lvl4pPr marL="1981200" indent="-609600" algn="l">
              <a:defRPr kumimoji="1" sz="2400">
                <a:solidFill>
                  <a:schemeClr val="tx1"/>
                </a:solidFill>
                <a:latin typeface="Times New Roman" pitchFamily="18" charset="0"/>
                <a:ea typeface="宋体" pitchFamily="2" charset="-122"/>
              </a:defRPr>
            </a:lvl4pPr>
            <a:lvl5pPr marL="2438400" indent="-609600" algn="l">
              <a:defRPr kumimoji="1" sz="2400">
                <a:solidFill>
                  <a:schemeClr val="tx1"/>
                </a:solidFill>
                <a:latin typeface="Times New Roman" pitchFamily="18" charset="0"/>
                <a:ea typeface="宋体" pitchFamily="2" charset="-122"/>
              </a:defRPr>
            </a:lvl5pPr>
            <a:lvl6pPr marL="2895600" indent="-609600" fontAlgn="base">
              <a:spcBef>
                <a:spcPct val="0"/>
              </a:spcBef>
              <a:spcAft>
                <a:spcPct val="0"/>
              </a:spcAft>
              <a:defRPr kumimoji="1" sz="2400">
                <a:solidFill>
                  <a:schemeClr val="tx1"/>
                </a:solidFill>
                <a:latin typeface="Times New Roman" pitchFamily="18" charset="0"/>
                <a:ea typeface="宋体" pitchFamily="2" charset="-122"/>
              </a:defRPr>
            </a:lvl6pPr>
            <a:lvl7pPr marL="3352800" indent="-609600" fontAlgn="base">
              <a:spcBef>
                <a:spcPct val="0"/>
              </a:spcBef>
              <a:spcAft>
                <a:spcPct val="0"/>
              </a:spcAft>
              <a:defRPr kumimoji="1" sz="2400">
                <a:solidFill>
                  <a:schemeClr val="tx1"/>
                </a:solidFill>
                <a:latin typeface="Times New Roman" pitchFamily="18" charset="0"/>
                <a:ea typeface="宋体" pitchFamily="2" charset="-122"/>
              </a:defRPr>
            </a:lvl7pPr>
            <a:lvl8pPr marL="3810000" indent="-609600" fontAlgn="base">
              <a:spcBef>
                <a:spcPct val="0"/>
              </a:spcBef>
              <a:spcAft>
                <a:spcPct val="0"/>
              </a:spcAft>
              <a:defRPr kumimoji="1" sz="2400">
                <a:solidFill>
                  <a:schemeClr val="tx1"/>
                </a:solidFill>
                <a:latin typeface="Times New Roman" pitchFamily="18" charset="0"/>
                <a:ea typeface="宋体" pitchFamily="2" charset="-122"/>
              </a:defRPr>
            </a:lvl8pPr>
            <a:lvl9pPr marL="4267200" indent="-609600"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defRPr/>
            </a:pPr>
            <a:r>
              <a:rPr lang="zh-CN" altLang="en-US" sz="4000" b="1" dirty="0">
                <a:solidFill>
                  <a:srgbClr val="800000"/>
                </a:solidFill>
                <a:latin typeface="黑体" pitchFamily="49" charset="-122"/>
                <a:ea typeface="黑体" pitchFamily="49" charset="-122"/>
              </a:rPr>
              <a:t>网络层</a:t>
            </a:r>
            <a:endParaRPr lang="en-US" altLang="zh-CN" sz="4000" b="1" dirty="0">
              <a:latin typeface="黑体" pitchFamily="49" charset="-122"/>
              <a:ea typeface="黑体" pitchFamily="49"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Text Box 2"/>
          <p:cNvSpPr txBox="1">
            <a:spLocks noChangeArrowheads="1"/>
          </p:cNvSpPr>
          <p:nvPr/>
        </p:nvSpPr>
        <p:spPr bwMode="auto">
          <a:xfrm>
            <a:off x="504230" y="1057666"/>
            <a:ext cx="1835522" cy="492443"/>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chemeClr val="hlink"/>
                </a:solidFill>
                <a:miter lim="800000"/>
                <a:headEnd type="none" w="sm" len="sm"/>
                <a:tailEnd type="none" w="sm" len="sm"/>
              </a14:hiddenLine>
            </a:ext>
          </a:extLst>
        </p:spPr>
        <p:txBody>
          <a:bodyPr wrap="square" anchor="ctr">
            <a:spAutoFit/>
          </a:bodyPr>
          <a:lstStyle>
            <a:defPPr>
              <a:defRPr lang="en-US"/>
            </a:defPPr>
            <a:lvl1pPr marL="609600" indent="-609600">
              <a:spcBef>
                <a:spcPct val="50000"/>
              </a:spcBef>
              <a:defRPr kumimoji="1" sz="2600">
                <a:solidFill>
                  <a:srgbClr val="800000"/>
                </a:solidFill>
                <a:latin typeface="微软雅黑" panose="020B0503020204020204" pitchFamily="34" charset="-122"/>
                <a:ea typeface="微软雅黑" panose="020B0503020204020204" pitchFamily="34" charset="-122"/>
              </a:defRPr>
            </a:lvl1pPr>
            <a:lvl2pPr marL="1066800" indent="-609600">
              <a:defRPr kumimoji="1" sz="2400">
                <a:solidFill>
                  <a:schemeClr val="tx1"/>
                </a:solidFill>
                <a:latin typeface="Times New Roman" pitchFamily="18" charset="0"/>
                <a:ea typeface="宋体" pitchFamily="2" charset="-122"/>
              </a:defRPr>
            </a:lvl2pPr>
            <a:lvl3pPr marL="1524000" indent="-609600">
              <a:defRPr kumimoji="1" sz="2400">
                <a:solidFill>
                  <a:schemeClr val="tx1"/>
                </a:solidFill>
                <a:latin typeface="Times New Roman" pitchFamily="18" charset="0"/>
                <a:ea typeface="宋体" pitchFamily="2" charset="-122"/>
              </a:defRPr>
            </a:lvl3pPr>
            <a:lvl4pPr marL="1981200" indent="-609600">
              <a:defRPr kumimoji="1" sz="2400">
                <a:solidFill>
                  <a:schemeClr val="tx1"/>
                </a:solidFill>
                <a:latin typeface="Times New Roman" pitchFamily="18" charset="0"/>
                <a:ea typeface="宋体" pitchFamily="2" charset="-122"/>
              </a:defRPr>
            </a:lvl4pPr>
            <a:lvl5pPr marL="2438400" indent="-609600">
              <a:defRPr kumimoji="1" sz="2400">
                <a:solidFill>
                  <a:schemeClr val="tx1"/>
                </a:solidFill>
                <a:latin typeface="Times New Roman" pitchFamily="18" charset="0"/>
                <a:ea typeface="宋体" pitchFamily="2" charset="-122"/>
              </a:defRPr>
            </a:lvl5pPr>
            <a:lvl6pPr marL="2895600" indent="-609600" fontAlgn="base">
              <a:spcBef>
                <a:spcPct val="0"/>
              </a:spcBef>
              <a:spcAft>
                <a:spcPct val="0"/>
              </a:spcAft>
              <a:defRPr kumimoji="1" sz="2400">
                <a:solidFill>
                  <a:schemeClr val="tx1"/>
                </a:solidFill>
                <a:latin typeface="Times New Roman" pitchFamily="18" charset="0"/>
                <a:ea typeface="宋体" pitchFamily="2" charset="-122"/>
              </a:defRPr>
            </a:lvl6pPr>
            <a:lvl7pPr marL="3352800" indent="-609600" fontAlgn="base">
              <a:spcBef>
                <a:spcPct val="0"/>
              </a:spcBef>
              <a:spcAft>
                <a:spcPct val="0"/>
              </a:spcAft>
              <a:defRPr kumimoji="1" sz="2400">
                <a:solidFill>
                  <a:schemeClr val="tx1"/>
                </a:solidFill>
                <a:latin typeface="Times New Roman" pitchFamily="18" charset="0"/>
                <a:ea typeface="宋体" pitchFamily="2" charset="-122"/>
              </a:defRPr>
            </a:lvl7pPr>
            <a:lvl8pPr marL="3810000" indent="-609600" fontAlgn="base">
              <a:spcBef>
                <a:spcPct val="0"/>
              </a:spcBef>
              <a:spcAft>
                <a:spcPct val="0"/>
              </a:spcAft>
              <a:defRPr kumimoji="1" sz="2400">
                <a:solidFill>
                  <a:schemeClr val="tx1"/>
                </a:solidFill>
                <a:latin typeface="Times New Roman" pitchFamily="18" charset="0"/>
                <a:ea typeface="宋体" pitchFamily="2" charset="-122"/>
              </a:defRPr>
            </a:lvl8pPr>
            <a:lvl9pPr marL="4267200" indent="-609600" fontAlgn="base">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dirty="0">
                <a:solidFill>
                  <a:srgbClr val="0070C0"/>
                </a:solidFill>
              </a:rPr>
              <a:t>主要内容</a:t>
            </a:r>
            <a:endParaRPr lang="en-US" altLang="zh-CN" dirty="0">
              <a:solidFill>
                <a:srgbClr val="0070C0"/>
              </a:solidFill>
            </a:endParaRPr>
          </a:p>
        </p:txBody>
      </p:sp>
      <p:sp>
        <p:nvSpPr>
          <p:cNvPr id="3" name="Text Box 2">
            <a:extLst>
              <a:ext uri="{FF2B5EF4-FFF2-40B4-BE49-F238E27FC236}">
                <a16:creationId xmlns:a16="http://schemas.microsoft.com/office/drawing/2014/main" id="{F3B96642-5E23-437F-B415-FB932D11968C}"/>
              </a:ext>
            </a:extLst>
          </p:cNvPr>
          <p:cNvSpPr txBox="1">
            <a:spLocks noChangeArrowheads="1"/>
          </p:cNvSpPr>
          <p:nvPr/>
        </p:nvSpPr>
        <p:spPr bwMode="auto">
          <a:xfrm>
            <a:off x="1691680" y="2060848"/>
            <a:ext cx="6480720" cy="3493264"/>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chemeClr val="hlink"/>
                </a:solidFill>
                <a:miter lim="800000"/>
                <a:headEnd type="none" w="sm" len="sm"/>
                <a:tailEnd type="none" w="sm" len="sm"/>
              </a14:hiddenLine>
            </a:ext>
          </a:extLst>
        </p:spPr>
        <p:txBody>
          <a:bodyPr wrap="square" anchor="ctr">
            <a:spAutoFit/>
          </a:bodyPr>
          <a:lstStyle>
            <a:lvl1pPr marL="609600" indent="-609600" algn="l">
              <a:defRPr kumimoji="1" sz="2400">
                <a:solidFill>
                  <a:schemeClr val="tx1"/>
                </a:solidFill>
                <a:latin typeface="Times New Roman" pitchFamily="18" charset="0"/>
                <a:ea typeface="宋体" pitchFamily="2" charset="-122"/>
              </a:defRPr>
            </a:lvl1pPr>
            <a:lvl2pPr marL="1066800" indent="-609600" algn="l">
              <a:defRPr kumimoji="1" sz="2400">
                <a:solidFill>
                  <a:schemeClr val="tx1"/>
                </a:solidFill>
                <a:latin typeface="Times New Roman" pitchFamily="18" charset="0"/>
                <a:ea typeface="宋体" pitchFamily="2" charset="-122"/>
              </a:defRPr>
            </a:lvl2pPr>
            <a:lvl3pPr marL="1524000" indent="-609600" algn="l">
              <a:defRPr kumimoji="1" sz="2400">
                <a:solidFill>
                  <a:schemeClr val="tx1"/>
                </a:solidFill>
                <a:latin typeface="Times New Roman" pitchFamily="18" charset="0"/>
                <a:ea typeface="宋体" pitchFamily="2" charset="-122"/>
              </a:defRPr>
            </a:lvl3pPr>
            <a:lvl4pPr marL="1981200" indent="-609600" algn="l">
              <a:defRPr kumimoji="1" sz="2400">
                <a:solidFill>
                  <a:schemeClr val="tx1"/>
                </a:solidFill>
                <a:latin typeface="Times New Roman" pitchFamily="18" charset="0"/>
                <a:ea typeface="宋体" pitchFamily="2" charset="-122"/>
              </a:defRPr>
            </a:lvl4pPr>
            <a:lvl5pPr marL="2438400" indent="-609600" algn="l">
              <a:defRPr kumimoji="1" sz="2400">
                <a:solidFill>
                  <a:schemeClr val="tx1"/>
                </a:solidFill>
                <a:latin typeface="Times New Roman" pitchFamily="18" charset="0"/>
                <a:ea typeface="宋体" pitchFamily="2" charset="-122"/>
              </a:defRPr>
            </a:lvl5pPr>
            <a:lvl6pPr marL="2895600" indent="-609600" fontAlgn="base">
              <a:spcBef>
                <a:spcPct val="0"/>
              </a:spcBef>
              <a:spcAft>
                <a:spcPct val="0"/>
              </a:spcAft>
              <a:defRPr kumimoji="1" sz="2400">
                <a:solidFill>
                  <a:schemeClr val="tx1"/>
                </a:solidFill>
                <a:latin typeface="Times New Roman" pitchFamily="18" charset="0"/>
                <a:ea typeface="宋体" pitchFamily="2" charset="-122"/>
              </a:defRPr>
            </a:lvl6pPr>
            <a:lvl7pPr marL="3352800" indent="-609600" fontAlgn="base">
              <a:spcBef>
                <a:spcPct val="0"/>
              </a:spcBef>
              <a:spcAft>
                <a:spcPct val="0"/>
              </a:spcAft>
              <a:defRPr kumimoji="1" sz="2400">
                <a:solidFill>
                  <a:schemeClr val="tx1"/>
                </a:solidFill>
                <a:latin typeface="Times New Roman" pitchFamily="18" charset="0"/>
                <a:ea typeface="宋体" pitchFamily="2" charset="-122"/>
              </a:defRPr>
            </a:lvl7pPr>
            <a:lvl8pPr marL="3810000" indent="-609600" fontAlgn="base">
              <a:spcBef>
                <a:spcPct val="0"/>
              </a:spcBef>
              <a:spcAft>
                <a:spcPct val="0"/>
              </a:spcAft>
              <a:defRPr kumimoji="1" sz="2400">
                <a:solidFill>
                  <a:schemeClr val="tx1"/>
                </a:solidFill>
                <a:latin typeface="Times New Roman" pitchFamily="18" charset="0"/>
                <a:ea typeface="宋体" pitchFamily="2" charset="-122"/>
              </a:defRPr>
            </a:lvl8pPr>
            <a:lvl9pPr marL="4267200" indent="-609600"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defRPr/>
            </a:pPr>
            <a:r>
              <a:rPr lang="zh-CN" altLang="en-US" sz="2600" dirty="0">
                <a:latin typeface="微软雅黑" panose="020B0503020204020204" pitchFamily="34" charset="-122"/>
                <a:ea typeface="微软雅黑" panose="020B0503020204020204" pitchFamily="34" charset="-122"/>
              </a:rPr>
              <a:t>（一）网络层的任务和功能</a:t>
            </a:r>
            <a:endParaRPr lang="en-US" altLang="zh-CN" sz="2600" dirty="0">
              <a:latin typeface="微软雅黑" panose="020B0503020204020204" pitchFamily="34" charset="-122"/>
              <a:ea typeface="微软雅黑" panose="020B0503020204020204" pitchFamily="34" charset="-122"/>
            </a:endParaRPr>
          </a:p>
          <a:p>
            <a:pPr>
              <a:spcBef>
                <a:spcPct val="50000"/>
              </a:spcBef>
              <a:defRPr/>
            </a:pPr>
            <a:r>
              <a:rPr lang="zh-CN" altLang="en-US" sz="2600" dirty="0">
                <a:latin typeface="微软雅黑" panose="020B0503020204020204" pitchFamily="34" charset="-122"/>
                <a:ea typeface="微软雅黑" panose="020B0503020204020204" pitchFamily="34" charset="-122"/>
              </a:rPr>
              <a:t>（二）</a:t>
            </a:r>
            <a:r>
              <a:rPr lang="en-US" altLang="zh-CN" sz="2600" dirty="0">
                <a:latin typeface="微软雅黑" panose="020B0503020204020204" pitchFamily="34" charset="-122"/>
                <a:ea typeface="微软雅黑" panose="020B0503020204020204" pitchFamily="34" charset="-122"/>
              </a:rPr>
              <a:t>IPV4</a:t>
            </a:r>
          </a:p>
          <a:p>
            <a:pPr>
              <a:spcBef>
                <a:spcPct val="50000"/>
              </a:spcBef>
              <a:defRPr/>
            </a:pPr>
            <a:r>
              <a:rPr lang="zh-CN" altLang="en-US" sz="2600" dirty="0">
                <a:latin typeface="微软雅黑" panose="020B0503020204020204" pitchFamily="34" charset="-122"/>
                <a:ea typeface="微软雅黑" panose="020B0503020204020204" pitchFamily="34" charset="-122"/>
              </a:rPr>
              <a:t>（三）</a:t>
            </a:r>
            <a:r>
              <a:rPr lang="en-US" altLang="zh-CN" sz="2600" dirty="0">
                <a:latin typeface="微软雅黑" panose="020B0503020204020204" pitchFamily="34" charset="-122"/>
                <a:ea typeface="微软雅黑" panose="020B0503020204020204" pitchFamily="34" charset="-122"/>
              </a:rPr>
              <a:t>IPV6</a:t>
            </a:r>
          </a:p>
          <a:p>
            <a:pPr>
              <a:spcBef>
                <a:spcPct val="50000"/>
              </a:spcBef>
              <a:defRPr/>
            </a:pPr>
            <a:r>
              <a:rPr lang="zh-CN" altLang="en-US" sz="2600" dirty="0">
                <a:latin typeface="微软雅黑" panose="020B0503020204020204" pitchFamily="34" charset="-122"/>
                <a:ea typeface="微软雅黑" panose="020B0503020204020204" pitchFamily="34" charset="-122"/>
              </a:rPr>
              <a:t>（四）路由算法和路由协议</a:t>
            </a:r>
            <a:endParaRPr lang="en-US" altLang="zh-CN" sz="2600" dirty="0">
              <a:latin typeface="微软雅黑" panose="020B0503020204020204" pitchFamily="34" charset="-122"/>
              <a:ea typeface="微软雅黑" panose="020B0503020204020204" pitchFamily="34" charset="-122"/>
            </a:endParaRPr>
          </a:p>
          <a:p>
            <a:pPr>
              <a:spcBef>
                <a:spcPct val="50000"/>
              </a:spcBef>
              <a:defRPr/>
            </a:pPr>
            <a:r>
              <a:rPr lang="zh-CN" altLang="en-US" sz="2600" dirty="0">
                <a:latin typeface="微软雅黑" panose="020B0503020204020204" pitchFamily="34" charset="-122"/>
                <a:ea typeface="微软雅黑" panose="020B0503020204020204" pitchFamily="34" charset="-122"/>
              </a:rPr>
              <a:t>（五）</a:t>
            </a:r>
            <a:r>
              <a:rPr lang="en-US" altLang="zh-CN" sz="2600" dirty="0">
                <a:latin typeface="微软雅黑" panose="020B0503020204020204" pitchFamily="34" charset="-122"/>
                <a:ea typeface="微软雅黑" panose="020B0503020204020204" pitchFamily="34" charset="-122"/>
              </a:rPr>
              <a:t>IP</a:t>
            </a:r>
            <a:r>
              <a:rPr lang="zh-CN" altLang="en-US" sz="2600" dirty="0">
                <a:latin typeface="微软雅黑" panose="020B0503020204020204" pitchFamily="34" charset="-122"/>
                <a:ea typeface="微软雅黑" panose="020B0503020204020204" pitchFamily="34" charset="-122"/>
              </a:rPr>
              <a:t>多播</a:t>
            </a:r>
            <a:endParaRPr lang="en-US" altLang="zh-CN" sz="2600" dirty="0">
              <a:latin typeface="微软雅黑" panose="020B0503020204020204" pitchFamily="34" charset="-122"/>
              <a:ea typeface="微软雅黑" panose="020B0503020204020204" pitchFamily="34" charset="-122"/>
            </a:endParaRPr>
          </a:p>
          <a:p>
            <a:pPr>
              <a:spcBef>
                <a:spcPct val="50000"/>
              </a:spcBef>
              <a:defRPr/>
            </a:pPr>
            <a:r>
              <a:rPr lang="zh-CN" altLang="en-US" sz="2600" dirty="0">
                <a:latin typeface="微软雅黑" panose="020B0503020204020204" pitchFamily="34" charset="-122"/>
                <a:ea typeface="微软雅黑" panose="020B0503020204020204" pitchFamily="34" charset="-122"/>
              </a:rPr>
              <a:t>（六）网络层设备</a:t>
            </a:r>
            <a:endParaRPr lang="en-US" altLang="zh-CN" sz="2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62806523"/>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Text Box 2"/>
          <p:cNvSpPr txBox="1">
            <a:spLocks noChangeArrowheads="1"/>
          </p:cNvSpPr>
          <p:nvPr/>
        </p:nvSpPr>
        <p:spPr bwMode="auto">
          <a:xfrm>
            <a:off x="1835696" y="3284984"/>
            <a:ext cx="4752528" cy="52322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chemeClr val="hlink"/>
                </a:solidFill>
                <a:miter lim="800000"/>
                <a:headEnd type="none" w="sm" len="sm"/>
                <a:tailEnd type="none" w="sm" len="sm"/>
              </a14:hiddenLine>
            </a:ext>
          </a:extLst>
        </p:spPr>
        <p:txBody>
          <a:bodyPr wrap="square" anchor="ctr">
            <a:spAutoFit/>
          </a:bodyPr>
          <a:lstStyle>
            <a:lvl1pPr marL="609600" indent="-609600" algn="l">
              <a:defRPr kumimoji="1" sz="2400">
                <a:solidFill>
                  <a:schemeClr val="tx1"/>
                </a:solidFill>
                <a:latin typeface="Times New Roman" pitchFamily="18" charset="0"/>
                <a:ea typeface="宋体" pitchFamily="2" charset="-122"/>
              </a:defRPr>
            </a:lvl1pPr>
            <a:lvl2pPr marL="1066800" indent="-609600" algn="l">
              <a:defRPr kumimoji="1" sz="2400">
                <a:solidFill>
                  <a:schemeClr val="tx1"/>
                </a:solidFill>
                <a:latin typeface="Times New Roman" pitchFamily="18" charset="0"/>
                <a:ea typeface="宋体" pitchFamily="2" charset="-122"/>
              </a:defRPr>
            </a:lvl2pPr>
            <a:lvl3pPr marL="1524000" indent="-609600" algn="l">
              <a:defRPr kumimoji="1" sz="2400">
                <a:solidFill>
                  <a:schemeClr val="tx1"/>
                </a:solidFill>
                <a:latin typeface="Times New Roman" pitchFamily="18" charset="0"/>
                <a:ea typeface="宋体" pitchFamily="2" charset="-122"/>
              </a:defRPr>
            </a:lvl3pPr>
            <a:lvl4pPr marL="1981200" indent="-609600" algn="l">
              <a:defRPr kumimoji="1" sz="2400">
                <a:solidFill>
                  <a:schemeClr val="tx1"/>
                </a:solidFill>
                <a:latin typeface="Times New Roman" pitchFamily="18" charset="0"/>
                <a:ea typeface="宋体" pitchFamily="2" charset="-122"/>
              </a:defRPr>
            </a:lvl4pPr>
            <a:lvl5pPr marL="2438400" indent="-609600" algn="l">
              <a:defRPr kumimoji="1" sz="2400">
                <a:solidFill>
                  <a:schemeClr val="tx1"/>
                </a:solidFill>
                <a:latin typeface="Times New Roman" pitchFamily="18" charset="0"/>
                <a:ea typeface="宋体" pitchFamily="2" charset="-122"/>
              </a:defRPr>
            </a:lvl5pPr>
            <a:lvl6pPr marL="2895600" indent="-609600" fontAlgn="base">
              <a:spcBef>
                <a:spcPct val="0"/>
              </a:spcBef>
              <a:spcAft>
                <a:spcPct val="0"/>
              </a:spcAft>
              <a:defRPr kumimoji="1" sz="2400">
                <a:solidFill>
                  <a:schemeClr val="tx1"/>
                </a:solidFill>
                <a:latin typeface="Times New Roman" pitchFamily="18" charset="0"/>
                <a:ea typeface="宋体" pitchFamily="2" charset="-122"/>
              </a:defRPr>
            </a:lvl6pPr>
            <a:lvl7pPr marL="3352800" indent="-609600" fontAlgn="base">
              <a:spcBef>
                <a:spcPct val="0"/>
              </a:spcBef>
              <a:spcAft>
                <a:spcPct val="0"/>
              </a:spcAft>
              <a:defRPr kumimoji="1" sz="2400">
                <a:solidFill>
                  <a:schemeClr val="tx1"/>
                </a:solidFill>
                <a:latin typeface="Times New Roman" pitchFamily="18" charset="0"/>
                <a:ea typeface="宋体" pitchFamily="2" charset="-122"/>
              </a:defRPr>
            </a:lvl7pPr>
            <a:lvl8pPr marL="3810000" indent="-609600" fontAlgn="base">
              <a:spcBef>
                <a:spcPct val="0"/>
              </a:spcBef>
              <a:spcAft>
                <a:spcPct val="0"/>
              </a:spcAft>
              <a:defRPr kumimoji="1" sz="2400">
                <a:solidFill>
                  <a:schemeClr val="tx1"/>
                </a:solidFill>
                <a:latin typeface="Times New Roman" pitchFamily="18" charset="0"/>
                <a:ea typeface="宋体" pitchFamily="2" charset="-122"/>
              </a:defRPr>
            </a:lvl8pPr>
            <a:lvl9pPr marL="4267200" indent="-609600"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defRPr/>
            </a:pPr>
            <a:r>
              <a:rPr lang="zh-CN" altLang="en-US" sz="2800" b="1" dirty="0">
                <a:solidFill>
                  <a:srgbClr val="800000"/>
                </a:solidFill>
                <a:latin typeface="黑体" pitchFamily="49" charset="-122"/>
                <a:ea typeface="黑体" pitchFamily="49" charset="-122"/>
              </a:rPr>
              <a:t>（一）网络层的任务和功能</a:t>
            </a:r>
            <a:endParaRPr lang="en-US" altLang="zh-CN" sz="2800" b="1" dirty="0">
              <a:latin typeface="黑体" pitchFamily="49" charset="-122"/>
              <a:ea typeface="黑体" pitchFamily="49" charset="-122"/>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Text Box 2"/>
          <p:cNvSpPr txBox="1">
            <a:spLocks noChangeArrowheads="1"/>
          </p:cNvSpPr>
          <p:nvPr/>
        </p:nvSpPr>
        <p:spPr bwMode="auto">
          <a:xfrm>
            <a:off x="395288" y="1006802"/>
            <a:ext cx="3744664" cy="52322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chemeClr val="hlink"/>
                </a:solidFill>
                <a:miter lim="800000"/>
                <a:headEnd type="none" w="sm" len="sm"/>
                <a:tailEnd type="none" w="sm" len="sm"/>
              </a14:hiddenLine>
            </a:ext>
          </a:extLst>
        </p:spPr>
        <p:txBody>
          <a:bodyPr wrap="square" anchor="ctr">
            <a:spAutoFit/>
          </a:bodyPr>
          <a:lstStyle>
            <a:lvl1pPr marL="609600" indent="-609600" algn="l">
              <a:defRPr kumimoji="1" sz="2400">
                <a:solidFill>
                  <a:schemeClr val="tx1"/>
                </a:solidFill>
                <a:latin typeface="Times New Roman" pitchFamily="18" charset="0"/>
                <a:ea typeface="宋体" pitchFamily="2" charset="-122"/>
              </a:defRPr>
            </a:lvl1pPr>
            <a:lvl2pPr marL="1066800" indent="-609600" algn="l">
              <a:defRPr kumimoji="1" sz="2400">
                <a:solidFill>
                  <a:schemeClr val="tx1"/>
                </a:solidFill>
                <a:latin typeface="Times New Roman" pitchFamily="18" charset="0"/>
                <a:ea typeface="宋体" pitchFamily="2" charset="-122"/>
              </a:defRPr>
            </a:lvl2pPr>
            <a:lvl3pPr marL="1524000" indent="-609600" algn="l">
              <a:defRPr kumimoji="1" sz="2400">
                <a:solidFill>
                  <a:schemeClr val="tx1"/>
                </a:solidFill>
                <a:latin typeface="Times New Roman" pitchFamily="18" charset="0"/>
                <a:ea typeface="宋体" pitchFamily="2" charset="-122"/>
              </a:defRPr>
            </a:lvl3pPr>
            <a:lvl4pPr marL="1981200" indent="-609600" algn="l">
              <a:defRPr kumimoji="1" sz="2400">
                <a:solidFill>
                  <a:schemeClr val="tx1"/>
                </a:solidFill>
                <a:latin typeface="Times New Roman" pitchFamily="18" charset="0"/>
                <a:ea typeface="宋体" pitchFamily="2" charset="-122"/>
              </a:defRPr>
            </a:lvl4pPr>
            <a:lvl5pPr marL="2438400" indent="-609600" algn="l">
              <a:defRPr kumimoji="1" sz="2400">
                <a:solidFill>
                  <a:schemeClr val="tx1"/>
                </a:solidFill>
                <a:latin typeface="Times New Roman" pitchFamily="18" charset="0"/>
                <a:ea typeface="宋体" pitchFamily="2" charset="-122"/>
              </a:defRPr>
            </a:lvl5pPr>
            <a:lvl6pPr marL="2895600" indent="-609600" fontAlgn="base">
              <a:spcBef>
                <a:spcPct val="0"/>
              </a:spcBef>
              <a:spcAft>
                <a:spcPct val="0"/>
              </a:spcAft>
              <a:defRPr kumimoji="1" sz="2400">
                <a:solidFill>
                  <a:schemeClr val="tx1"/>
                </a:solidFill>
                <a:latin typeface="Times New Roman" pitchFamily="18" charset="0"/>
                <a:ea typeface="宋体" pitchFamily="2" charset="-122"/>
              </a:defRPr>
            </a:lvl6pPr>
            <a:lvl7pPr marL="3352800" indent="-609600" fontAlgn="base">
              <a:spcBef>
                <a:spcPct val="0"/>
              </a:spcBef>
              <a:spcAft>
                <a:spcPct val="0"/>
              </a:spcAft>
              <a:defRPr kumimoji="1" sz="2400">
                <a:solidFill>
                  <a:schemeClr val="tx1"/>
                </a:solidFill>
                <a:latin typeface="Times New Roman" pitchFamily="18" charset="0"/>
                <a:ea typeface="宋体" pitchFamily="2" charset="-122"/>
              </a:defRPr>
            </a:lvl7pPr>
            <a:lvl8pPr marL="3810000" indent="-609600" fontAlgn="base">
              <a:spcBef>
                <a:spcPct val="0"/>
              </a:spcBef>
              <a:spcAft>
                <a:spcPct val="0"/>
              </a:spcAft>
              <a:defRPr kumimoji="1" sz="2400">
                <a:solidFill>
                  <a:schemeClr val="tx1"/>
                </a:solidFill>
                <a:latin typeface="Times New Roman" pitchFamily="18" charset="0"/>
                <a:ea typeface="宋体" pitchFamily="2" charset="-122"/>
              </a:defRPr>
            </a:lvl8pPr>
            <a:lvl9pPr marL="4267200" indent="-609600"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defRPr/>
            </a:pPr>
            <a:r>
              <a:rPr lang="zh-CN" altLang="en-US" sz="2800" b="1" dirty="0">
                <a:solidFill>
                  <a:srgbClr val="800000"/>
                </a:solidFill>
                <a:latin typeface="黑体" pitchFamily="49" charset="-122"/>
                <a:ea typeface="黑体" pitchFamily="49" charset="-122"/>
              </a:rPr>
              <a:t>网络层的任务</a:t>
            </a:r>
            <a:endParaRPr lang="en-US" altLang="zh-CN" sz="2800" b="1" dirty="0">
              <a:latin typeface="黑体" pitchFamily="49" charset="-122"/>
              <a:ea typeface="黑体" pitchFamily="49" charset="-122"/>
            </a:endParaRPr>
          </a:p>
        </p:txBody>
      </p:sp>
      <p:sp>
        <p:nvSpPr>
          <p:cNvPr id="5" name="Text Box 2"/>
          <p:cNvSpPr txBox="1">
            <a:spLocks noChangeArrowheads="1"/>
          </p:cNvSpPr>
          <p:nvPr/>
        </p:nvSpPr>
        <p:spPr bwMode="auto">
          <a:xfrm>
            <a:off x="395288" y="1988840"/>
            <a:ext cx="8823325" cy="848822"/>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chemeClr val="hlink"/>
                </a:solidFill>
                <a:miter lim="800000"/>
                <a:headEnd type="none" w="sm" len="sm"/>
                <a:tailEnd type="none" w="sm" len="sm"/>
              </a14:hiddenLine>
            </a:ext>
          </a:extLst>
        </p:spPr>
        <p:txBody>
          <a:bodyPr lIns="0" tIns="0" rIns="0" bIns="0" anchor="ctr">
            <a:spAutoFit/>
          </a:bodyPr>
          <a:lstStyle>
            <a:lvl1pPr marL="609600" indent="-609600" algn="l">
              <a:defRPr kumimoji="1" sz="2400">
                <a:solidFill>
                  <a:schemeClr val="tx1"/>
                </a:solidFill>
                <a:latin typeface="Times New Roman" pitchFamily="18" charset="0"/>
                <a:ea typeface="宋体" pitchFamily="2" charset="-122"/>
              </a:defRPr>
            </a:lvl1pPr>
            <a:lvl2pPr marL="1066800" indent="-609600" algn="l">
              <a:defRPr kumimoji="1" sz="2400">
                <a:solidFill>
                  <a:schemeClr val="tx1"/>
                </a:solidFill>
                <a:latin typeface="Times New Roman" pitchFamily="18" charset="0"/>
                <a:ea typeface="宋体" pitchFamily="2" charset="-122"/>
              </a:defRPr>
            </a:lvl2pPr>
            <a:lvl3pPr marL="1524000" indent="-609600" algn="l">
              <a:defRPr kumimoji="1" sz="2400">
                <a:solidFill>
                  <a:schemeClr val="tx1"/>
                </a:solidFill>
                <a:latin typeface="Times New Roman" pitchFamily="18" charset="0"/>
                <a:ea typeface="宋体" pitchFamily="2" charset="-122"/>
              </a:defRPr>
            </a:lvl3pPr>
            <a:lvl4pPr marL="1981200" indent="-609600" algn="l">
              <a:defRPr kumimoji="1" sz="2400">
                <a:solidFill>
                  <a:schemeClr val="tx1"/>
                </a:solidFill>
                <a:latin typeface="Times New Roman" pitchFamily="18" charset="0"/>
                <a:ea typeface="宋体" pitchFamily="2" charset="-122"/>
              </a:defRPr>
            </a:lvl4pPr>
            <a:lvl5pPr marL="2438400" indent="-609600" algn="l">
              <a:defRPr kumimoji="1" sz="2400">
                <a:solidFill>
                  <a:schemeClr val="tx1"/>
                </a:solidFill>
                <a:latin typeface="Times New Roman" pitchFamily="18" charset="0"/>
                <a:ea typeface="宋体" pitchFamily="2" charset="-122"/>
              </a:defRPr>
            </a:lvl5pPr>
            <a:lvl6pPr marL="2895600" indent="-609600" fontAlgn="base">
              <a:spcBef>
                <a:spcPct val="0"/>
              </a:spcBef>
              <a:spcAft>
                <a:spcPct val="0"/>
              </a:spcAft>
              <a:defRPr kumimoji="1" sz="2400">
                <a:solidFill>
                  <a:schemeClr val="tx1"/>
                </a:solidFill>
                <a:latin typeface="Times New Roman" pitchFamily="18" charset="0"/>
                <a:ea typeface="宋体" pitchFamily="2" charset="-122"/>
              </a:defRPr>
            </a:lvl6pPr>
            <a:lvl7pPr marL="3352800" indent="-609600" fontAlgn="base">
              <a:spcBef>
                <a:spcPct val="0"/>
              </a:spcBef>
              <a:spcAft>
                <a:spcPct val="0"/>
              </a:spcAft>
              <a:defRPr kumimoji="1" sz="2400">
                <a:solidFill>
                  <a:schemeClr val="tx1"/>
                </a:solidFill>
                <a:latin typeface="Times New Roman" pitchFamily="18" charset="0"/>
                <a:ea typeface="宋体" pitchFamily="2" charset="-122"/>
              </a:defRPr>
            </a:lvl7pPr>
            <a:lvl8pPr marL="3810000" indent="-609600" fontAlgn="base">
              <a:spcBef>
                <a:spcPct val="0"/>
              </a:spcBef>
              <a:spcAft>
                <a:spcPct val="0"/>
              </a:spcAft>
              <a:defRPr kumimoji="1" sz="2400">
                <a:solidFill>
                  <a:schemeClr val="tx1"/>
                </a:solidFill>
                <a:latin typeface="Times New Roman" pitchFamily="18" charset="0"/>
                <a:ea typeface="宋体" pitchFamily="2" charset="-122"/>
              </a:defRPr>
            </a:lvl8pPr>
            <a:lvl9pPr marL="4267200" indent="-609600" fontAlgn="base">
              <a:spcBef>
                <a:spcPct val="0"/>
              </a:spcBef>
              <a:spcAft>
                <a:spcPct val="0"/>
              </a:spcAft>
              <a:defRPr kumimoji="1" sz="2400">
                <a:solidFill>
                  <a:schemeClr val="tx1"/>
                </a:solidFill>
                <a:latin typeface="Times New Roman" pitchFamily="18" charset="0"/>
                <a:ea typeface="宋体" pitchFamily="2" charset="-122"/>
              </a:defRPr>
            </a:lvl9pPr>
          </a:lstStyle>
          <a:p>
            <a:pPr marL="0" indent="0">
              <a:lnSpc>
                <a:spcPct val="120000"/>
              </a:lnSpc>
              <a:defRPr/>
            </a:pPr>
            <a:r>
              <a:rPr lang="en-US" altLang="zh-CN" dirty="0">
                <a:solidFill>
                  <a:srgbClr val="0070C0"/>
                </a:solidFill>
                <a:latin typeface="微软雅黑" panose="020B0503020204020204" pitchFamily="34" charset="-122"/>
                <a:ea typeface="微软雅黑" panose="020B0503020204020204" pitchFamily="34" charset="-122"/>
              </a:rPr>
              <a:t>       </a:t>
            </a:r>
            <a:r>
              <a:rPr lang="zh-CN" altLang="en-US" dirty="0">
                <a:solidFill>
                  <a:srgbClr val="0070C0"/>
                </a:solidFill>
                <a:latin typeface="微软雅黑" panose="020B0503020204020204" pitchFamily="34" charset="-122"/>
                <a:ea typeface="微软雅黑" panose="020B0503020204020204" pitchFamily="34" charset="-122"/>
              </a:rPr>
              <a:t>网络层提供主机到主机的通信服务，</a:t>
            </a:r>
            <a:r>
              <a:rPr lang="zh-CN" altLang="en-US" dirty="0">
                <a:solidFill>
                  <a:srgbClr val="FF0000"/>
                </a:solidFill>
                <a:latin typeface="微软雅黑" panose="020B0503020204020204" pitchFamily="34" charset="-122"/>
                <a:ea typeface="微软雅黑" panose="020B0503020204020204" pitchFamily="34" charset="-122"/>
              </a:rPr>
              <a:t>主要任务是将分组从源主机经过多个网络和多段链路传输到目的主机</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pic>
        <p:nvPicPr>
          <p:cNvPr id="11268"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4149080"/>
            <a:ext cx="3654772" cy="1700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2979689"/>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Text Box 2"/>
          <p:cNvSpPr txBox="1">
            <a:spLocks noChangeArrowheads="1"/>
          </p:cNvSpPr>
          <p:nvPr/>
        </p:nvSpPr>
        <p:spPr bwMode="auto">
          <a:xfrm>
            <a:off x="395288" y="1006475"/>
            <a:ext cx="3600450" cy="52387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chemeClr val="hlink"/>
                </a:solidFill>
                <a:miter lim="800000"/>
                <a:headEnd type="none" w="sm" len="sm"/>
                <a:tailEnd type="none" w="sm" len="sm"/>
              </a14:hiddenLine>
            </a:ext>
          </a:extLst>
        </p:spPr>
        <p:txBody>
          <a:bodyPr anchor="ctr">
            <a:spAutoFit/>
          </a:bodyPr>
          <a:lstStyle>
            <a:lvl1pPr marL="609600" indent="-609600" algn="l">
              <a:defRPr kumimoji="1" sz="2400">
                <a:solidFill>
                  <a:schemeClr val="tx1"/>
                </a:solidFill>
                <a:latin typeface="Times New Roman" pitchFamily="18" charset="0"/>
                <a:ea typeface="宋体" pitchFamily="2" charset="-122"/>
              </a:defRPr>
            </a:lvl1pPr>
            <a:lvl2pPr marL="1066800" indent="-609600" algn="l">
              <a:defRPr kumimoji="1" sz="2400">
                <a:solidFill>
                  <a:schemeClr val="tx1"/>
                </a:solidFill>
                <a:latin typeface="Times New Roman" pitchFamily="18" charset="0"/>
                <a:ea typeface="宋体" pitchFamily="2" charset="-122"/>
              </a:defRPr>
            </a:lvl2pPr>
            <a:lvl3pPr marL="1524000" indent="-609600" algn="l">
              <a:defRPr kumimoji="1" sz="2400">
                <a:solidFill>
                  <a:schemeClr val="tx1"/>
                </a:solidFill>
                <a:latin typeface="Times New Roman" pitchFamily="18" charset="0"/>
                <a:ea typeface="宋体" pitchFamily="2" charset="-122"/>
              </a:defRPr>
            </a:lvl3pPr>
            <a:lvl4pPr marL="1981200" indent="-609600" algn="l">
              <a:defRPr kumimoji="1" sz="2400">
                <a:solidFill>
                  <a:schemeClr val="tx1"/>
                </a:solidFill>
                <a:latin typeface="Times New Roman" pitchFamily="18" charset="0"/>
                <a:ea typeface="宋体" pitchFamily="2" charset="-122"/>
              </a:defRPr>
            </a:lvl4pPr>
            <a:lvl5pPr marL="2438400" indent="-609600" algn="l">
              <a:defRPr kumimoji="1" sz="2400">
                <a:solidFill>
                  <a:schemeClr val="tx1"/>
                </a:solidFill>
                <a:latin typeface="Times New Roman" pitchFamily="18" charset="0"/>
                <a:ea typeface="宋体" pitchFamily="2" charset="-122"/>
              </a:defRPr>
            </a:lvl5pPr>
            <a:lvl6pPr marL="2895600" indent="-609600" fontAlgn="base">
              <a:spcBef>
                <a:spcPct val="0"/>
              </a:spcBef>
              <a:spcAft>
                <a:spcPct val="0"/>
              </a:spcAft>
              <a:defRPr kumimoji="1" sz="2400">
                <a:solidFill>
                  <a:schemeClr val="tx1"/>
                </a:solidFill>
                <a:latin typeface="Times New Roman" pitchFamily="18" charset="0"/>
                <a:ea typeface="宋体" pitchFamily="2" charset="-122"/>
              </a:defRPr>
            </a:lvl6pPr>
            <a:lvl7pPr marL="3352800" indent="-609600" fontAlgn="base">
              <a:spcBef>
                <a:spcPct val="0"/>
              </a:spcBef>
              <a:spcAft>
                <a:spcPct val="0"/>
              </a:spcAft>
              <a:defRPr kumimoji="1" sz="2400">
                <a:solidFill>
                  <a:schemeClr val="tx1"/>
                </a:solidFill>
                <a:latin typeface="Times New Roman" pitchFamily="18" charset="0"/>
                <a:ea typeface="宋体" pitchFamily="2" charset="-122"/>
              </a:defRPr>
            </a:lvl7pPr>
            <a:lvl8pPr marL="3810000" indent="-609600" fontAlgn="base">
              <a:spcBef>
                <a:spcPct val="0"/>
              </a:spcBef>
              <a:spcAft>
                <a:spcPct val="0"/>
              </a:spcAft>
              <a:defRPr kumimoji="1" sz="2400">
                <a:solidFill>
                  <a:schemeClr val="tx1"/>
                </a:solidFill>
                <a:latin typeface="Times New Roman" pitchFamily="18" charset="0"/>
                <a:ea typeface="宋体" pitchFamily="2" charset="-122"/>
              </a:defRPr>
            </a:lvl8pPr>
            <a:lvl9pPr marL="4267200" indent="-609600"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defRPr/>
            </a:pPr>
            <a:r>
              <a:rPr lang="zh-CN" altLang="en-US" sz="2800" b="1" dirty="0">
                <a:solidFill>
                  <a:srgbClr val="800000"/>
                </a:solidFill>
                <a:latin typeface="黑体" pitchFamily="49" charset="-122"/>
                <a:ea typeface="黑体" pitchFamily="49" charset="-122"/>
              </a:rPr>
              <a:t>网络层的功能</a:t>
            </a:r>
            <a:endParaRPr lang="en-US" altLang="zh-CN" sz="2800" b="1" dirty="0">
              <a:latin typeface="黑体" pitchFamily="49" charset="-122"/>
              <a:ea typeface="黑体" pitchFamily="49" charset="-122"/>
            </a:endParaRPr>
          </a:p>
        </p:txBody>
      </p:sp>
      <p:sp>
        <p:nvSpPr>
          <p:cNvPr id="13315" name="矩形 2"/>
          <p:cNvSpPr>
            <a:spLocks noChangeArrowheads="1"/>
          </p:cNvSpPr>
          <p:nvPr/>
        </p:nvSpPr>
        <p:spPr bwMode="auto">
          <a:xfrm>
            <a:off x="467544" y="1553879"/>
            <a:ext cx="3313063" cy="581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nSpc>
                <a:spcPct val="150000"/>
              </a:lnSpc>
              <a:buSzPct val="120000"/>
              <a:buFontTx/>
              <a:buChar char="•"/>
            </a:pPr>
            <a:r>
              <a:rPr lang="zh-CN" altLang="en-US" sz="2400" dirty="0">
                <a:solidFill>
                  <a:srgbClr val="0070C0"/>
                </a:solidFill>
                <a:latin typeface="微软雅黑" panose="020B0503020204020204" pitchFamily="34" charset="-122"/>
                <a:ea typeface="微软雅黑" panose="020B0503020204020204" pitchFamily="34" charset="-122"/>
              </a:rPr>
              <a:t>异构网络互联</a:t>
            </a:r>
            <a:endParaRPr lang="en-US" altLang="zh-CN" sz="2400" dirty="0">
              <a:solidFill>
                <a:srgbClr val="0070C0"/>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0989FD6E-22F3-44C9-A064-85E88B08CF87}"/>
              </a:ext>
            </a:extLst>
          </p:cNvPr>
          <p:cNvSpPr txBox="1"/>
          <p:nvPr/>
        </p:nvSpPr>
        <p:spPr>
          <a:xfrm>
            <a:off x="611560" y="2060848"/>
            <a:ext cx="8424936" cy="953723"/>
          </a:xfrm>
          <a:prstGeom prst="rect">
            <a:avLst/>
          </a:prstGeom>
          <a:noFill/>
        </p:spPr>
        <p:txBody>
          <a:bodyPr wrap="square">
            <a:spAutoFit/>
          </a:bodyPr>
          <a:lstStyle/>
          <a:p>
            <a:pPr algn="l">
              <a:lnSpc>
                <a:spcPct val="120000"/>
              </a:lnSpc>
            </a:pPr>
            <a:r>
              <a:rPr lang="zh-CN" altLang="en-US" sz="1600" i="0" dirty="0">
                <a:solidFill>
                  <a:schemeClr val="tx1"/>
                </a:solidFill>
                <a:effectLst/>
                <a:latin typeface="微软雅黑" panose="020B0503020204020204" pitchFamily="34" charset="-122"/>
                <a:ea typeface="微软雅黑" panose="020B0503020204020204" pitchFamily="34" charset="-122"/>
              </a:rPr>
              <a:t>互联网由全球范围内数以百万计的异构网络互联起来的。</a:t>
            </a:r>
            <a:r>
              <a:rPr lang="zh-CN" altLang="en-US" sz="1600" i="0" dirty="0">
                <a:solidFill>
                  <a:srgbClr val="0070C0"/>
                </a:solidFill>
                <a:effectLst/>
                <a:latin typeface="微软雅黑" panose="020B0503020204020204" pitchFamily="34" charset="-122"/>
                <a:ea typeface="微软雅黑" panose="020B0503020204020204" pitchFamily="34" charset="-122"/>
              </a:rPr>
              <a:t>异构网络：不同的寻址方案、不同的网络接入机制、不同的差错处理方法、不同的路由选择机制等</a:t>
            </a:r>
            <a:r>
              <a:rPr lang="zh-CN" altLang="en-US" sz="1600" i="0" dirty="0">
                <a:solidFill>
                  <a:schemeClr val="tx1"/>
                </a:solidFill>
                <a:effectLst/>
                <a:latin typeface="微软雅黑" panose="020B0503020204020204" pitchFamily="34" charset="-122"/>
                <a:ea typeface="微软雅黑" panose="020B0503020204020204" pitchFamily="34" charset="-122"/>
              </a:rPr>
              <a:t>。</a:t>
            </a:r>
            <a:r>
              <a:rPr lang="zh-CN" altLang="en-US" sz="1600" i="0" dirty="0">
                <a:solidFill>
                  <a:srgbClr val="0070C0"/>
                </a:solidFill>
                <a:effectLst/>
                <a:latin typeface="微软雅黑" panose="020B0503020204020204" pitchFamily="34" charset="-122"/>
                <a:ea typeface="微软雅黑" panose="020B0503020204020204" pitchFamily="34" charset="-122"/>
              </a:rPr>
              <a:t>网络互联：将两个以上的计算机网络，通过一定的方法，用一些中继系统相互连接起来，以构成更大的网络系统</a:t>
            </a:r>
            <a:r>
              <a:rPr lang="zh-CN" altLang="en-US" sz="1600" i="0" dirty="0">
                <a:solidFill>
                  <a:schemeClr val="tx1"/>
                </a:solidFill>
                <a:effectLst/>
                <a:latin typeface="微软雅黑" panose="020B0503020204020204" pitchFamily="34" charset="-122"/>
                <a:ea typeface="微软雅黑" panose="020B0503020204020204" pitchFamily="34" charset="-122"/>
              </a:rPr>
              <a:t>。</a:t>
            </a:r>
          </a:p>
        </p:txBody>
      </p:sp>
      <p:sp>
        <p:nvSpPr>
          <p:cNvPr id="6" name="文本框 5">
            <a:extLst>
              <a:ext uri="{FF2B5EF4-FFF2-40B4-BE49-F238E27FC236}">
                <a16:creationId xmlns:a16="http://schemas.microsoft.com/office/drawing/2014/main" id="{020C02B9-EBDF-4573-BAD3-4E96CD0BBF6D}"/>
              </a:ext>
            </a:extLst>
          </p:cNvPr>
          <p:cNvSpPr txBox="1"/>
          <p:nvPr/>
        </p:nvSpPr>
        <p:spPr>
          <a:xfrm>
            <a:off x="541580" y="3484382"/>
            <a:ext cx="8424936" cy="658257"/>
          </a:xfrm>
          <a:prstGeom prst="rect">
            <a:avLst/>
          </a:prstGeom>
          <a:noFill/>
        </p:spPr>
        <p:txBody>
          <a:bodyPr wrap="square">
            <a:spAutoFit/>
          </a:bodyPr>
          <a:lstStyle/>
          <a:p>
            <a:pPr algn="l">
              <a:lnSpc>
                <a:spcPct val="120000"/>
              </a:lnSpc>
            </a:pPr>
            <a:r>
              <a:rPr lang="zh-CN" altLang="en-US" sz="1600" i="0" dirty="0">
                <a:solidFill>
                  <a:schemeClr val="tx1"/>
                </a:solidFill>
                <a:effectLst/>
                <a:latin typeface="微软雅黑" panose="020B0503020204020204" pitchFamily="34" charset="-122"/>
                <a:ea typeface="微软雅黑" panose="020B0503020204020204" pitchFamily="34" charset="-122"/>
              </a:rPr>
              <a:t>从源主机到目的主机需要经过许多中间转发结点，有多条路径可以到达。路由器主要完成两个功能：路由选择（确定哪一条路径），分组转发（当一个分组到达时所采取的动作）。</a:t>
            </a:r>
          </a:p>
        </p:txBody>
      </p:sp>
      <p:sp>
        <p:nvSpPr>
          <p:cNvPr id="7" name="文本框 6">
            <a:extLst>
              <a:ext uri="{FF2B5EF4-FFF2-40B4-BE49-F238E27FC236}">
                <a16:creationId xmlns:a16="http://schemas.microsoft.com/office/drawing/2014/main" id="{2B40CA03-B58A-4CDB-BB89-8E3E424B413B}"/>
              </a:ext>
            </a:extLst>
          </p:cNvPr>
          <p:cNvSpPr txBox="1"/>
          <p:nvPr/>
        </p:nvSpPr>
        <p:spPr>
          <a:xfrm>
            <a:off x="539552" y="4658726"/>
            <a:ext cx="8424936" cy="1544654"/>
          </a:xfrm>
          <a:prstGeom prst="rect">
            <a:avLst/>
          </a:prstGeom>
          <a:noFill/>
        </p:spPr>
        <p:txBody>
          <a:bodyPr wrap="square">
            <a:spAutoFit/>
          </a:bodyPr>
          <a:lstStyle/>
          <a:p>
            <a:pPr algn="l">
              <a:lnSpc>
                <a:spcPct val="120000"/>
              </a:lnSpc>
            </a:pPr>
            <a:r>
              <a:rPr lang="zh-CN" altLang="en-US" sz="1600" i="0" dirty="0">
                <a:solidFill>
                  <a:srgbClr val="0070C0"/>
                </a:solidFill>
                <a:effectLst/>
                <a:latin typeface="微软雅黑" panose="020B0503020204020204" pitchFamily="34" charset="-122"/>
                <a:ea typeface="微软雅黑" panose="020B0503020204020204" pitchFamily="34" charset="-122"/>
              </a:rPr>
              <a:t>网络中涌入过多的分组引起网络性能下降的现象称为拥塞</a:t>
            </a:r>
            <a:r>
              <a:rPr lang="zh-CN" altLang="en-US" sz="1600" i="0" dirty="0">
                <a:solidFill>
                  <a:schemeClr val="tx1"/>
                </a:solidFill>
                <a:effectLst/>
                <a:latin typeface="微软雅黑" panose="020B0503020204020204" pitchFamily="34" charset="-122"/>
                <a:ea typeface="微软雅黑" panose="020B0503020204020204" pitchFamily="34" charset="-122"/>
              </a:rPr>
              <a:t>。通过观察网络的吞吐量可以判断网络的拥塞程度。随着网络负载的增加，网络的吞吐量明显小于正常的吞吐量，则表明网络就可能进入轻度拥塞状态了。拥塞控制的作用是确保网络能够承载所到达的流量，这是一个全局性的过程，涉及网络中所有的主机、路由器以及其他导致网络传输能力下降的所有因素，单一地增加资源并不能解决拥塞。</a:t>
            </a:r>
          </a:p>
        </p:txBody>
      </p:sp>
      <p:sp>
        <p:nvSpPr>
          <p:cNvPr id="9" name="文本框 8">
            <a:extLst>
              <a:ext uri="{FF2B5EF4-FFF2-40B4-BE49-F238E27FC236}">
                <a16:creationId xmlns:a16="http://schemas.microsoft.com/office/drawing/2014/main" id="{3F770B66-B7BB-44AE-BC2C-5095D87D0997}"/>
              </a:ext>
            </a:extLst>
          </p:cNvPr>
          <p:cNvSpPr txBox="1"/>
          <p:nvPr/>
        </p:nvSpPr>
        <p:spPr>
          <a:xfrm>
            <a:off x="514399" y="2933876"/>
            <a:ext cx="4572000" cy="581057"/>
          </a:xfrm>
          <a:prstGeom prst="rect">
            <a:avLst/>
          </a:prstGeom>
          <a:noFill/>
        </p:spPr>
        <p:txBody>
          <a:bodyPr wrap="square">
            <a:spAutoFit/>
          </a:bodyPr>
          <a:lstStyle/>
          <a:p>
            <a:pPr>
              <a:lnSpc>
                <a:spcPct val="150000"/>
              </a:lnSpc>
              <a:buSzPct val="120000"/>
              <a:buFontTx/>
              <a:buChar char="•"/>
            </a:pPr>
            <a:r>
              <a:rPr lang="zh-CN" altLang="en-US" sz="2400" dirty="0">
                <a:solidFill>
                  <a:srgbClr val="0070C0"/>
                </a:solidFill>
                <a:latin typeface="微软雅黑" panose="020B0503020204020204" pitchFamily="34" charset="-122"/>
                <a:ea typeface="微软雅黑" panose="020B0503020204020204" pitchFamily="34" charset="-122"/>
              </a:rPr>
              <a:t>路由与转发</a:t>
            </a:r>
            <a:endParaRPr lang="en-US" altLang="zh-CN" sz="2400" dirty="0">
              <a:solidFill>
                <a:srgbClr val="0070C0"/>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25B24F93-9CC2-459D-83B9-DED6C4352D43}"/>
              </a:ext>
            </a:extLst>
          </p:cNvPr>
          <p:cNvSpPr txBox="1"/>
          <p:nvPr/>
        </p:nvSpPr>
        <p:spPr>
          <a:xfrm>
            <a:off x="539552" y="4046736"/>
            <a:ext cx="4572000" cy="581057"/>
          </a:xfrm>
          <a:prstGeom prst="rect">
            <a:avLst/>
          </a:prstGeom>
          <a:noFill/>
        </p:spPr>
        <p:txBody>
          <a:bodyPr wrap="square">
            <a:spAutoFit/>
          </a:bodyPr>
          <a:lstStyle/>
          <a:p>
            <a:pPr>
              <a:lnSpc>
                <a:spcPct val="150000"/>
              </a:lnSpc>
              <a:buSzPct val="120000"/>
              <a:buFontTx/>
              <a:buChar char="•"/>
            </a:pPr>
            <a:r>
              <a:rPr lang="zh-CN" altLang="en-US" sz="2400" dirty="0">
                <a:solidFill>
                  <a:srgbClr val="0070C0"/>
                </a:solidFill>
                <a:latin typeface="微软雅黑" panose="020B0503020204020204" pitchFamily="34" charset="-122"/>
                <a:ea typeface="微软雅黑" panose="020B0503020204020204" pitchFamily="34" charset="-122"/>
              </a:rPr>
              <a:t>拥塞控制</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4"/>
          <p:cNvSpPr>
            <a:spLocks noGrp="1" noChangeArrowheads="1"/>
          </p:cNvSpPr>
          <p:nvPr>
            <p:ph type="title"/>
          </p:nvPr>
        </p:nvSpPr>
        <p:spPr>
          <a:xfrm>
            <a:off x="611560" y="1124744"/>
            <a:ext cx="3168352" cy="435769"/>
          </a:xfrm>
        </p:spPr>
        <p:txBody>
          <a:bodyPr/>
          <a:lstStyle/>
          <a:p>
            <a:pPr eaLnBrk="1" hangingPunct="1"/>
            <a:r>
              <a:rPr lang="zh-CN" altLang="en-US" sz="2800" dirty="0">
                <a:solidFill>
                  <a:srgbClr val="0070C0"/>
                </a:solidFill>
                <a:latin typeface="微软雅黑" panose="020B0503020204020204" pitchFamily="34" charset="-122"/>
                <a:ea typeface="微软雅黑" panose="020B0503020204020204" pitchFamily="34" charset="-122"/>
              </a:rPr>
              <a:t>网络层提供的服务</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10" name="Rectangle 3">
            <a:extLst>
              <a:ext uri="{FF2B5EF4-FFF2-40B4-BE49-F238E27FC236}">
                <a16:creationId xmlns:a16="http://schemas.microsoft.com/office/drawing/2014/main" id="{5F18BCB6-3B4B-48F0-9F88-466D7CFD8E55}"/>
              </a:ext>
            </a:extLst>
          </p:cNvPr>
          <p:cNvSpPr txBox="1">
            <a:spLocks noChangeArrowheads="1"/>
          </p:cNvSpPr>
          <p:nvPr/>
        </p:nvSpPr>
        <p:spPr>
          <a:xfrm>
            <a:off x="631837" y="1702022"/>
            <a:ext cx="8199437" cy="2305050"/>
          </a:xfrm>
          <a:prstGeom prst="rect">
            <a:avLst/>
          </a:prstGeom>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eaLnBrk="1" hangingPunct="1">
              <a:buFont typeface="Wingdings" panose="05000000000000000000" pitchFamily="2" charset="2"/>
              <a:buNone/>
            </a:pPr>
            <a:r>
              <a:rPr lang="zh-CN" altLang="en-US" sz="2400" kern="0" dirty="0">
                <a:latin typeface="微软雅黑" panose="020B0503020204020204" pitchFamily="34" charset="-122"/>
                <a:ea typeface="微软雅黑" panose="020B0503020204020204" pitchFamily="34" charset="-122"/>
              </a:rPr>
              <a:t>有两大派别：</a:t>
            </a:r>
          </a:p>
          <a:p>
            <a:pPr eaLnBrk="1" hangingPunct="1"/>
            <a:r>
              <a:rPr lang="zh-CN" altLang="en-US" sz="2400" kern="0" dirty="0">
                <a:solidFill>
                  <a:srgbClr val="FF0000"/>
                </a:solidFill>
                <a:latin typeface="微软雅黑" panose="020B0503020204020204" pitchFamily="34" charset="-122"/>
                <a:ea typeface="微软雅黑" panose="020B0503020204020204" pitchFamily="34" charset="-122"/>
              </a:rPr>
              <a:t>以</a:t>
            </a:r>
            <a:r>
              <a:rPr lang="en-US" altLang="zh-CN" sz="2400" kern="0" dirty="0">
                <a:solidFill>
                  <a:srgbClr val="FF0000"/>
                </a:solidFill>
                <a:latin typeface="微软雅黑" panose="020B0503020204020204" pitchFamily="34" charset="-122"/>
                <a:ea typeface="微软雅黑" panose="020B0503020204020204" pitchFamily="34" charset="-122"/>
              </a:rPr>
              <a:t>Internet</a:t>
            </a:r>
            <a:r>
              <a:rPr lang="zh-CN" altLang="en-US" sz="2400" kern="0" dirty="0">
                <a:solidFill>
                  <a:srgbClr val="FF0000"/>
                </a:solidFill>
                <a:latin typeface="微软雅黑" panose="020B0503020204020204" pitchFamily="34" charset="-122"/>
                <a:ea typeface="微软雅黑" panose="020B0503020204020204" pitchFamily="34" charset="-122"/>
              </a:rPr>
              <a:t>团体</a:t>
            </a:r>
            <a:r>
              <a:rPr lang="zh-CN" altLang="en-US" sz="2400" kern="0" dirty="0">
                <a:latin typeface="微软雅黑" panose="020B0503020204020204" pitchFamily="34" charset="-122"/>
                <a:ea typeface="微软雅黑" panose="020B0503020204020204" pitchFamily="34" charset="-122"/>
              </a:rPr>
              <a:t>为代表的一派认为网络层只需提供</a:t>
            </a:r>
            <a:r>
              <a:rPr lang="zh-CN" altLang="en-US" sz="2400" kern="0" dirty="0">
                <a:solidFill>
                  <a:srgbClr val="0070C0"/>
                </a:solidFill>
                <a:latin typeface="微软雅黑" panose="020B0503020204020204" pitchFamily="34" charset="-122"/>
                <a:ea typeface="微软雅黑" panose="020B0503020204020204" pitchFamily="34" charset="-122"/>
              </a:rPr>
              <a:t>无连接的  数据报服务</a:t>
            </a:r>
            <a:r>
              <a:rPr lang="zh-CN" altLang="en-US" sz="2400" kern="0" dirty="0">
                <a:latin typeface="微软雅黑" panose="020B0503020204020204" pitchFamily="34" charset="-122"/>
                <a:ea typeface="微软雅黑" panose="020B0503020204020204" pitchFamily="34" charset="-122"/>
              </a:rPr>
              <a:t>即可。</a:t>
            </a:r>
          </a:p>
          <a:p>
            <a:pPr eaLnBrk="1" hangingPunct="1"/>
            <a:r>
              <a:rPr lang="zh-CN" altLang="en-US" sz="2400" kern="0" dirty="0">
                <a:solidFill>
                  <a:srgbClr val="FF0000"/>
                </a:solidFill>
                <a:latin typeface="微软雅黑" panose="020B0503020204020204" pitchFamily="34" charset="-122"/>
                <a:ea typeface="微软雅黑" panose="020B0503020204020204" pitchFamily="34" charset="-122"/>
              </a:rPr>
              <a:t>以电话公司</a:t>
            </a:r>
            <a:r>
              <a:rPr lang="zh-CN" altLang="en-US" sz="2400" kern="0" dirty="0">
                <a:latin typeface="微软雅黑" panose="020B0503020204020204" pitchFamily="34" charset="-122"/>
                <a:ea typeface="微软雅黑" panose="020B0503020204020204" pitchFamily="34" charset="-122"/>
              </a:rPr>
              <a:t>为代表的一派认为网络层应该提供</a:t>
            </a:r>
            <a:r>
              <a:rPr lang="zh-CN" altLang="en-US" sz="2400" kern="0" dirty="0">
                <a:solidFill>
                  <a:srgbClr val="0070C0"/>
                </a:solidFill>
                <a:latin typeface="微软雅黑" panose="020B0503020204020204" pitchFamily="34" charset="-122"/>
                <a:ea typeface="微软雅黑" panose="020B0503020204020204" pitchFamily="34" charset="-122"/>
              </a:rPr>
              <a:t>面向连接的  可靠的服务</a:t>
            </a:r>
            <a:r>
              <a:rPr lang="zh-CN" altLang="en-US" sz="2400" kern="0" dirty="0">
                <a:latin typeface="微软雅黑" panose="020B0503020204020204" pitchFamily="34" charset="-122"/>
                <a:ea typeface="微软雅黑" panose="020B0503020204020204" pitchFamily="34" charset="-122"/>
              </a:rPr>
              <a:t>。（通过虚电路</a:t>
            </a:r>
            <a:r>
              <a:rPr lang="en-GB" altLang="zh-CN" sz="2400" kern="0" dirty="0">
                <a:latin typeface="微软雅黑" panose="020B0503020204020204" pitchFamily="34" charset="-122"/>
                <a:ea typeface="微软雅黑" panose="020B0503020204020204" pitchFamily="34" charset="-122"/>
              </a:rPr>
              <a:t>(virtual-</a:t>
            </a:r>
            <a:r>
              <a:rPr lang="en-GB" altLang="zh-CN" sz="2400" kern="0" dirty="0" err="1">
                <a:latin typeface="微软雅黑" panose="020B0503020204020204" pitchFamily="34" charset="-122"/>
                <a:ea typeface="微软雅黑" panose="020B0503020204020204" pitchFamily="34" charset="-122"/>
              </a:rPr>
              <a:t>circuit,VC</a:t>
            </a:r>
            <a:r>
              <a:rPr lang="en-GB"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实现）</a:t>
            </a:r>
          </a:p>
        </p:txBody>
      </p:sp>
      <p:sp>
        <p:nvSpPr>
          <p:cNvPr id="11" name="矩形 1">
            <a:extLst>
              <a:ext uri="{FF2B5EF4-FFF2-40B4-BE49-F238E27FC236}">
                <a16:creationId xmlns:a16="http://schemas.microsoft.com/office/drawing/2014/main" id="{5ACAC8B8-D727-4416-8678-19BB35C13269}"/>
              </a:ext>
            </a:extLst>
          </p:cNvPr>
          <p:cNvSpPr>
            <a:spLocks noChangeArrowheads="1"/>
          </p:cNvSpPr>
          <p:nvPr/>
        </p:nvSpPr>
        <p:spPr bwMode="auto">
          <a:xfrm>
            <a:off x="631837" y="3869366"/>
            <a:ext cx="8135938" cy="97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eaLnBrk="1" hangingPunct="1">
              <a:lnSpc>
                <a:spcPct val="120000"/>
              </a:lnSpc>
            </a:pPr>
            <a:r>
              <a:rPr lang="zh-CN" altLang="en-US" sz="2400" dirty="0">
                <a:solidFill>
                  <a:schemeClr val="tx1"/>
                </a:solidFill>
                <a:latin typeface="微软雅黑" panose="020B0503020204020204" pitchFamily="34" charset="-122"/>
                <a:ea typeface="微软雅黑" panose="020B0503020204020204" pitchFamily="34" charset="-122"/>
              </a:rPr>
              <a:t>争论焦点的实质就是：在计算机通信中，</a:t>
            </a:r>
            <a:r>
              <a:rPr lang="zh-CN" altLang="en-US" sz="2400" dirty="0">
                <a:solidFill>
                  <a:srgbClr val="C00000"/>
                </a:solidFill>
                <a:latin typeface="微软雅黑" panose="020B0503020204020204" pitchFamily="34" charset="-122"/>
                <a:ea typeface="微软雅黑" panose="020B0503020204020204" pitchFamily="34" charset="-122"/>
              </a:rPr>
              <a:t>可靠交付应当由谁来负责</a:t>
            </a:r>
            <a:r>
              <a:rPr lang="zh-CN" altLang="en-US" sz="2400" dirty="0">
                <a:solidFill>
                  <a:schemeClr val="tx1"/>
                </a:solidFill>
                <a:latin typeface="微软雅黑" panose="020B0503020204020204" pitchFamily="34" charset="-122"/>
                <a:ea typeface="微软雅黑" panose="020B0503020204020204" pitchFamily="34" charset="-122"/>
              </a:rPr>
              <a:t>？是</a:t>
            </a:r>
            <a:r>
              <a:rPr lang="zh-CN" altLang="en-US" sz="2400" dirty="0">
                <a:solidFill>
                  <a:srgbClr val="C00000"/>
                </a:solidFill>
                <a:latin typeface="微软雅黑" panose="020B0503020204020204" pitchFamily="34" charset="-122"/>
                <a:ea typeface="微软雅黑" panose="020B0503020204020204" pitchFamily="34" charset="-122"/>
              </a:rPr>
              <a:t>网络</a:t>
            </a:r>
            <a:r>
              <a:rPr lang="zh-CN" altLang="en-US" sz="2400" dirty="0">
                <a:solidFill>
                  <a:schemeClr val="tx1"/>
                </a:solidFill>
                <a:latin typeface="微软雅黑" panose="020B0503020204020204" pitchFamily="34" charset="-122"/>
                <a:ea typeface="微软雅黑" panose="020B0503020204020204" pitchFamily="34" charset="-122"/>
              </a:rPr>
              <a:t>还是</a:t>
            </a:r>
            <a:r>
              <a:rPr lang="zh-CN" altLang="en-US" sz="2400" dirty="0">
                <a:solidFill>
                  <a:srgbClr val="C00000"/>
                </a:solidFill>
                <a:latin typeface="微软雅黑" panose="020B0503020204020204" pitchFamily="34" charset="-122"/>
                <a:ea typeface="微软雅黑" panose="020B0503020204020204" pitchFamily="34" charset="-122"/>
              </a:rPr>
              <a:t>端系统</a:t>
            </a:r>
            <a:r>
              <a:rPr lang="zh-CN" altLang="en-US" sz="2400" dirty="0">
                <a:solidFill>
                  <a:schemeClr val="tx1"/>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1155102409"/>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4"/>
          <p:cNvSpPr>
            <a:spLocks noGrp="1" noChangeArrowheads="1"/>
          </p:cNvSpPr>
          <p:nvPr>
            <p:ph type="title"/>
          </p:nvPr>
        </p:nvSpPr>
        <p:spPr>
          <a:xfrm>
            <a:off x="611560" y="1124744"/>
            <a:ext cx="3168352" cy="435769"/>
          </a:xfrm>
        </p:spPr>
        <p:txBody>
          <a:bodyPr/>
          <a:lstStyle/>
          <a:p>
            <a:pPr eaLnBrk="1" hangingPunct="1"/>
            <a:r>
              <a:rPr lang="zh-CN" altLang="en-US" sz="2800" dirty="0">
                <a:solidFill>
                  <a:srgbClr val="0070C0"/>
                </a:solidFill>
                <a:latin typeface="微软雅黑" panose="020B0503020204020204" pitchFamily="34" charset="-122"/>
                <a:ea typeface="微软雅黑" panose="020B0503020204020204" pitchFamily="34" charset="-122"/>
              </a:rPr>
              <a:t>网络层提供的服务</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48F67E35-A715-4FFC-99C9-8FC192304F07}"/>
              </a:ext>
            </a:extLst>
          </p:cNvPr>
          <p:cNvSpPr txBox="1"/>
          <p:nvPr/>
        </p:nvSpPr>
        <p:spPr>
          <a:xfrm>
            <a:off x="539552" y="1844824"/>
            <a:ext cx="8439485" cy="3280706"/>
          </a:xfrm>
          <a:prstGeom prst="rect">
            <a:avLst/>
          </a:prstGeom>
          <a:noFill/>
        </p:spPr>
        <p:txBody>
          <a:bodyPr wrap="square">
            <a:spAutoFit/>
          </a:bodyPr>
          <a:lstStyle/>
          <a:p>
            <a:pPr marL="0" indent="0">
              <a:lnSpc>
                <a:spcPct val="120000"/>
              </a:lnSpc>
              <a:defRPr/>
            </a:pPr>
            <a:r>
              <a:rPr lang="en-US" altLang="zh-CN" dirty="0">
                <a:solidFill>
                  <a:schemeClr val="tx1"/>
                </a:solidFill>
                <a:latin typeface="微软雅黑" panose="020B0503020204020204" pitchFamily="34" charset="-122"/>
                <a:ea typeface="微软雅黑" panose="020B0503020204020204" pitchFamily="34" charset="-122"/>
              </a:rPr>
              <a:t> OSI</a:t>
            </a:r>
            <a:r>
              <a:rPr lang="zh-CN" altLang="en-US" dirty="0">
                <a:solidFill>
                  <a:schemeClr val="tx1"/>
                </a:solidFill>
                <a:latin typeface="微软雅黑" panose="020B0503020204020204" pitchFamily="34" charset="-122"/>
                <a:ea typeface="微软雅黑" panose="020B0503020204020204" pitchFamily="34" charset="-122"/>
              </a:rPr>
              <a:t>参考模型曾主张在网络层使用面向连接的虚电路服务，认为应该由网络保证通信的可靠性；</a:t>
            </a:r>
            <a:endParaRPr lang="en-US" altLang="zh-CN" dirty="0">
              <a:solidFill>
                <a:schemeClr val="tx1"/>
              </a:solidFill>
              <a:latin typeface="微软雅黑" panose="020B0503020204020204" pitchFamily="34" charset="-122"/>
              <a:ea typeface="微软雅黑" panose="020B0503020204020204" pitchFamily="34" charset="-122"/>
            </a:endParaRPr>
          </a:p>
          <a:p>
            <a:pPr marL="0" indent="0">
              <a:lnSpc>
                <a:spcPct val="120000"/>
              </a:lnSpc>
              <a:defRPr/>
            </a:pPr>
            <a:r>
              <a:rPr lang="en-US" altLang="zh-CN" dirty="0">
                <a:solidFill>
                  <a:schemeClr val="tx1"/>
                </a:solidFill>
                <a:latin typeface="微软雅黑" panose="020B0503020204020204" pitchFamily="34" charset="-122"/>
                <a:ea typeface="微软雅黑" panose="020B0503020204020204" pitchFamily="34" charset="-122"/>
              </a:rPr>
              <a:t>       </a:t>
            </a:r>
            <a:r>
              <a:rPr lang="en-US" altLang="zh-CN" dirty="0">
                <a:solidFill>
                  <a:srgbClr val="0070C0"/>
                </a:solidFill>
                <a:latin typeface="微软雅黑" panose="020B0503020204020204" pitchFamily="34" charset="-122"/>
                <a:ea typeface="微软雅黑" panose="020B0503020204020204" pitchFamily="34" charset="-122"/>
              </a:rPr>
              <a:t>TCP/IP</a:t>
            </a:r>
            <a:r>
              <a:rPr lang="zh-CN" altLang="en-US" dirty="0">
                <a:solidFill>
                  <a:srgbClr val="0070C0"/>
                </a:solidFill>
                <a:latin typeface="微软雅黑" panose="020B0503020204020204" pitchFamily="34" charset="-122"/>
                <a:ea typeface="微软雅黑" panose="020B0503020204020204" pitchFamily="34" charset="-122"/>
              </a:rPr>
              <a:t>体系的网络层提供无连接的数据报服务，核心思想是应该由用户主机来保证通信的可靠性</a:t>
            </a:r>
            <a:r>
              <a:rPr lang="zh-CN" altLang="en-US" dirty="0">
                <a:solidFill>
                  <a:schemeClr val="tx1"/>
                </a:solidFill>
                <a:latin typeface="微软雅黑" panose="020B0503020204020204" pitchFamily="34" charset="-122"/>
                <a:ea typeface="微软雅黑" panose="020B0503020204020204" pitchFamily="34" charset="-122"/>
              </a:rPr>
              <a:t>，网络层向传输层提供简单灵活、无连接以及尽最大努力交付的数据报服务。互联网能够发展到今日的规模，充分证明了采用这种设计思想的正确性。</a:t>
            </a:r>
            <a:endParaRPr lang="zh-CN" altLang="en-US" dirty="0">
              <a:solidFill>
                <a:schemeClr val="tx1"/>
              </a:solidFill>
            </a:endParaRPr>
          </a:p>
        </p:txBody>
      </p:sp>
    </p:spTree>
    <p:extLst>
      <p:ext uri="{BB962C8B-B14F-4D97-AF65-F5344CB8AC3E}">
        <p14:creationId xmlns:p14="http://schemas.microsoft.com/office/powerpoint/2010/main" val="2873851239"/>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ECEC9BAE-4EE2-4745-A32C-D7AE0AEA4DEA}"/>
              </a:ext>
            </a:extLst>
          </p:cNvPr>
          <p:cNvSpPr txBox="1"/>
          <p:nvPr/>
        </p:nvSpPr>
        <p:spPr>
          <a:xfrm>
            <a:off x="539552" y="908720"/>
            <a:ext cx="8208912" cy="1938992"/>
          </a:xfrm>
          <a:prstGeom prst="rect">
            <a:avLst/>
          </a:prstGeom>
          <a:solidFill>
            <a:schemeClr val="bg1"/>
          </a:solidFill>
        </p:spPr>
        <p:txBody>
          <a:bodyPr wrap="square">
            <a:spAutoFit/>
          </a:bodyPr>
          <a:lstStyle/>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1 </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网络层的主要目的是</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在邻接结点间进行数据报传输</a:t>
            </a: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B.</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在邻接结点间进行数据报可靠传输</a:t>
            </a:r>
          </a:p>
          <a:p>
            <a:pPr algn="just"/>
            <a:r>
              <a:rPr lang="en-US"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C.</a:t>
            </a:r>
            <a:r>
              <a:rPr lang="zh-CN"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在任意结点间进行数据报传输</a:t>
            </a: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D.</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在任意结点间进行数据报可靠传输</a:t>
            </a:r>
          </a:p>
        </p:txBody>
      </p:sp>
      <p:sp>
        <p:nvSpPr>
          <p:cNvPr id="8" name="文本框 7">
            <a:extLst>
              <a:ext uri="{FF2B5EF4-FFF2-40B4-BE49-F238E27FC236}">
                <a16:creationId xmlns:a16="http://schemas.microsoft.com/office/drawing/2014/main" id="{EC566A09-73B8-4E81-BF3D-A27DFEAB532A}"/>
              </a:ext>
            </a:extLst>
          </p:cNvPr>
          <p:cNvSpPr txBox="1"/>
          <p:nvPr/>
        </p:nvSpPr>
        <p:spPr>
          <a:xfrm>
            <a:off x="359532" y="3212976"/>
            <a:ext cx="8424936" cy="3046988"/>
          </a:xfrm>
          <a:prstGeom prst="rect">
            <a:avLst/>
          </a:prstGeom>
          <a:noFill/>
        </p:spPr>
        <p:txBody>
          <a:bodyPr wrap="square">
            <a:spAutoFit/>
          </a:bodyPr>
          <a:lstStyle/>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2 </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在路由器互连的多个局域网的结构中，要求每个局域网</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物理层协议可以不同，而数据链路层及其以上的高层协议必须相同</a:t>
            </a: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B.</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物理层、数据链路层协议可以不同，而数据链路层以上的高层协议必须相同</a:t>
            </a:r>
          </a:p>
          <a:p>
            <a:pPr algn="just"/>
            <a:r>
              <a:rPr lang="en-US"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C.</a:t>
            </a:r>
            <a:r>
              <a:rPr lang="zh-CN"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物理层、数据链路层、网络层协议可以不同，而网络层以上的高层协议必须相同</a:t>
            </a: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D.</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物理层、数据链路层、网络层及高层协议都可以不同</a:t>
            </a:r>
          </a:p>
        </p:txBody>
      </p:sp>
    </p:spTree>
    <p:extLst>
      <p:ext uri="{BB962C8B-B14F-4D97-AF65-F5344CB8AC3E}">
        <p14:creationId xmlns:p14="http://schemas.microsoft.com/office/powerpoint/2010/main" val="1450530109"/>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F3B7A80-B8AE-4B10-9C69-858833FD81BA}"/>
              </a:ext>
            </a:extLst>
          </p:cNvPr>
          <p:cNvSpPr txBox="1"/>
          <p:nvPr/>
        </p:nvSpPr>
        <p:spPr>
          <a:xfrm>
            <a:off x="395536" y="4293096"/>
            <a:ext cx="8352928" cy="2308324"/>
          </a:xfrm>
          <a:prstGeom prst="rect">
            <a:avLst/>
          </a:prstGeom>
          <a:noFill/>
        </p:spPr>
        <p:txBody>
          <a:bodyPr wrap="square">
            <a:spAutoFit/>
          </a:bodyPr>
          <a:lstStyle/>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4.</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下列关于虚电路和数据报的叙述中，正确的是</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t>
            </a: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虚电路是一种分组交换技术，但不能按照存储转发的方式工作</a:t>
            </a: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B.</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虚电路的连接是临时性连接，当会话结束时就释放这种连接</a:t>
            </a: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C.</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数据报服务不提供可靠传输，但可以保证分组的有序到达</a:t>
            </a:r>
          </a:p>
          <a:p>
            <a:pPr algn="just"/>
            <a:r>
              <a:rPr lang="en-US"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D.</a:t>
            </a:r>
            <a:r>
              <a:rPr lang="zh-CN"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数据报服务中，每个分组都必须携带源地址和目的地址</a:t>
            </a:r>
          </a:p>
        </p:txBody>
      </p:sp>
      <p:sp>
        <p:nvSpPr>
          <p:cNvPr id="9" name="文本框 8">
            <a:extLst>
              <a:ext uri="{FF2B5EF4-FFF2-40B4-BE49-F238E27FC236}">
                <a16:creationId xmlns:a16="http://schemas.microsoft.com/office/drawing/2014/main" id="{A685AD58-437B-4363-819A-40FB808003BA}"/>
              </a:ext>
            </a:extLst>
          </p:cNvPr>
          <p:cNvSpPr txBox="1"/>
          <p:nvPr/>
        </p:nvSpPr>
        <p:spPr>
          <a:xfrm>
            <a:off x="395536" y="256580"/>
            <a:ext cx="8568952" cy="3785652"/>
          </a:xfrm>
          <a:prstGeom prst="rect">
            <a:avLst/>
          </a:prstGeom>
          <a:solidFill>
            <a:schemeClr val="bg1"/>
          </a:solidFill>
        </p:spPr>
        <p:txBody>
          <a:bodyPr wrap="square">
            <a:spAutoFit/>
          </a:bodyPr>
          <a:lstStyle/>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3</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、在互联网中，</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IP</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分组的传输需要经过源主机和中间路由器到达目的主机，通常</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源主机和中间路由器都知道</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IP</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分组到达目的主机需要经过的完整路径</a:t>
            </a:r>
          </a:p>
          <a:p>
            <a:pPr algn="just"/>
            <a:r>
              <a:rPr lang="en-US"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B-</a:t>
            </a:r>
            <a:r>
              <a:rPr lang="zh-CN"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源主机和中间路由器都不知道分组到达目的主机需要经过的完整路径</a:t>
            </a: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C.</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源主机知道卫分组到达目的主机需要经过的完整路径，而中间路由器不知道</a:t>
            </a: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D.</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源主机不知道</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IP</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分组到达目的主机需要经过的完整路径，而中间路由器知道</a:t>
            </a:r>
          </a:p>
        </p:txBody>
      </p:sp>
    </p:spTree>
    <p:extLst>
      <p:ext uri="{BB962C8B-B14F-4D97-AF65-F5344CB8AC3E}">
        <p14:creationId xmlns:p14="http://schemas.microsoft.com/office/powerpoint/2010/main" val="2671505451"/>
      </p:ext>
    </p:extLst>
  </p:cSld>
  <p:clrMapOvr>
    <a:masterClrMapping/>
  </p:clrMapOvr>
  <p:transition spd="slow"/>
</p:sld>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6822</TotalTime>
  <Words>811</Words>
  <Application>Microsoft Office PowerPoint</Application>
  <PresentationFormat>全屏显示(4:3)</PresentationFormat>
  <Paragraphs>64</Paragraphs>
  <Slides>9</Slides>
  <Notes>9</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9</vt:i4>
      </vt:variant>
    </vt:vector>
  </HeadingPairs>
  <TitlesOfParts>
    <vt:vector size="19" baseType="lpstr">
      <vt:lpstr>等线</vt:lpstr>
      <vt:lpstr>黑体</vt:lpstr>
      <vt:lpstr>微软雅黑</vt:lpstr>
      <vt:lpstr>Arial</vt:lpstr>
      <vt:lpstr>Times New Roman</vt:lpstr>
      <vt:lpstr>Verdana</vt:lpstr>
      <vt:lpstr>Wingdings</vt:lpstr>
      <vt:lpstr>自定义设计方案</vt:lpstr>
      <vt:lpstr>1_自定义设计方案</vt:lpstr>
      <vt:lpstr>Profile</vt:lpstr>
      <vt:lpstr>PowerPoint 演示文稿</vt:lpstr>
      <vt:lpstr>PowerPoint 演示文稿</vt:lpstr>
      <vt:lpstr>PowerPoint 演示文稿</vt:lpstr>
      <vt:lpstr>PowerPoint 演示文稿</vt:lpstr>
      <vt:lpstr>PowerPoint 演示文稿</vt:lpstr>
      <vt:lpstr>网络层提供的服务</vt:lpstr>
      <vt:lpstr>网络层提供的服务</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wangjimin</cp:lastModifiedBy>
  <cp:revision>1153</cp:revision>
  <dcterms:created xsi:type="dcterms:W3CDTF">1601-01-01T00:00:00Z</dcterms:created>
  <dcterms:modified xsi:type="dcterms:W3CDTF">2026-02-26T00:48:01Z</dcterms:modified>
</cp:coreProperties>
</file>