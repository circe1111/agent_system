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3" r:id="rId1"/>
    <p:sldMasterId id="2147483734" r:id="rId2"/>
    <p:sldMasterId id="2147483735" r:id="rId3"/>
  </p:sldMasterIdLst>
  <p:notesMasterIdLst>
    <p:notesMasterId r:id="rId19"/>
  </p:notesMasterIdLst>
  <p:handoutMasterIdLst>
    <p:handoutMasterId r:id="rId20"/>
  </p:handoutMasterIdLst>
  <p:sldIdLst>
    <p:sldId id="277" r:id="rId4"/>
    <p:sldId id="1035" r:id="rId5"/>
    <p:sldId id="1036" r:id="rId6"/>
    <p:sldId id="1037" r:id="rId7"/>
    <p:sldId id="1040" r:id="rId8"/>
    <p:sldId id="1066" r:id="rId9"/>
    <p:sldId id="1041" r:id="rId10"/>
    <p:sldId id="1061" r:id="rId11"/>
    <p:sldId id="1065" r:id="rId12"/>
    <p:sldId id="1067" r:id="rId13"/>
    <p:sldId id="1050" r:id="rId14"/>
    <p:sldId id="1060" r:id="rId15"/>
    <p:sldId id="1063" r:id="rId16"/>
    <p:sldId id="1068" r:id="rId17"/>
    <p:sldId id="1069" r:id="rId18"/>
  </p:sldIdLst>
  <p:sldSz cx="9144000" cy="6858000" type="screen4x3"/>
  <p:notesSz cx="6858000" cy="9144000"/>
  <p:defaultTextStyle>
    <a:defPPr>
      <a:defRPr lang="en-US"/>
    </a:defPPr>
    <a:lvl1pPr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1pPr>
    <a:lvl2pPr marL="4572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2pPr>
    <a:lvl3pPr marL="9144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3pPr>
    <a:lvl4pPr marL="13716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4pPr>
    <a:lvl5pPr marL="18288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205">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516FA7"/>
    <a:srgbClr val="CCECFF"/>
    <a:srgbClr val="CC0000"/>
    <a:srgbClr val="FF9933"/>
    <a:srgbClr val="FFCC00"/>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90" autoAdjust="0"/>
    <p:restoredTop sz="99822" autoAdjust="0"/>
  </p:normalViewPr>
  <p:slideViewPr>
    <p:cSldViewPr>
      <p:cViewPr varScale="1">
        <p:scale>
          <a:sx n="96" d="100"/>
          <a:sy n="96" d="100"/>
        </p:scale>
        <p:origin x="969" y="36"/>
      </p:cViewPr>
      <p:guideLst>
        <p:guide orient="horz" pos="2205"/>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205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zh-CN" altLang="en-US"/>
          </a:p>
        </p:txBody>
      </p:sp>
      <p:sp>
        <p:nvSpPr>
          <p:cNvPr id="23859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latin typeface="Times New Roman" pitchFamily="18" charset="0"/>
                <a:ea typeface="宋体" pitchFamily="2" charset="-122"/>
              </a:defRPr>
            </a:lvl1pPr>
          </a:lstStyle>
          <a:p>
            <a:pPr>
              <a:defRPr/>
            </a:pPr>
            <a:fld id="{5D752783-24EC-4E67-BD3F-AA2FF971E437}" type="datetime1">
              <a:rPr lang="zh-CN" altLang="en-US"/>
              <a:pPr>
                <a:defRPr/>
              </a:pPr>
              <a:t>2025/2/25</a:t>
            </a:fld>
            <a:endParaRPr lang="en-US" altLang="zh-CN"/>
          </a:p>
        </p:txBody>
      </p:sp>
      <p:sp>
        <p:nvSpPr>
          <p:cNvPr id="23859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en-US" altLang="zh-CN"/>
          </a:p>
        </p:txBody>
      </p:sp>
      <p:sp>
        <p:nvSpPr>
          <p:cNvPr id="23859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a:defRPr/>
            </a:pPr>
            <a:fld id="{833CB3B5-BA1A-4043-9F5A-145EDEABBDEB}" type="slidenum">
              <a:rPr lang="zh-CN" altLang="en-US"/>
              <a:pPr>
                <a:defRPr/>
              </a:pPr>
              <a:t>‹#›</a:t>
            </a:fld>
            <a:endParaRPr lang="en-US" altLang="zh-CN"/>
          </a:p>
        </p:txBody>
      </p:sp>
    </p:spTree>
    <p:extLst>
      <p:ext uri="{BB962C8B-B14F-4D97-AF65-F5344CB8AC3E}">
        <p14:creationId xmlns:p14="http://schemas.microsoft.com/office/powerpoint/2010/main" val="42667958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zh-CN" altLang="en-US"/>
          </a:p>
        </p:txBody>
      </p:sp>
      <p:sp>
        <p:nvSpPr>
          <p:cNvPr id="614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latin typeface="Times New Roman" pitchFamily="18" charset="0"/>
                <a:ea typeface="宋体" pitchFamily="2" charset="-122"/>
              </a:defRPr>
            </a:lvl1pPr>
          </a:lstStyle>
          <a:p>
            <a:pPr>
              <a:defRPr/>
            </a:pPr>
            <a:fld id="{083D6EE3-9763-43C5-9BA4-6F5C46A7016C}" type="datetime1">
              <a:rPr lang="zh-CN" altLang="en-US"/>
              <a:pPr>
                <a:defRPr/>
              </a:pPr>
              <a:t>2025/2/25</a:t>
            </a:fld>
            <a:endParaRPr lang="en-US" altLang="zh-CN"/>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en-US" altLang="zh-CN"/>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a:defRPr/>
            </a:pPr>
            <a:fld id="{E0E94F03-E586-4421-86BD-1112B33CFFAA}" type="slidenum">
              <a:rPr lang="zh-CN" altLang="en-US"/>
              <a:pPr>
                <a:defRPr/>
              </a:pPr>
              <a:t>‹#›</a:t>
            </a:fld>
            <a:endParaRPr lang="en-US" altLang="zh-CN"/>
          </a:p>
        </p:txBody>
      </p:sp>
    </p:spTree>
    <p:extLst>
      <p:ext uri="{BB962C8B-B14F-4D97-AF65-F5344CB8AC3E}">
        <p14:creationId xmlns:p14="http://schemas.microsoft.com/office/powerpoint/2010/main" val="2384353238"/>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A527D3F-6035-4DD4-A647-A48538B519E0}" type="datetime1">
              <a:rPr lang="zh-CN" altLang="en-US" smtClean="0"/>
              <a:pPr>
                <a:spcBef>
                  <a:spcPct val="0"/>
                </a:spcBef>
              </a:pPr>
              <a:t>2025/2/25</a:t>
            </a:fld>
            <a:endParaRPr lang="en-US" altLang="zh-CN"/>
          </a:p>
        </p:txBody>
      </p:sp>
      <p:sp>
        <p:nvSpPr>
          <p:cNvPr id="10243"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A4B3CE6-669E-4F0F-9B6E-21C6FF5CE078}" type="slidenum">
              <a:rPr lang="zh-CN" altLang="en-US" smtClean="0"/>
              <a:pPr>
                <a:spcBef>
                  <a:spcPct val="0"/>
                </a:spcBef>
              </a:pPr>
              <a:t>1</a:t>
            </a:fld>
            <a:endParaRPr lang="en-US" altLang="zh-CN"/>
          </a:p>
        </p:txBody>
      </p:sp>
      <p:sp>
        <p:nvSpPr>
          <p:cNvPr id="10244" name="Rectangle 2"/>
          <p:cNvSpPr>
            <a:spLocks noGrp="1" noRot="1" noChangeAspect="1" noChangeArrowheads="1" noTextEdit="1"/>
          </p:cNvSpPr>
          <p:nvPr>
            <p:ph type="sldImg"/>
          </p:nvPr>
        </p:nvSpPr>
        <p:spPr>
          <a:ln/>
        </p:spPr>
      </p:sp>
      <p:sp>
        <p:nvSpPr>
          <p:cNvPr id="10245"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59586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34344DD-BCD9-4C71-9B23-22B131CE1B13}" type="slidenum">
              <a:rPr lang="en-US" altLang="zh-CN" smtClean="0">
                <a:latin typeface="Arial" panose="020B0604020202020204" pitchFamily="34" charset="0"/>
              </a:rPr>
              <a:pPr>
                <a:spcBef>
                  <a:spcPct val="0"/>
                </a:spcBef>
              </a:pPr>
              <a:t>2</a:t>
            </a:fld>
            <a:endParaRPr lang="en-US" altLang="zh-CN">
              <a:latin typeface="Arial" panose="020B0604020202020204" pitchFamily="34" charset="0"/>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35570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F53D6A2-34C6-49B0-902F-2D7EEB2AF6F3}" type="slidenum">
              <a:rPr lang="en-US" altLang="zh-CN" smtClean="0">
                <a:latin typeface="Arial" panose="020B0604020202020204" pitchFamily="34" charset="0"/>
              </a:rPr>
              <a:pPr>
                <a:spcBef>
                  <a:spcPct val="0"/>
                </a:spcBef>
              </a:pPr>
              <a:t>3</a:t>
            </a:fld>
            <a:endParaRPr lang="en-US" altLang="zh-CN">
              <a:latin typeface="Arial" panose="020B0604020202020204" pitchFamily="34" charset="0"/>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47605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85A45F23-39CC-4264-8FFA-F6B17249AB64}" type="slidenum">
              <a:rPr lang="en-US" altLang="zh-CN" smtClean="0">
                <a:latin typeface="Arial" panose="020B0604020202020204" pitchFamily="34" charset="0"/>
              </a:rPr>
              <a:pPr>
                <a:spcBef>
                  <a:spcPct val="0"/>
                </a:spcBef>
              </a:pPr>
              <a:t>4</a:t>
            </a:fld>
            <a:endParaRPr lang="en-US" altLang="zh-CN">
              <a:latin typeface="Arial" panose="020B0604020202020204" pitchFamily="34" charset="0"/>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114555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C033DAA-F556-4BA1-823C-7A4FF2B9083D}" type="slidenum">
              <a:rPr lang="en-US" altLang="zh-CN" smtClean="0">
                <a:latin typeface="Arial" panose="020B0604020202020204" pitchFamily="34" charset="0"/>
              </a:rPr>
              <a:pPr>
                <a:spcBef>
                  <a:spcPct val="0"/>
                </a:spcBef>
              </a:pPr>
              <a:t>5</a:t>
            </a:fld>
            <a:endParaRPr lang="en-US" altLang="zh-CN">
              <a:latin typeface="Arial" panose="020B0604020202020204" pitchFamily="34"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620093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C7BB3D3-1C61-406B-A4CB-3A15CCC89FFD}" type="slidenum">
              <a:rPr lang="en-US" altLang="zh-CN" smtClean="0">
                <a:latin typeface="Arial" panose="020B0604020202020204" pitchFamily="34" charset="0"/>
              </a:rPr>
              <a:pPr>
                <a:spcBef>
                  <a:spcPct val="0"/>
                </a:spcBef>
              </a:pPr>
              <a:t>6</a:t>
            </a:fld>
            <a:endParaRPr lang="en-US" altLang="zh-CN">
              <a:latin typeface="Arial" panose="020B0604020202020204" pitchFamily="34"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979296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CC6F175-AD62-40A5-9E5B-BFCB23E83D5C}" type="slidenum">
              <a:rPr lang="en-US" altLang="zh-CN" smtClean="0">
                <a:latin typeface="Arial" panose="020B0604020202020204" pitchFamily="34" charset="0"/>
              </a:rPr>
              <a:pPr>
                <a:spcBef>
                  <a:spcPct val="0"/>
                </a:spcBef>
              </a:pPr>
              <a:t>7</a:t>
            </a:fld>
            <a:endParaRPr lang="en-US" altLang="zh-CN">
              <a:latin typeface="Arial" panose="020B0604020202020204" pitchFamily="34"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949877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22EC823-0FF6-4F92-B1F0-5C0E0EF6B35B}" type="slidenum">
              <a:rPr lang="en-US" altLang="zh-CN" smtClean="0">
                <a:latin typeface="Arial" panose="020B0604020202020204" pitchFamily="34" charset="0"/>
              </a:rPr>
              <a:pPr>
                <a:spcBef>
                  <a:spcPct val="0"/>
                </a:spcBef>
              </a:pPr>
              <a:t>8</a:t>
            </a:fld>
            <a:endParaRPr lang="en-US" altLang="zh-CN">
              <a:latin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776950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8BF52233-1432-4D36-B2B7-E58D378333D8}" type="slidenum">
              <a:rPr lang="en-US" altLang="zh-CN" smtClean="0">
                <a:latin typeface="Arial" panose="020B0604020202020204" pitchFamily="34" charset="0"/>
              </a:rPr>
              <a:pPr>
                <a:spcBef>
                  <a:spcPct val="0"/>
                </a:spcBef>
              </a:pPr>
              <a:t>9</a:t>
            </a:fld>
            <a:endParaRPr lang="en-US" altLang="zh-CN">
              <a:latin typeface="Arial" panose="020B0604020202020204" pitchFamily="34"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383269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A87BE81-4DDC-4660-A596-F8CCA9FC30C8}" type="slidenum">
              <a:rPr lang="en-US" altLang="zh-CN" smtClean="0">
                <a:latin typeface="Arial" panose="020B0604020202020204" pitchFamily="34" charset="0"/>
              </a:rPr>
              <a:pPr>
                <a:spcBef>
                  <a:spcPct val="0"/>
                </a:spcBef>
              </a:pPr>
              <a:t>10</a:t>
            </a:fld>
            <a:endParaRPr lang="en-US" altLang="zh-CN">
              <a:latin typeface="Arial" panose="020B0604020202020204" pitchFamily="3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766120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B1E99CA-9BC8-4F5B-B07B-C756B0BD9308}" type="slidenum">
              <a:rPr lang="en-US" altLang="zh-CN" smtClean="0">
                <a:latin typeface="Arial" panose="020B0604020202020204" pitchFamily="34" charset="0"/>
              </a:rPr>
              <a:pPr>
                <a:spcBef>
                  <a:spcPct val="0"/>
                </a:spcBef>
              </a:pPr>
              <a:t>11</a:t>
            </a:fld>
            <a:endParaRPr lang="en-US" altLang="zh-CN">
              <a:latin typeface="Arial" panose="020B0604020202020204" pitchFamily="34"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593440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E7AD08B-97C6-4A5D-8FAD-A76D3B4E92E4}" type="slidenum">
              <a:rPr lang="en-US" altLang="zh-CN" smtClean="0">
                <a:latin typeface="Arial" panose="020B0604020202020204" pitchFamily="34" charset="0"/>
              </a:rPr>
              <a:pPr>
                <a:spcBef>
                  <a:spcPct val="0"/>
                </a:spcBef>
              </a:pPr>
              <a:t>12</a:t>
            </a:fld>
            <a:endParaRPr lang="en-US" altLang="zh-CN">
              <a:latin typeface="Arial" panose="020B0604020202020204" pitchFamily="34"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383536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98932FF-C38C-4AE3-89BD-B87A14224139}" type="slidenum">
              <a:rPr lang="en-US" altLang="zh-CN" smtClean="0">
                <a:latin typeface="Arial" panose="020B0604020202020204" pitchFamily="34" charset="0"/>
              </a:rPr>
              <a:pPr>
                <a:spcBef>
                  <a:spcPct val="0"/>
                </a:spcBef>
              </a:pPr>
              <a:t>13</a:t>
            </a:fld>
            <a:endParaRPr lang="en-US" altLang="zh-CN">
              <a:latin typeface="Arial" panose="020B0604020202020204" pitchFamily="34"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601526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98932FF-C38C-4AE3-89BD-B87A14224139}" type="slidenum">
              <a:rPr lang="en-US" altLang="zh-CN" smtClean="0">
                <a:latin typeface="Arial" panose="020B0604020202020204" pitchFamily="34" charset="0"/>
              </a:rPr>
              <a:pPr>
                <a:spcBef>
                  <a:spcPct val="0"/>
                </a:spcBef>
              </a:pPr>
              <a:t>14</a:t>
            </a:fld>
            <a:endParaRPr lang="en-US" altLang="zh-CN">
              <a:latin typeface="Arial" panose="020B0604020202020204" pitchFamily="34"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691751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98932FF-C38C-4AE3-89BD-B87A14224139}" type="slidenum">
              <a:rPr lang="en-US" altLang="zh-CN" smtClean="0">
                <a:latin typeface="Arial" panose="020B0604020202020204" pitchFamily="34" charset="0"/>
              </a:rPr>
              <a:pPr>
                <a:spcBef>
                  <a:spcPct val="0"/>
                </a:spcBef>
              </a:pPr>
              <a:t>15</a:t>
            </a:fld>
            <a:endParaRPr lang="en-US" altLang="zh-CN">
              <a:latin typeface="Arial" panose="020B0604020202020204" pitchFamily="34"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066579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1749FA8B-80E4-40FB-8EC2-16DF064A51B6}" type="datetime11">
              <a:rPr lang="zh-CN" altLang="en-US"/>
              <a:pPr>
                <a:defRPr/>
              </a:pPr>
              <a:t>07:53:25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9844B26-600F-43A1-B580-87428BE0F029}" type="slidenum">
              <a:rPr lang="zh-CN" altLang="en-US"/>
              <a:pPr>
                <a:defRPr/>
              </a:pPr>
              <a:t>‹#›</a:t>
            </a:fld>
            <a:endParaRPr lang="en-US" altLang="zh-CN"/>
          </a:p>
        </p:txBody>
      </p:sp>
    </p:spTree>
    <p:extLst>
      <p:ext uri="{BB962C8B-B14F-4D97-AF65-F5344CB8AC3E}">
        <p14:creationId xmlns:p14="http://schemas.microsoft.com/office/powerpoint/2010/main" val="208247278"/>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FBFE939C-7E0F-401F-9929-750FA1A44E6A}" type="datetime11">
              <a:rPr lang="zh-CN" altLang="en-US"/>
              <a:pPr>
                <a:defRPr/>
              </a:pPr>
              <a:t>07:53:25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80B4CB9-21A0-4CE5-8A58-FF1BE908DFA8}" type="slidenum">
              <a:rPr lang="zh-CN" altLang="en-US"/>
              <a:pPr>
                <a:defRPr/>
              </a:pPr>
              <a:t>‹#›</a:t>
            </a:fld>
            <a:endParaRPr lang="en-US" altLang="zh-CN"/>
          </a:p>
        </p:txBody>
      </p:sp>
    </p:spTree>
    <p:extLst>
      <p:ext uri="{BB962C8B-B14F-4D97-AF65-F5344CB8AC3E}">
        <p14:creationId xmlns:p14="http://schemas.microsoft.com/office/powerpoint/2010/main" val="3184233930"/>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CF9FC4A0-EDC7-4643-B2D3-ED42CB3FB446}" type="datetime11">
              <a:rPr lang="zh-CN" altLang="en-US"/>
              <a:pPr>
                <a:defRPr/>
              </a:pPr>
              <a:t>07:53:25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4D593D7-95EA-43FF-8F1F-27D5D517CF04}" type="slidenum">
              <a:rPr lang="zh-CN" altLang="en-US"/>
              <a:pPr>
                <a:defRPr/>
              </a:pPr>
              <a:t>‹#›</a:t>
            </a:fld>
            <a:endParaRPr lang="en-US" altLang="zh-CN"/>
          </a:p>
        </p:txBody>
      </p:sp>
    </p:spTree>
    <p:extLst>
      <p:ext uri="{BB962C8B-B14F-4D97-AF65-F5344CB8AC3E}">
        <p14:creationId xmlns:p14="http://schemas.microsoft.com/office/powerpoint/2010/main" val="1597510404"/>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B20FB433-C1E5-43DD-9768-4D2A3D7EDED3}" type="datetime11">
              <a:rPr lang="zh-CN" altLang="en-US"/>
              <a:pPr>
                <a:defRPr/>
              </a:pPr>
              <a:t>07:53:25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E37CC76-0268-41FC-9D50-9FA577499804}" type="slidenum">
              <a:rPr lang="zh-CN" altLang="en-US"/>
              <a:pPr>
                <a:defRPr/>
              </a:pPr>
              <a:t>‹#›</a:t>
            </a:fld>
            <a:endParaRPr lang="en-US" altLang="zh-CN"/>
          </a:p>
        </p:txBody>
      </p:sp>
    </p:spTree>
    <p:extLst>
      <p:ext uri="{BB962C8B-B14F-4D97-AF65-F5344CB8AC3E}">
        <p14:creationId xmlns:p14="http://schemas.microsoft.com/office/powerpoint/2010/main" val="1264793232"/>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A75A8915-751B-4E7B-B8A2-BD153E6B68AE}" type="datetime11">
              <a:rPr lang="zh-CN" altLang="en-US"/>
              <a:pPr>
                <a:defRPr/>
              </a:pPr>
              <a:t>07:53:25</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80465437-8918-49E7-932A-795AF711655E}" type="slidenum">
              <a:rPr lang="zh-CN" altLang="en-US"/>
              <a:pPr>
                <a:defRPr/>
              </a:pPr>
              <a:t>‹#›</a:t>
            </a:fld>
            <a:endParaRPr lang="en-US" altLang="zh-CN"/>
          </a:p>
        </p:txBody>
      </p:sp>
    </p:spTree>
    <p:extLst>
      <p:ext uri="{BB962C8B-B14F-4D97-AF65-F5344CB8AC3E}">
        <p14:creationId xmlns:p14="http://schemas.microsoft.com/office/powerpoint/2010/main" val="1057656099"/>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E928B8CA-1793-4A18-B4D6-CAE59CEEEBB9}" type="datetime11">
              <a:rPr lang="zh-CN" altLang="en-US"/>
              <a:pPr>
                <a:defRPr/>
              </a:pPr>
              <a:t>07:53:25</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1BA0DFFD-95E0-4E64-B282-728932C35C77}" type="slidenum">
              <a:rPr lang="zh-CN" altLang="en-US"/>
              <a:pPr>
                <a:defRPr/>
              </a:pPr>
              <a:t>‹#›</a:t>
            </a:fld>
            <a:endParaRPr lang="en-US" altLang="zh-CN"/>
          </a:p>
        </p:txBody>
      </p:sp>
    </p:spTree>
    <p:extLst>
      <p:ext uri="{BB962C8B-B14F-4D97-AF65-F5344CB8AC3E}">
        <p14:creationId xmlns:p14="http://schemas.microsoft.com/office/powerpoint/2010/main" val="444909371"/>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2DC67DF0-2B20-4B13-9118-DDBABDBC3FD5}" type="datetime11">
              <a:rPr lang="zh-CN" altLang="en-US"/>
              <a:pPr>
                <a:defRPr/>
              </a:pPr>
              <a:t>07:53:25</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AC946648-AE43-4F3D-A6E7-87AFD0491E46}" type="slidenum">
              <a:rPr lang="zh-CN" altLang="en-US"/>
              <a:pPr>
                <a:defRPr/>
              </a:pPr>
              <a:t>‹#›</a:t>
            </a:fld>
            <a:endParaRPr lang="en-US" altLang="zh-CN"/>
          </a:p>
        </p:txBody>
      </p:sp>
    </p:spTree>
    <p:extLst>
      <p:ext uri="{BB962C8B-B14F-4D97-AF65-F5344CB8AC3E}">
        <p14:creationId xmlns:p14="http://schemas.microsoft.com/office/powerpoint/2010/main" val="1726079935"/>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7A97C0A7-5C4D-4747-A0F9-E4108876F0A9}" type="datetime11">
              <a:rPr lang="zh-CN" altLang="en-US"/>
              <a:pPr>
                <a:defRPr/>
              </a:pPr>
              <a:t>07:53:25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CD83C8C-E292-4CC6-87C8-396B4E1BFD25}" type="slidenum">
              <a:rPr lang="zh-CN" altLang="en-US"/>
              <a:pPr>
                <a:defRPr/>
              </a:pPr>
              <a:t>‹#›</a:t>
            </a:fld>
            <a:endParaRPr lang="en-US" altLang="zh-CN"/>
          </a:p>
        </p:txBody>
      </p:sp>
    </p:spTree>
    <p:extLst>
      <p:ext uri="{BB962C8B-B14F-4D97-AF65-F5344CB8AC3E}">
        <p14:creationId xmlns:p14="http://schemas.microsoft.com/office/powerpoint/2010/main" val="2089379995"/>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C0F801D1-E619-4731-BC77-7460999885AE}" type="datetime11">
              <a:rPr lang="zh-CN" altLang="en-US"/>
              <a:pPr>
                <a:defRPr/>
              </a:pPr>
              <a:t>07:53:25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1E5AA6F-B686-4B8F-AC60-BF4DE0BCDB03}" type="slidenum">
              <a:rPr lang="zh-CN" altLang="en-US"/>
              <a:pPr>
                <a:defRPr/>
              </a:pPr>
              <a:t>‹#›</a:t>
            </a:fld>
            <a:endParaRPr lang="en-US" altLang="zh-CN"/>
          </a:p>
        </p:txBody>
      </p:sp>
    </p:spTree>
    <p:extLst>
      <p:ext uri="{BB962C8B-B14F-4D97-AF65-F5344CB8AC3E}">
        <p14:creationId xmlns:p14="http://schemas.microsoft.com/office/powerpoint/2010/main" val="3038392818"/>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95EC95FD-D2D2-4FF6-8044-2D14EE0380F5}" type="datetime11">
              <a:rPr lang="zh-CN" altLang="en-US"/>
              <a:pPr>
                <a:defRPr/>
              </a:pPr>
              <a:t>07:53:25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B1163C6-A187-44BC-B76F-06C00D5C140F}" type="slidenum">
              <a:rPr lang="zh-CN" altLang="en-US"/>
              <a:pPr>
                <a:defRPr/>
              </a:pPr>
              <a:t>‹#›</a:t>
            </a:fld>
            <a:endParaRPr lang="en-US" altLang="zh-CN"/>
          </a:p>
        </p:txBody>
      </p:sp>
    </p:spTree>
    <p:extLst>
      <p:ext uri="{BB962C8B-B14F-4D97-AF65-F5344CB8AC3E}">
        <p14:creationId xmlns:p14="http://schemas.microsoft.com/office/powerpoint/2010/main" val="2594954785"/>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C7C559C1-0DAB-46D3-9F03-5E337B0FA54D}" type="datetime11">
              <a:rPr lang="zh-CN" altLang="en-US"/>
              <a:pPr>
                <a:defRPr/>
              </a:pPr>
              <a:t>07:53:25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3782021-7AF6-44AE-8DBB-D7BF49311D75}" type="slidenum">
              <a:rPr lang="zh-CN" altLang="en-US"/>
              <a:pPr>
                <a:defRPr/>
              </a:pPr>
              <a:t>‹#›</a:t>
            </a:fld>
            <a:endParaRPr lang="en-US" altLang="zh-CN"/>
          </a:p>
        </p:txBody>
      </p:sp>
    </p:spTree>
    <p:extLst>
      <p:ext uri="{BB962C8B-B14F-4D97-AF65-F5344CB8AC3E}">
        <p14:creationId xmlns:p14="http://schemas.microsoft.com/office/powerpoint/2010/main" val="995458574"/>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E0B988DD-2B64-4BF2-933A-53D2C1E3082C}" type="datetime11">
              <a:rPr lang="zh-CN" altLang="en-US"/>
              <a:pPr>
                <a:defRPr/>
              </a:pPr>
              <a:t>07:53:25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973A1D6-F40F-4D7B-B40F-60048CC1D02D}" type="slidenum">
              <a:rPr lang="zh-CN" altLang="en-US"/>
              <a:pPr>
                <a:defRPr/>
              </a:pPr>
              <a:t>‹#›</a:t>
            </a:fld>
            <a:endParaRPr lang="en-US" altLang="zh-CN"/>
          </a:p>
        </p:txBody>
      </p:sp>
    </p:spTree>
    <p:extLst>
      <p:ext uri="{BB962C8B-B14F-4D97-AF65-F5344CB8AC3E}">
        <p14:creationId xmlns:p14="http://schemas.microsoft.com/office/powerpoint/2010/main" val="2386037765"/>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53FEE2FD-891E-464D-A528-B579FAB6C0C5}" type="datetime11">
              <a:rPr lang="zh-CN" altLang="en-US"/>
              <a:pPr>
                <a:defRPr/>
              </a:pPr>
              <a:t>07:53:25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0C1B3BE-E77A-4A11-8013-F06CD25C3048}" type="slidenum">
              <a:rPr lang="zh-CN" altLang="en-US"/>
              <a:pPr>
                <a:defRPr/>
              </a:pPr>
              <a:t>‹#›</a:t>
            </a:fld>
            <a:endParaRPr lang="en-US" altLang="zh-CN"/>
          </a:p>
        </p:txBody>
      </p:sp>
    </p:spTree>
    <p:extLst>
      <p:ext uri="{BB962C8B-B14F-4D97-AF65-F5344CB8AC3E}">
        <p14:creationId xmlns:p14="http://schemas.microsoft.com/office/powerpoint/2010/main" val="2306885061"/>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894E662A-CB85-45F0-856E-66150CAE4FCC}" type="datetime11">
              <a:rPr lang="zh-CN" altLang="en-US"/>
              <a:pPr>
                <a:defRPr/>
              </a:pPr>
              <a:t>07:53:25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96C4C12-75C3-401F-A732-1E0155CBE174}" type="slidenum">
              <a:rPr lang="zh-CN" altLang="en-US"/>
              <a:pPr>
                <a:defRPr/>
              </a:pPr>
              <a:t>‹#›</a:t>
            </a:fld>
            <a:endParaRPr lang="en-US" altLang="zh-CN"/>
          </a:p>
        </p:txBody>
      </p:sp>
    </p:spTree>
    <p:extLst>
      <p:ext uri="{BB962C8B-B14F-4D97-AF65-F5344CB8AC3E}">
        <p14:creationId xmlns:p14="http://schemas.microsoft.com/office/powerpoint/2010/main" val="3902131069"/>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5A53533F-B96B-44C2-8DAC-5905A5838820}" type="datetime11">
              <a:rPr lang="zh-CN" altLang="en-US"/>
              <a:pPr>
                <a:defRPr/>
              </a:pPr>
              <a:t>07:53:25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688BE84-8AAD-472D-91F2-7F3C28466893}" type="slidenum">
              <a:rPr lang="zh-CN" altLang="en-US"/>
              <a:pPr>
                <a:defRPr/>
              </a:pPr>
              <a:t>‹#›</a:t>
            </a:fld>
            <a:endParaRPr lang="en-US" altLang="zh-CN"/>
          </a:p>
        </p:txBody>
      </p:sp>
    </p:spTree>
    <p:extLst>
      <p:ext uri="{BB962C8B-B14F-4D97-AF65-F5344CB8AC3E}">
        <p14:creationId xmlns:p14="http://schemas.microsoft.com/office/powerpoint/2010/main" val="1557821289"/>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7B5CD163-706C-4A8C-84C5-1A78CA8EE5C2}" type="datetime11">
              <a:rPr lang="zh-CN" altLang="en-US"/>
              <a:pPr>
                <a:defRPr/>
              </a:pPr>
              <a:t>07:53:25</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8DE07DC2-B1EA-40A9-87B1-31C836AEC74A}" type="slidenum">
              <a:rPr lang="zh-CN" altLang="en-US"/>
              <a:pPr>
                <a:defRPr/>
              </a:pPr>
              <a:t>‹#›</a:t>
            </a:fld>
            <a:endParaRPr lang="en-US" altLang="zh-CN"/>
          </a:p>
        </p:txBody>
      </p:sp>
    </p:spTree>
    <p:extLst>
      <p:ext uri="{BB962C8B-B14F-4D97-AF65-F5344CB8AC3E}">
        <p14:creationId xmlns:p14="http://schemas.microsoft.com/office/powerpoint/2010/main" val="408941429"/>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976EF937-78AD-45EE-93BD-28DCBCA0454B}" type="datetime11">
              <a:rPr lang="zh-CN" altLang="en-US"/>
              <a:pPr>
                <a:defRPr/>
              </a:pPr>
              <a:t>07:53:25</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D70A92EA-9596-41E5-B3AE-2B9E2C3A1DF7}" type="slidenum">
              <a:rPr lang="zh-CN" altLang="en-US"/>
              <a:pPr>
                <a:defRPr/>
              </a:pPr>
              <a:t>‹#›</a:t>
            </a:fld>
            <a:endParaRPr lang="en-US" altLang="zh-CN"/>
          </a:p>
        </p:txBody>
      </p:sp>
    </p:spTree>
    <p:extLst>
      <p:ext uri="{BB962C8B-B14F-4D97-AF65-F5344CB8AC3E}">
        <p14:creationId xmlns:p14="http://schemas.microsoft.com/office/powerpoint/2010/main" val="3938323647"/>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23DDC1AF-295C-4592-8A4F-479D3B2AFD83}" type="datetime11">
              <a:rPr lang="zh-CN" altLang="en-US"/>
              <a:pPr>
                <a:defRPr/>
              </a:pPr>
              <a:t>07:53:25</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E4A2F974-CC55-4132-A758-7061F6E4B4CA}" type="slidenum">
              <a:rPr lang="zh-CN" altLang="en-US"/>
              <a:pPr>
                <a:defRPr/>
              </a:pPr>
              <a:t>‹#›</a:t>
            </a:fld>
            <a:endParaRPr lang="en-US" altLang="zh-CN"/>
          </a:p>
        </p:txBody>
      </p:sp>
    </p:spTree>
    <p:extLst>
      <p:ext uri="{BB962C8B-B14F-4D97-AF65-F5344CB8AC3E}">
        <p14:creationId xmlns:p14="http://schemas.microsoft.com/office/powerpoint/2010/main" val="701507623"/>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C370123F-07D8-4AE9-AB28-86B462752700}" type="datetime11">
              <a:rPr lang="zh-CN" altLang="en-US"/>
              <a:pPr>
                <a:defRPr/>
              </a:pPr>
              <a:t>07:53:25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5C0A176-6C16-4341-8D21-045CCD6CA513}" type="slidenum">
              <a:rPr lang="zh-CN" altLang="en-US"/>
              <a:pPr>
                <a:defRPr/>
              </a:pPr>
              <a:t>‹#›</a:t>
            </a:fld>
            <a:endParaRPr lang="en-US" altLang="zh-CN"/>
          </a:p>
        </p:txBody>
      </p:sp>
    </p:spTree>
    <p:extLst>
      <p:ext uri="{BB962C8B-B14F-4D97-AF65-F5344CB8AC3E}">
        <p14:creationId xmlns:p14="http://schemas.microsoft.com/office/powerpoint/2010/main" val="1436494437"/>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BCCD6CC3-9C43-4294-8863-80DD1910D75C}" type="datetime11">
              <a:rPr lang="zh-CN" altLang="en-US"/>
              <a:pPr>
                <a:defRPr/>
              </a:pPr>
              <a:t>07:53:25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DFE52BD-FFE9-4182-8CC9-AD173D12F118}" type="slidenum">
              <a:rPr lang="zh-CN" altLang="en-US"/>
              <a:pPr>
                <a:defRPr/>
              </a:pPr>
              <a:t>‹#›</a:t>
            </a:fld>
            <a:endParaRPr lang="en-US" altLang="zh-CN"/>
          </a:p>
        </p:txBody>
      </p:sp>
    </p:spTree>
    <p:extLst>
      <p:ext uri="{BB962C8B-B14F-4D97-AF65-F5344CB8AC3E}">
        <p14:creationId xmlns:p14="http://schemas.microsoft.com/office/powerpoint/2010/main" val="2052024971"/>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0EF03F40-1080-41CC-B1D7-9DDC81082F7C}" type="datetime11">
              <a:rPr lang="zh-CN" altLang="en-US"/>
              <a:pPr>
                <a:defRPr/>
              </a:pPr>
              <a:t>07:53:25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754192F-D47E-4E52-AD4E-52A907166BC6}" type="slidenum">
              <a:rPr lang="zh-CN" altLang="en-US"/>
              <a:pPr>
                <a:defRPr/>
              </a:pPr>
              <a:t>‹#›</a:t>
            </a:fld>
            <a:endParaRPr lang="en-US" altLang="zh-CN"/>
          </a:p>
        </p:txBody>
      </p:sp>
    </p:spTree>
    <p:extLst>
      <p:ext uri="{BB962C8B-B14F-4D97-AF65-F5344CB8AC3E}">
        <p14:creationId xmlns:p14="http://schemas.microsoft.com/office/powerpoint/2010/main" val="2918080888"/>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9CCC8691-B8AC-400D-8F06-5EA6A5A3C61A}" type="datetime11">
              <a:rPr lang="zh-CN" altLang="en-US"/>
              <a:pPr>
                <a:defRPr/>
              </a:pPr>
              <a:t>07:53:25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2E26FB0-A607-4F68-86B8-568DA786F412}" type="slidenum">
              <a:rPr lang="zh-CN" altLang="en-US"/>
              <a:pPr>
                <a:defRPr/>
              </a:pPr>
              <a:t>‹#›</a:t>
            </a:fld>
            <a:endParaRPr lang="en-US" altLang="zh-CN"/>
          </a:p>
        </p:txBody>
      </p:sp>
    </p:spTree>
    <p:extLst>
      <p:ext uri="{BB962C8B-B14F-4D97-AF65-F5344CB8AC3E}">
        <p14:creationId xmlns:p14="http://schemas.microsoft.com/office/powerpoint/2010/main" val="2311407073"/>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4"/>
          <p:cNvSpPr>
            <a:spLocks noChangeArrowheads="1"/>
          </p:cNvSpPr>
          <p:nvPr/>
        </p:nvSpPr>
        <p:spPr bwMode="auto">
          <a:xfrm>
            <a:off x="755650" y="1547813"/>
            <a:ext cx="77724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2627313" y="260350"/>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500">
                <a:solidFill>
                  <a:schemeClr val="bg1"/>
                </a:solidFill>
                <a:latin typeface="黑体" pitchFamily="49" charset="-122"/>
                <a:ea typeface="黑体" pitchFamily="49" charset="-122"/>
              </a:defRPr>
            </a:lvl1pPr>
            <a:lvl2pPr marL="742950" indent="-285750" eaLnBrk="0" hangingPunct="0">
              <a:defRPr sz="2500">
                <a:solidFill>
                  <a:schemeClr val="bg1"/>
                </a:solidFill>
                <a:latin typeface="黑体" pitchFamily="49" charset="-122"/>
                <a:ea typeface="黑体" pitchFamily="49" charset="-122"/>
              </a:defRPr>
            </a:lvl2pPr>
            <a:lvl3pPr marL="1143000" indent="-228600" eaLnBrk="0" hangingPunct="0">
              <a:defRPr sz="2500">
                <a:solidFill>
                  <a:schemeClr val="bg1"/>
                </a:solidFill>
                <a:latin typeface="黑体" pitchFamily="49" charset="-122"/>
                <a:ea typeface="黑体" pitchFamily="49" charset="-122"/>
              </a:defRPr>
            </a:lvl3pPr>
            <a:lvl4pPr marL="1600200" indent="-228600" eaLnBrk="0" hangingPunct="0">
              <a:defRPr sz="2500">
                <a:solidFill>
                  <a:schemeClr val="bg1"/>
                </a:solidFill>
                <a:latin typeface="黑体" pitchFamily="49" charset="-122"/>
                <a:ea typeface="黑体" pitchFamily="49" charset="-122"/>
              </a:defRPr>
            </a:lvl4pPr>
            <a:lvl5pPr marL="2057400" indent="-228600" eaLnBrk="0" hangingPunct="0">
              <a:defRPr sz="2500">
                <a:solidFill>
                  <a:schemeClr val="bg1"/>
                </a:solidFill>
                <a:latin typeface="黑体" pitchFamily="49" charset="-122"/>
                <a:ea typeface="黑体" pitchFamily="49" charset="-122"/>
              </a:defRPr>
            </a:lvl5pPr>
            <a:lvl6pPr marL="2514600" indent="-228600" algn="ctr" eaLnBrk="0" fontAlgn="base" hangingPunct="0">
              <a:spcBef>
                <a:spcPct val="0"/>
              </a:spcBef>
              <a:spcAft>
                <a:spcPct val="0"/>
              </a:spcAft>
              <a:defRPr sz="2500">
                <a:solidFill>
                  <a:schemeClr val="bg1"/>
                </a:solidFill>
                <a:latin typeface="黑体" pitchFamily="49" charset="-122"/>
                <a:ea typeface="黑体" pitchFamily="49" charset="-122"/>
              </a:defRPr>
            </a:lvl6pPr>
            <a:lvl7pPr marL="2971800" indent="-228600" algn="ctr" eaLnBrk="0" fontAlgn="base" hangingPunct="0">
              <a:spcBef>
                <a:spcPct val="0"/>
              </a:spcBef>
              <a:spcAft>
                <a:spcPct val="0"/>
              </a:spcAft>
              <a:defRPr sz="2500">
                <a:solidFill>
                  <a:schemeClr val="bg1"/>
                </a:solidFill>
                <a:latin typeface="黑体" pitchFamily="49" charset="-122"/>
                <a:ea typeface="黑体" pitchFamily="49" charset="-122"/>
              </a:defRPr>
            </a:lvl7pPr>
            <a:lvl8pPr marL="3429000" indent="-228600" algn="ctr" eaLnBrk="0" fontAlgn="base" hangingPunct="0">
              <a:spcBef>
                <a:spcPct val="0"/>
              </a:spcBef>
              <a:spcAft>
                <a:spcPct val="0"/>
              </a:spcAft>
              <a:defRPr sz="2500">
                <a:solidFill>
                  <a:schemeClr val="bg1"/>
                </a:solidFill>
                <a:latin typeface="黑体" pitchFamily="49" charset="-122"/>
                <a:ea typeface="黑体" pitchFamily="49" charset="-122"/>
              </a:defRPr>
            </a:lvl8pPr>
            <a:lvl9pPr marL="3886200" indent="-228600" algn="ctr" eaLnBrk="0" fontAlgn="base" hangingPunct="0">
              <a:spcBef>
                <a:spcPct val="0"/>
              </a:spcBef>
              <a:spcAft>
                <a:spcPct val="0"/>
              </a:spcAft>
              <a:defRPr sz="2500">
                <a:solidFill>
                  <a:schemeClr val="bg1"/>
                </a:solidFill>
                <a:latin typeface="黑体" pitchFamily="49" charset="-122"/>
                <a:ea typeface="黑体" pitchFamily="49" charset="-122"/>
              </a:defRPr>
            </a:lvl9pPr>
          </a:lstStyle>
          <a:p>
            <a:pPr eaLnBrk="1" hangingPunct="1">
              <a:spcBef>
                <a:spcPct val="50000"/>
              </a:spcBef>
              <a:defRPr/>
            </a:pPr>
            <a:r>
              <a:rPr lang="zh-CN" altLang="en-US" sz="2400" b="1">
                <a:solidFill>
                  <a:srgbClr val="F7F7F7"/>
                </a:solidFill>
                <a:latin typeface="Verdana" pitchFamily="34" charset="0"/>
                <a:ea typeface="楷体_GB2312" pitchFamily="49" charset="-122"/>
              </a:rPr>
              <a:t>计算机与信息学院</a:t>
            </a:r>
          </a:p>
        </p:txBody>
      </p:sp>
      <p:sp>
        <p:nvSpPr>
          <p:cNvPr id="7" name="Text Box 7"/>
          <p:cNvSpPr txBox="1">
            <a:spLocks noChangeArrowheads="1"/>
          </p:cNvSpPr>
          <p:nvPr/>
        </p:nvSpPr>
        <p:spPr bwMode="auto">
          <a:xfrm>
            <a:off x="0" y="6640513"/>
            <a:ext cx="9144000" cy="2444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500">
                <a:solidFill>
                  <a:schemeClr val="bg1"/>
                </a:solidFill>
                <a:latin typeface="黑体" pitchFamily="49" charset="-122"/>
                <a:ea typeface="黑体" pitchFamily="49" charset="-122"/>
              </a:defRPr>
            </a:lvl1pPr>
            <a:lvl2pPr marL="742950" indent="-285750" eaLnBrk="0" hangingPunct="0">
              <a:defRPr sz="2500">
                <a:solidFill>
                  <a:schemeClr val="bg1"/>
                </a:solidFill>
                <a:latin typeface="黑体" pitchFamily="49" charset="-122"/>
                <a:ea typeface="黑体" pitchFamily="49" charset="-122"/>
              </a:defRPr>
            </a:lvl2pPr>
            <a:lvl3pPr marL="1143000" indent="-228600" eaLnBrk="0" hangingPunct="0">
              <a:defRPr sz="2500">
                <a:solidFill>
                  <a:schemeClr val="bg1"/>
                </a:solidFill>
                <a:latin typeface="黑体" pitchFamily="49" charset="-122"/>
                <a:ea typeface="黑体" pitchFamily="49" charset="-122"/>
              </a:defRPr>
            </a:lvl3pPr>
            <a:lvl4pPr marL="1600200" indent="-228600" eaLnBrk="0" hangingPunct="0">
              <a:defRPr sz="2500">
                <a:solidFill>
                  <a:schemeClr val="bg1"/>
                </a:solidFill>
                <a:latin typeface="黑体" pitchFamily="49" charset="-122"/>
                <a:ea typeface="黑体" pitchFamily="49" charset="-122"/>
              </a:defRPr>
            </a:lvl4pPr>
            <a:lvl5pPr marL="2057400" indent="-228600" eaLnBrk="0" hangingPunct="0">
              <a:defRPr sz="2500">
                <a:solidFill>
                  <a:schemeClr val="bg1"/>
                </a:solidFill>
                <a:latin typeface="黑体" pitchFamily="49" charset="-122"/>
                <a:ea typeface="黑体" pitchFamily="49" charset="-122"/>
              </a:defRPr>
            </a:lvl5pPr>
            <a:lvl6pPr marL="2514600" indent="-228600" algn="ctr" eaLnBrk="0" fontAlgn="base" hangingPunct="0">
              <a:spcBef>
                <a:spcPct val="0"/>
              </a:spcBef>
              <a:spcAft>
                <a:spcPct val="0"/>
              </a:spcAft>
              <a:defRPr sz="2500">
                <a:solidFill>
                  <a:schemeClr val="bg1"/>
                </a:solidFill>
                <a:latin typeface="黑体" pitchFamily="49" charset="-122"/>
                <a:ea typeface="黑体" pitchFamily="49" charset="-122"/>
              </a:defRPr>
            </a:lvl6pPr>
            <a:lvl7pPr marL="2971800" indent="-228600" algn="ctr" eaLnBrk="0" fontAlgn="base" hangingPunct="0">
              <a:spcBef>
                <a:spcPct val="0"/>
              </a:spcBef>
              <a:spcAft>
                <a:spcPct val="0"/>
              </a:spcAft>
              <a:defRPr sz="2500">
                <a:solidFill>
                  <a:schemeClr val="bg1"/>
                </a:solidFill>
                <a:latin typeface="黑体" pitchFamily="49" charset="-122"/>
                <a:ea typeface="黑体" pitchFamily="49" charset="-122"/>
              </a:defRPr>
            </a:lvl7pPr>
            <a:lvl8pPr marL="3429000" indent="-228600" algn="ctr" eaLnBrk="0" fontAlgn="base" hangingPunct="0">
              <a:spcBef>
                <a:spcPct val="0"/>
              </a:spcBef>
              <a:spcAft>
                <a:spcPct val="0"/>
              </a:spcAft>
              <a:defRPr sz="2500">
                <a:solidFill>
                  <a:schemeClr val="bg1"/>
                </a:solidFill>
                <a:latin typeface="黑体" pitchFamily="49" charset="-122"/>
                <a:ea typeface="黑体" pitchFamily="49" charset="-122"/>
              </a:defRPr>
            </a:lvl8pPr>
            <a:lvl9pPr marL="3886200" indent="-228600" algn="ctr" eaLnBrk="0" fontAlgn="base" hangingPunct="0">
              <a:spcBef>
                <a:spcPct val="0"/>
              </a:spcBef>
              <a:spcAft>
                <a:spcPct val="0"/>
              </a:spcAft>
              <a:defRPr sz="2500">
                <a:solidFill>
                  <a:schemeClr val="bg1"/>
                </a:solidFill>
                <a:latin typeface="黑体" pitchFamily="49" charset="-122"/>
                <a:ea typeface="黑体" pitchFamily="49" charset="-122"/>
              </a:defRPr>
            </a:lvl9pPr>
          </a:lstStyle>
          <a:p>
            <a:pPr algn="ctr" eaLnBrk="1" hangingPunct="1">
              <a:defRPr/>
            </a:pPr>
            <a:r>
              <a:rPr kumimoji="1" lang="zh-CN" altLang="en-US" sz="1000">
                <a:latin typeface="Times New Roman" pitchFamily="18" charset="0"/>
                <a:ea typeface="宋体" pitchFamily="2" charset="-122"/>
              </a:rPr>
              <a:t>河海大学计算机与信息学院计算机科学与技术系</a:t>
            </a:r>
            <a:endParaRPr kumimoji="1" lang="en-US" altLang="zh-CN" sz="1000">
              <a:latin typeface="Times New Roman" pitchFamily="18" charset="0"/>
              <a:ea typeface="宋体" pitchFamily="2" charset="-122"/>
            </a:endParaRPr>
          </a:p>
        </p:txBody>
      </p:sp>
      <p:pic>
        <p:nvPicPr>
          <p:cNvPr id="8" name="Picture 8" descr="邓体字徽（白色透明）"/>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388" y="0"/>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0114" name="Rectangle 2"/>
          <p:cNvSpPr>
            <a:spLocks noGrp="1" noChangeArrowheads="1"/>
          </p:cNvSpPr>
          <p:nvPr>
            <p:ph type="ctrTitle"/>
          </p:nvPr>
        </p:nvSpPr>
        <p:spPr>
          <a:xfrm>
            <a:off x="685800" y="990600"/>
            <a:ext cx="7772400" cy="1371600"/>
          </a:xfrm>
        </p:spPr>
        <p:txBody>
          <a:bodyPr/>
          <a:lstStyle>
            <a:lvl1pPr>
              <a:defRPr/>
            </a:lvl1pPr>
          </a:lstStyle>
          <a:p>
            <a:pPr lvl="0"/>
            <a:r>
              <a:rPr lang="zh-CN" altLang="en-US" noProof="0"/>
              <a:t>单击此处编辑母版标题样式</a:t>
            </a:r>
          </a:p>
        </p:txBody>
      </p:sp>
      <p:sp>
        <p:nvSpPr>
          <p:cNvPr id="730115" name="Rectangle 3"/>
          <p:cNvSpPr>
            <a:spLocks noGrp="1" noChangeArrowheads="1"/>
          </p:cNvSpPr>
          <p:nvPr>
            <p:ph type="subTitle" idx="1"/>
          </p:nvPr>
        </p:nvSpPr>
        <p:spPr>
          <a:xfrm>
            <a:off x="1447800" y="3429000"/>
            <a:ext cx="7010400" cy="1600200"/>
          </a:xfrm>
        </p:spPr>
        <p:txBody>
          <a:bodyPr/>
          <a:lstStyle>
            <a:lvl1pPr marL="0" indent="0" algn="ctr">
              <a:buFont typeface="Wingdings" pitchFamily="2" charset="2"/>
              <a:buNone/>
              <a:defRPr/>
            </a:lvl1pPr>
          </a:lstStyle>
          <a:p>
            <a:pPr lvl="0"/>
            <a:r>
              <a:rPr lang="zh-CN" altLang="en-US" noProof="0"/>
              <a:t>单击此处编辑母版副标题样式</a:t>
            </a:r>
          </a:p>
        </p:txBody>
      </p:sp>
    </p:spTree>
    <p:extLst>
      <p:ext uri="{BB962C8B-B14F-4D97-AF65-F5344CB8AC3E}">
        <p14:creationId xmlns:p14="http://schemas.microsoft.com/office/powerpoint/2010/main" val="3919345481"/>
      </p:ext>
    </p:extLst>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99811816"/>
      </p:ext>
    </p:extLst>
  </p:cSld>
  <p:clrMapOvr>
    <a:masterClrMapping/>
  </p:clrMapOvr>
  <p:transition spd="slow"/>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517773539"/>
      </p:ext>
    </p:extLst>
  </p:cSld>
  <p:clrMapOvr>
    <a:masterClrMapping/>
  </p:clrMapOvr>
  <p:transition spd="slow"/>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15485000"/>
      </p:ext>
    </p:extLst>
  </p:cSld>
  <p:clrMapOvr>
    <a:masterClrMapping/>
  </p:clrMapOvr>
  <p:transition spd="slow"/>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15423549"/>
      </p:ext>
    </p:extLst>
  </p:cSld>
  <p:clrMapOvr>
    <a:masterClrMapping/>
  </p:clrMapOvr>
  <p:transition spd="slow"/>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432779466"/>
      </p:ext>
    </p:extLst>
  </p:cSld>
  <p:clrMapOvr>
    <a:masterClrMapping/>
  </p:clrMapOvr>
  <p:transition spd="slow"/>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1353248"/>
      </p:ext>
    </p:extLst>
  </p:cSld>
  <p:clrMapOvr>
    <a:masterClrMapping/>
  </p:clrMapOvr>
  <p:transition spd="slow"/>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937237256"/>
      </p:ext>
    </p:extLst>
  </p:cSld>
  <p:clrMapOvr>
    <a:masterClrMapping/>
  </p:clrMapOvr>
  <p:transition spd="slow"/>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44956734"/>
      </p:ext>
    </p:extLst>
  </p:cSld>
  <p:clrMapOvr>
    <a:masterClrMapping/>
  </p:clrMapOvr>
  <p:transition spd="slow"/>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11910931"/>
      </p:ext>
    </p:extLst>
  </p:cSld>
  <p:clrMapOvr>
    <a:masterClrMapping/>
  </p:clrMapOvr>
  <p:transition spd="slow"/>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8903937"/>
      </p:ext>
    </p:extLst>
  </p:cSld>
  <p:clrMapOvr>
    <a:masterClrMapping/>
  </p:clrMapOvr>
  <p:transition spd="slow"/>
</p:sldLayout>
</file>

<file path=ppt/slideLayouts/slideLayout3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3438" y="17526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3438" y="39624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96859323"/>
      </p:ext>
    </p:extLst>
  </p:cSld>
  <p:clrMapOvr>
    <a:masterClrMapping/>
  </p:clrMapOvr>
  <p:transition spd="slow"/>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66738" y="304800"/>
            <a:ext cx="8008937" cy="5715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30186899"/>
      </p:ext>
    </p:extLst>
  </p:cSld>
  <p:clrMapOvr>
    <a:masterClrMapping/>
  </p:clrMapOvr>
  <p:transition spd="slow"/>
</p:sldLayout>
</file>

<file path=ppt/slideLayouts/slideLayout36.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内容占位符 2"/>
          <p:cNvSpPr>
            <a:spLocks noGrp="1"/>
          </p:cNvSpPr>
          <p:nvPr>
            <p:ph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6434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94412305"/>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image" Target="../media/image2.png"/><Relationship Id="rId2" Type="http://schemas.openxmlformats.org/officeDocument/2006/relationships/slideLayout" Target="../slideLayouts/slideLayout24.xml"/><Relationship Id="rId16" Type="http://schemas.openxmlformats.org/officeDocument/2006/relationships/image" Target="../media/image1.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theme" Target="../theme/theme3.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118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400">
                <a:solidFill>
                  <a:schemeClr val="tx1"/>
                </a:solidFill>
                <a:latin typeface="Times New Roman" pitchFamily="18" charset="0"/>
                <a:ea typeface="+mn-ea"/>
              </a:defRPr>
            </a:lvl1pPr>
          </a:lstStyle>
          <a:p>
            <a:pPr>
              <a:defRPr/>
            </a:pPr>
            <a:fld id="{7FCAC7AE-FB83-46E8-A6AC-B80DC0895B65}" type="datetime11">
              <a:rPr lang="zh-CN" altLang="en-US"/>
              <a:pPr>
                <a:defRPr/>
              </a:pPr>
              <a:t>07:53:24</a:t>
            </a:fld>
            <a:endParaRPr lang="en-US" altLang="zh-CN"/>
          </a:p>
        </p:txBody>
      </p:sp>
      <p:sp>
        <p:nvSpPr>
          <p:cNvPr id="22118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solidFill>
                  <a:schemeClr val="tx1"/>
                </a:solidFill>
                <a:latin typeface="Times New Roman" pitchFamily="18" charset="0"/>
                <a:ea typeface="+mn-ea"/>
              </a:defRPr>
            </a:lvl1pPr>
          </a:lstStyle>
          <a:p>
            <a:pPr>
              <a:defRPr/>
            </a:pPr>
            <a:endParaRPr lang="en-US" altLang="zh-CN"/>
          </a:p>
        </p:txBody>
      </p:sp>
      <p:sp>
        <p:nvSpPr>
          <p:cNvPr id="22119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solidFill>
                  <a:schemeClr val="tx1"/>
                </a:solidFill>
                <a:latin typeface="Times New Roman" panose="02020603050405020304" pitchFamily="18" charset="0"/>
                <a:ea typeface="宋体" panose="02010600030101010101" pitchFamily="2" charset="-122"/>
              </a:defRPr>
            </a:lvl1pPr>
          </a:lstStyle>
          <a:p>
            <a:pPr>
              <a:defRPr/>
            </a:pPr>
            <a:fld id="{DCA2F463-0FF1-47BD-8CE4-4BC073D23437}"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328" r:id="rId1"/>
    <p:sldLayoutId id="2147484329" r:id="rId2"/>
    <p:sldLayoutId id="2147484330" r:id="rId3"/>
    <p:sldLayoutId id="2147484331" r:id="rId4"/>
    <p:sldLayoutId id="2147484332" r:id="rId5"/>
    <p:sldLayoutId id="2147484333" r:id="rId6"/>
    <p:sldLayoutId id="2147484334" r:id="rId7"/>
    <p:sldLayoutId id="2147484335" r:id="rId8"/>
    <p:sldLayoutId id="2147484336" r:id="rId9"/>
    <p:sldLayoutId id="2147484337" r:id="rId10"/>
    <p:sldLayoutId id="2147484338"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400">
                <a:solidFill>
                  <a:schemeClr val="tx1"/>
                </a:solidFill>
                <a:latin typeface="Times New Roman" pitchFamily="18" charset="0"/>
                <a:ea typeface="+mn-ea"/>
              </a:defRPr>
            </a:lvl1pPr>
          </a:lstStyle>
          <a:p>
            <a:pPr>
              <a:defRPr/>
            </a:pPr>
            <a:fld id="{F4DEE96B-A8CC-4365-A846-C65D701C0468}" type="datetime11">
              <a:rPr lang="zh-CN" altLang="en-US"/>
              <a:pPr>
                <a:defRPr/>
              </a:pPr>
              <a:t>07:53:24</a:t>
            </a:fld>
            <a:endParaRPr lang="en-US" altLang="zh-CN"/>
          </a:p>
        </p:txBody>
      </p:sp>
      <p:sp>
        <p:nvSpPr>
          <p:cNvPr id="71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solidFill>
                  <a:schemeClr val="tx1"/>
                </a:solidFill>
                <a:latin typeface="Times New Roman" pitchFamily="18" charset="0"/>
                <a:ea typeface="+mn-ea"/>
              </a:defRPr>
            </a:lvl1pPr>
          </a:lstStyle>
          <a:p>
            <a:pPr>
              <a:defRPr/>
            </a:pPr>
            <a:endParaRPr lang="en-US" altLang="zh-CN"/>
          </a:p>
        </p:txBody>
      </p:sp>
      <p:sp>
        <p:nvSpPr>
          <p:cNvPr id="71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solidFill>
                  <a:schemeClr val="tx1"/>
                </a:solidFill>
                <a:latin typeface="Times New Roman" panose="02020603050405020304" pitchFamily="18" charset="0"/>
                <a:ea typeface="宋体" panose="02010600030101010101" pitchFamily="2" charset="-122"/>
              </a:defRPr>
            </a:lvl1pPr>
          </a:lstStyle>
          <a:p>
            <a:pPr>
              <a:defRPr/>
            </a:pPr>
            <a:fld id="{9344D734-3E5F-4ECA-A0A5-E97F571F290F}"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339"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574675" y="304800"/>
            <a:ext cx="8001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3075" name="Rectangle 3"/>
          <p:cNvSpPr>
            <a:spLocks noGrp="1" noChangeArrowheads="1"/>
          </p:cNvSpPr>
          <p:nvPr>
            <p:ph type="body" idx="1"/>
          </p:nvPr>
        </p:nvSpPr>
        <p:spPr bwMode="auto">
          <a:xfrm>
            <a:off x="566738" y="1752600"/>
            <a:ext cx="8001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AutoShape 4"/>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077" name="Text Box 5"/>
          <p:cNvSpPr txBox="1">
            <a:spLocks noChangeArrowheads="1"/>
          </p:cNvSpPr>
          <p:nvPr/>
        </p:nvSpPr>
        <p:spPr bwMode="auto">
          <a:xfrm>
            <a:off x="0" y="6613525"/>
            <a:ext cx="9144000" cy="2444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500">
                <a:solidFill>
                  <a:schemeClr val="bg1"/>
                </a:solidFill>
                <a:latin typeface="黑体" pitchFamily="49" charset="-122"/>
                <a:ea typeface="黑体" pitchFamily="49" charset="-122"/>
              </a:defRPr>
            </a:lvl1pPr>
            <a:lvl2pPr marL="742950" indent="-285750" eaLnBrk="0" hangingPunct="0">
              <a:defRPr sz="2500">
                <a:solidFill>
                  <a:schemeClr val="bg1"/>
                </a:solidFill>
                <a:latin typeface="黑体" pitchFamily="49" charset="-122"/>
                <a:ea typeface="黑体" pitchFamily="49" charset="-122"/>
              </a:defRPr>
            </a:lvl2pPr>
            <a:lvl3pPr marL="1143000" indent="-228600" eaLnBrk="0" hangingPunct="0">
              <a:defRPr sz="2500">
                <a:solidFill>
                  <a:schemeClr val="bg1"/>
                </a:solidFill>
                <a:latin typeface="黑体" pitchFamily="49" charset="-122"/>
                <a:ea typeface="黑体" pitchFamily="49" charset="-122"/>
              </a:defRPr>
            </a:lvl3pPr>
            <a:lvl4pPr marL="1600200" indent="-228600" eaLnBrk="0" hangingPunct="0">
              <a:defRPr sz="2500">
                <a:solidFill>
                  <a:schemeClr val="bg1"/>
                </a:solidFill>
                <a:latin typeface="黑体" pitchFamily="49" charset="-122"/>
                <a:ea typeface="黑体" pitchFamily="49" charset="-122"/>
              </a:defRPr>
            </a:lvl4pPr>
            <a:lvl5pPr marL="2057400" indent="-228600" eaLnBrk="0" hangingPunct="0">
              <a:defRPr sz="2500">
                <a:solidFill>
                  <a:schemeClr val="bg1"/>
                </a:solidFill>
                <a:latin typeface="黑体" pitchFamily="49" charset="-122"/>
                <a:ea typeface="黑体" pitchFamily="49" charset="-122"/>
              </a:defRPr>
            </a:lvl5pPr>
            <a:lvl6pPr marL="2514600" indent="-228600" algn="ctr" eaLnBrk="0" fontAlgn="base" hangingPunct="0">
              <a:spcBef>
                <a:spcPct val="0"/>
              </a:spcBef>
              <a:spcAft>
                <a:spcPct val="0"/>
              </a:spcAft>
              <a:defRPr sz="2500">
                <a:solidFill>
                  <a:schemeClr val="bg1"/>
                </a:solidFill>
                <a:latin typeface="黑体" pitchFamily="49" charset="-122"/>
                <a:ea typeface="黑体" pitchFamily="49" charset="-122"/>
              </a:defRPr>
            </a:lvl6pPr>
            <a:lvl7pPr marL="2971800" indent="-228600" algn="ctr" eaLnBrk="0" fontAlgn="base" hangingPunct="0">
              <a:spcBef>
                <a:spcPct val="0"/>
              </a:spcBef>
              <a:spcAft>
                <a:spcPct val="0"/>
              </a:spcAft>
              <a:defRPr sz="2500">
                <a:solidFill>
                  <a:schemeClr val="bg1"/>
                </a:solidFill>
                <a:latin typeface="黑体" pitchFamily="49" charset="-122"/>
                <a:ea typeface="黑体" pitchFamily="49" charset="-122"/>
              </a:defRPr>
            </a:lvl7pPr>
            <a:lvl8pPr marL="3429000" indent="-228600" algn="ctr" eaLnBrk="0" fontAlgn="base" hangingPunct="0">
              <a:spcBef>
                <a:spcPct val="0"/>
              </a:spcBef>
              <a:spcAft>
                <a:spcPct val="0"/>
              </a:spcAft>
              <a:defRPr sz="2500">
                <a:solidFill>
                  <a:schemeClr val="bg1"/>
                </a:solidFill>
                <a:latin typeface="黑体" pitchFamily="49" charset="-122"/>
                <a:ea typeface="黑体" pitchFamily="49" charset="-122"/>
              </a:defRPr>
            </a:lvl8pPr>
            <a:lvl9pPr marL="3886200" indent="-228600" algn="ctr" eaLnBrk="0" fontAlgn="base" hangingPunct="0">
              <a:spcBef>
                <a:spcPct val="0"/>
              </a:spcBef>
              <a:spcAft>
                <a:spcPct val="0"/>
              </a:spcAft>
              <a:defRPr sz="2500">
                <a:solidFill>
                  <a:schemeClr val="bg1"/>
                </a:solidFill>
                <a:latin typeface="黑体" pitchFamily="49" charset="-122"/>
                <a:ea typeface="黑体" pitchFamily="49" charset="-122"/>
              </a:defRPr>
            </a:lvl9pPr>
          </a:lstStyle>
          <a:p>
            <a:pPr algn="ctr" eaLnBrk="1" hangingPunct="1">
              <a:defRPr/>
            </a:pPr>
            <a:r>
              <a:rPr kumimoji="1" lang="zh-CN" altLang="en-US" sz="1000">
                <a:latin typeface="Times New Roman" pitchFamily="18" charset="0"/>
                <a:ea typeface="宋体" pitchFamily="2" charset="-122"/>
              </a:rPr>
              <a:t>河海大学计算机与信息学院计算机科学与技术系 </a:t>
            </a:r>
            <a:endParaRPr kumimoji="1" lang="en-US" altLang="zh-CN" sz="1000">
              <a:latin typeface="Times New Roman" pitchFamily="18" charset="0"/>
              <a:ea typeface="宋体" pitchFamily="2" charset="-122"/>
            </a:endParaRPr>
          </a:p>
        </p:txBody>
      </p:sp>
      <p:pic>
        <p:nvPicPr>
          <p:cNvPr id="3078" name="Picture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Text Box 7"/>
          <p:cNvSpPr txBox="1">
            <a:spLocks noChangeArrowheads="1"/>
          </p:cNvSpPr>
          <p:nvPr/>
        </p:nvSpPr>
        <p:spPr bwMode="auto">
          <a:xfrm>
            <a:off x="2484438" y="260350"/>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500">
                <a:solidFill>
                  <a:schemeClr val="bg1"/>
                </a:solidFill>
                <a:latin typeface="黑体" pitchFamily="49" charset="-122"/>
                <a:ea typeface="黑体" pitchFamily="49" charset="-122"/>
              </a:defRPr>
            </a:lvl1pPr>
            <a:lvl2pPr marL="742950" indent="-285750" eaLnBrk="0" hangingPunct="0">
              <a:defRPr sz="2500">
                <a:solidFill>
                  <a:schemeClr val="bg1"/>
                </a:solidFill>
                <a:latin typeface="黑体" pitchFamily="49" charset="-122"/>
                <a:ea typeface="黑体" pitchFamily="49" charset="-122"/>
              </a:defRPr>
            </a:lvl2pPr>
            <a:lvl3pPr marL="1143000" indent="-228600" eaLnBrk="0" hangingPunct="0">
              <a:defRPr sz="2500">
                <a:solidFill>
                  <a:schemeClr val="bg1"/>
                </a:solidFill>
                <a:latin typeface="黑体" pitchFamily="49" charset="-122"/>
                <a:ea typeface="黑体" pitchFamily="49" charset="-122"/>
              </a:defRPr>
            </a:lvl3pPr>
            <a:lvl4pPr marL="1600200" indent="-228600" eaLnBrk="0" hangingPunct="0">
              <a:defRPr sz="2500">
                <a:solidFill>
                  <a:schemeClr val="bg1"/>
                </a:solidFill>
                <a:latin typeface="黑体" pitchFamily="49" charset="-122"/>
                <a:ea typeface="黑体" pitchFamily="49" charset="-122"/>
              </a:defRPr>
            </a:lvl4pPr>
            <a:lvl5pPr marL="2057400" indent="-228600" eaLnBrk="0" hangingPunct="0">
              <a:defRPr sz="2500">
                <a:solidFill>
                  <a:schemeClr val="bg1"/>
                </a:solidFill>
                <a:latin typeface="黑体" pitchFamily="49" charset="-122"/>
                <a:ea typeface="黑体" pitchFamily="49" charset="-122"/>
              </a:defRPr>
            </a:lvl5pPr>
            <a:lvl6pPr marL="2514600" indent="-228600" algn="ctr" eaLnBrk="0" fontAlgn="base" hangingPunct="0">
              <a:spcBef>
                <a:spcPct val="0"/>
              </a:spcBef>
              <a:spcAft>
                <a:spcPct val="0"/>
              </a:spcAft>
              <a:defRPr sz="2500">
                <a:solidFill>
                  <a:schemeClr val="bg1"/>
                </a:solidFill>
                <a:latin typeface="黑体" pitchFamily="49" charset="-122"/>
                <a:ea typeface="黑体" pitchFamily="49" charset="-122"/>
              </a:defRPr>
            </a:lvl6pPr>
            <a:lvl7pPr marL="2971800" indent="-228600" algn="ctr" eaLnBrk="0" fontAlgn="base" hangingPunct="0">
              <a:spcBef>
                <a:spcPct val="0"/>
              </a:spcBef>
              <a:spcAft>
                <a:spcPct val="0"/>
              </a:spcAft>
              <a:defRPr sz="2500">
                <a:solidFill>
                  <a:schemeClr val="bg1"/>
                </a:solidFill>
                <a:latin typeface="黑体" pitchFamily="49" charset="-122"/>
                <a:ea typeface="黑体" pitchFamily="49" charset="-122"/>
              </a:defRPr>
            </a:lvl7pPr>
            <a:lvl8pPr marL="3429000" indent="-228600" algn="ctr" eaLnBrk="0" fontAlgn="base" hangingPunct="0">
              <a:spcBef>
                <a:spcPct val="0"/>
              </a:spcBef>
              <a:spcAft>
                <a:spcPct val="0"/>
              </a:spcAft>
              <a:defRPr sz="2500">
                <a:solidFill>
                  <a:schemeClr val="bg1"/>
                </a:solidFill>
                <a:latin typeface="黑体" pitchFamily="49" charset="-122"/>
                <a:ea typeface="黑体" pitchFamily="49" charset="-122"/>
              </a:defRPr>
            </a:lvl8pPr>
            <a:lvl9pPr marL="3886200" indent="-228600" algn="ctr" eaLnBrk="0" fontAlgn="base" hangingPunct="0">
              <a:spcBef>
                <a:spcPct val="0"/>
              </a:spcBef>
              <a:spcAft>
                <a:spcPct val="0"/>
              </a:spcAft>
              <a:defRPr sz="2500">
                <a:solidFill>
                  <a:schemeClr val="bg1"/>
                </a:solidFill>
                <a:latin typeface="黑体" pitchFamily="49" charset="-122"/>
                <a:ea typeface="黑体" pitchFamily="49" charset="-122"/>
              </a:defRPr>
            </a:lvl9pPr>
          </a:lstStyle>
          <a:p>
            <a:pPr eaLnBrk="1" hangingPunct="1">
              <a:spcBef>
                <a:spcPct val="50000"/>
              </a:spcBef>
              <a:defRPr/>
            </a:pPr>
            <a:r>
              <a:rPr lang="zh-CN" altLang="en-US" sz="2400" b="1">
                <a:solidFill>
                  <a:srgbClr val="F7F7F7"/>
                </a:solidFill>
                <a:latin typeface="Verdana" pitchFamily="34" charset="0"/>
                <a:ea typeface="楷体_GB2312" pitchFamily="49" charset="-122"/>
              </a:rPr>
              <a:t>计算机与信息学院</a:t>
            </a:r>
          </a:p>
        </p:txBody>
      </p:sp>
      <p:pic>
        <p:nvPicPr>
          <p:cNvPr id="3080" name="Picture 8" descr="邓体字徽（白色透明）"/>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79388" y="0"/>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63" r:id="rId1"/>
    <p:sldLayoutId id="2147484350" r:id="rId2"/>
    <p:sldLayoutId id="2147484351" r:id="rId3"/>
    <p:sldLayoutId id="2147484352" r:id="rId4"/>
    <p:sldLayoutId id="2147484353" r:id="rId5"/>
    <p:sldLayoutId id="2147484354" r:id="rId6"/>
    <p:sldLayoutId id="2147484355" r:id="rId7"/>
    <p:sldLayoutId id="2147484356" r:id="rId8"/>
    <p:sldLayoutId id="2147484357" r:id="rId9"/>
    <p:sldLayoutId id="2147484358" r:id="rId10"/>
    <p:sldLayoutId id="2147484359" r:id="rId11"/>
    <p:sldLayoutId id="2147484360" r:id="rId12"/>
    <p:sldLayoutId id="2147484361" r:id="rId13"/>
    <p:sldLayoutId id="2147484362" r:id="rId14"/>
  </p:sldLayoutIdLst>
  <p:transition spd="slow"/>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3.wmf"/><Relationship Id="rId2" Type="http://schemas.openxmlformats.org/officeDocument/2006/relationships/slideLayout" Target="../slideLayouts/slideLayout24.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5.wmf"/><Relationship Id="rId4" Type="http://schemas.openxmlformats.org/officeDocument/2006/relationships/image" Target="../media/image4.w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4.wmf"/><Relationship Id="rId2" Type="http://schemas.openxmlformats.org/officeDocument/2006/relationships/slideLayout" Target="../slideLayouts/slideLayout24.xml"/><Relationship Id="rId1" Type="http://schemas.openxmlformats.org/officeDocument/2006/relationships/vmlDrawing" Target="../drawings/vmlDrawing2.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7.xml"/><Relationship Id="rId1" Type="http://schemas.openxmlformats.org/officeDocument/2006/relationships/slideLayout" Target="../slideLayouts/slideLayout28.xml"/><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3.xml"/><Relationship Id="rId1" Type="http://schemas.openxmlformats.org/officeDocument/2006/relationships/slideLayout" Target="../slideLayouts/slideLayout28.xml"/><Relationship Id="rId4" Type="http://schemas.openxmlformats.org/officeDocument/2006/relationships/image" Target="../media/image5.wmf"/></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8.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ext Box 10"/>
          <p:cNvSpPr txBox="1">
            <a:spLocks noChangeArrowheads="1"/>
          </p:cNvSpPr>
          <p:nvPr/>
        </p:nvSpPr>
        <p:spPr bwMode="auto">
          <a:xfrm>
            <a:off x="-612576" y="2780928"/>
            <a:ext cx="1051316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800" b="1" dirty="0">
                <a:latin typeface="微软雅黑" panose="020B0503020204020204" pitchFamily="34" charset="-122"/>
                <a:ea typeface="微软雅黑" panose="020B0503020204020204" pitchFamily="34" charset="-122"/>
              </a:rPr>
              <a:t>多播</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组播</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和</a:t>
            </a:r>
            <a:endParaRPr lang="en-US" altLang="zh-CN" sz="2800" b="1" dirty="0">
              <a:latin typeface="微软雅黑" panose="020B0503020204020204" pitchFamily="34" charset="-122"/>
              <a:ea typeface="微软雅黑" panose="020B0503020204020204" pitchFamily="34" charset="-122"/>
            </a:endParaRPr>
          </a:p>
          <a:p>
            <a:pPr algn="ctr" eaLnBrk="1" hangingPunct="1">
              <a:spcBef>
                <a:spcPct val="0"/>
              </a:spcBef>
              <a:buClrTx/>
              <a:buFontTx/>
              <a:buNone/>
            </a:pPr>
            <a:r>
              <a:rPr lang="en-US" altLang="zh-CN" sz="2800" b="1" dirty="0">
                <a:latin typeface="微软雅黑" panose="020B0503020204020204" pitchFamily="34" charset="-122"/>
                <a:ea typeface="微软雅黑" panose="020B0503020204020204" pitchFamily="34" charset="-122"/>
              </a:rPr>
              <a:t>IGMP(Internet Group Management Protocol)</a:t>
            </a:r>
            <a:r>
              <a:rPr lang="zh-CN" altLang="en-US" sz="2800" b="1" dirty="0">
                <a:latin typeface="微软雅黑" panose="020B0503020204020204" pitchFamily="34" charset="-122"/>
                <a:ea typeface="微软雅黑" panose="020B0503020204020204" pitchFamily="34" charset="-122"/>
              </a:rPr>
              <a:t>协议</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Line 77"/>
          <p:cNvSpPr>
            <a:spLocks noChangeShapeType="1"/>
          </p:cNvSpPr>
          <p:nvPr/>
        </p:nvSpPr>
        <p:spPr bwMode="auto">
          <a:xfrm>
            <a:off x="2824163" y="5356225"/>
            <a:ext cx="0" cy="36195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1267" name="Picture 8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82850" y="5580063"/>
            <a:ext cx="6000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Line 52"/>
          <p:cNvSpPr>
            <a:spLocks noChangeShapeType="1"/>
          </p:cNvSpPr>
          <p:nvPr/>
        </p:nvSpPr>
        <p:spPr bwMode="auto">
          <a:xfrm flipV="1">
            <a:off x="2565400" y="3633788"/>
            <a:ext cx="1293813" cy="906462"/>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9" name="Line 53"/>
          <p:cNvSpPr>
            <a:spLocks noChangeShapeType="1"/>
          </p:cNvSpPr>
          <p:nvPr/>
        </p:nvSpPr>
        <p:spPr bwMode="auto">
          <a:xfrm flipV="1">
            <a:off x="3946525" y="2454275"/>
            <a:ext cx="0" cy="99695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0" name="Line 54"/>
          <p:cNvSpPr>
            <a:spLocks noChangeShapeType="1"/>
          </p:cNvSpPr>
          <p:nvPr/>
        </p:nvSpPr>
        <p:spPr bwMode="auto">
          <a:xfrm flipH="1" flipV="1">
            <a:off x="3946525" y="3633788"/>
            <a:ext cx="0" cy="906462"/>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1" name="Line 55"/>
          <p:cNvSpPr>
            <a:spLocks noChangeShapeType="1"/>
          </p:cNvSpPr>
          <p:nvPr/>
        </p:nvSpPr>
        <p:spPr bwMode="auto">
          <a:xfrm>
            <a:off x="5588000" y="4540250"/>
            <a:ext cx="0" cy="815975"/>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2" name="Line 56"/>
          <p:cNvSpPr>
            <a:spLocks noChangeShapeType="1"/>
          </p:cNvSpPr>
          <p:nvPr/>
        </p:nvSpPr>
        <p:spPr bwMode="auto">
          <a:xfrm flipV="1">
            <a:off x="3946525" y="4540250"/>
            <a:ext cx="0" cy="815975"/>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3" name="Line 57"/>
          <p:cNvSpPr>
            <a:spLocks noChangeShapeType="1"/>
          </p:cNvSpPr>
          <p:nvPr/>
        </p:nvSpPr>
        <p:spPr bwMode="auto">
          <a:xfrm>
            <a:off x="2479675" y="4540250"/>
            <a:ext cx="0" cy="815975"/>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4" name="Line 58"/>
          <p:cNvSpPr>
            <a:spLocks noChangeShapeType="1"/>
          </p:cNvSpPr>
          <p:nvPr/>
        </p:nvSpPr>
        <p:spPr bwMode="auto">
          <a:xfrm>
            <a:off x="4121150" y="3633788"/>
            <a:ext cx="1466850" cy="906462"/>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5" name="Text Box 59"/>
          <p:cNvSpPr txBox="1">
            <a:spLocks noChangeArrowheads="1"/>
          </p:cNvSpPr>
          <p:nvPr/>
        </p:nvSpPr>
        <p:spPr bwMode="auto">
          <a:xfrm>
            <a:off x="2295525" y="6149975"/>
            <a:ext cx="4044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zh-CN" altLang="en-US" sz="2400">
                <a:solidFill>
                  <a:schemeClr val="folHlink"/>
                </a:solidFill>
                <a:latin typeface="Arial" panose="020B0604020202020204" pitchFamily="34" charset="0"/>
              </a:rPr>
              <a:t>共有 </a:t>
            </a:r>
            <a:r>
              <a:rPr kumimoji="1" lang="en-US" altLang="zh-CN" sz="2400">
                <a:solidFill>
                  <a:schemeClr val="folHlink"/>
                </a:solidFill>
                <a:latin typeface="Arial" panose="020B0604020202020204" pitchFamily="34" charset="0"/>
              </a:rPr>
              <a:t>90 </a:t>
            </a:r>
            <a:r>
              <a:rPr kumimoji="1" lang="zh-CN" altLang="en-US" sz="2400">
                <a:solidFill>
                  <a:schemeClr val="folHlink"/>
                </a:solidFill>
                <a:latin typeface="Arial" panose="020B0604020202020204" pitchFamily="34" charset="0"/>
              </a:rPr>
              <a:t>个主机接收视频节目</a:t>
            </a:r>
          </a:p>
        </p:txBody>
      </p:sp>
      <p:sp>
        <p:nvSpPr>
          <p:cNvPr id="11276" name="AutoShape 60"/>
          <p:cNvSpPr>
            <a:spLocks noChangeArrowheads="1"/>
          </p:cNvSpPr>
          <p:nvPr/>
        </p:nvSpPr>
        <p:spPr bwMode="auto">
          <a:xfrm rot="5400000">
            <a:off x="3833019" y="3020219"/>
            <a:ext cx="504825" cy="195263"/>
          </a:xfrm>
          <a:prstGeom prst="rightArrow">
            <a:avLst>
              <a:gd name="adj1" fmla="val 37500"/>
              <a:gd name="adj2" fmla="val 103881"/>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277" name="AutoShape 61"/>
          <p:cNvSpPr>
            <a:spLocks noChangeArrowheads="1"/>
          </p:cNvSpPr>
          <p:nvPr/>
        </p:nvSpPr>
        <p:spPr bwMode="auto">
          <a:xfrm rot="8740270">
            <a:off x="2908300" y="3863975"/>
            <a:ext cx="481013" cy="204788"/>
          </a:xfrm>
          <a:prstGeom prst="rightArrow">
            <a:avLst>
              <a:gd name="adj1" fmla="val 37500"/>
              <a:gd name="adj2" fmla="val 94377"/>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pic>
        <p:nvPicPr>
          <p:cNvPr id="11278" name="Picture 6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14750" y="3435350"/>
            <a:ext cx="4921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1279" name="Text Box 63"/>
          <p:cNvSpPr txBox="1">
            <a:spLocks noChangeArrowheads="1"/>
          </p:cNvSpPr>
          <p:nvPr/>
        </p:nvSpPr>
        <p:spPr bwMode="auto">
          <a:xfrm>
            <a:off x="3341688" y="2995613"/>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R</a:t>
            </a:r>
            <a:r>
              <a:rPr kumimoji="1" lang="en-US" altLang="zh-CN" sz="2400" baseline="-25000">
                <a:solidFill>
                  <a:schemeClr val="folHlink"/>
                </a:solidFill>
                <a:latin typeface="Arial" panose="020B0604020202020204" pitchFamily="34" charset="0"/>
              </a:rPr>
              <a:t>1</a:t>
            </a:r>
            <a:endParaRPr kumimoji="1" lang="en-US" altLang="zh-CN" sz="2400">
              <a:solidFill>
                <a:schemeClr val="folHlink"/>
              </a:solidFill>
              <a:latin typeface="Arial" panose="020B0604020202020204" pitchFamily="34" charset="0"/>
            </a:endParaRPr>
          </a:p>
        </p:txBody>
      </p:sp>
      <p:sp>
        <p:nvSpPr>
          <p:cNvPr id="11280" name="Text Box 64"/>
          <p:cNvSpPr txBox="1">
            <a:spLocks noChangeArrowheads="1"/>
          </p:cNvSpPr>
          <p:nvPr/>
        </p:nvSpPr>
        <p:spPr bwMode="auto">
          <a:xfrm>
            <a:off x="3292475" y="4144963"/>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R</a:t>
            </a:r>
            <a:r>
              <a:rPr kumimoji="1" lang="en-US" altLang="zh-CN" sz="2400" baseline="-25000">
                <a:solidFill>
                  <a:schemeClr val="folHlink"/>
                </a:solidFill>
                <a:latin typeface="Arial" panose="020B0604020202020204" pitchFamily="34" charset="0"/>
              </a:rPr>
              <a:t>3</a:t>
            </a:r>
            <a:endParaRPr kumimoji="1" lang="en-US" altLang="zh-CN" sz="2400">
              <a:solidFill>
                <a:schemeClr val="folHlink"/>
              </a:solidFill>
              <a:latin typeface="Arial" panose="020B0604020202020204" pitchFamily="34" charset="0"/>
            </a:endParaRPr>
          </a:p>
        </p:txBody>
      </p:sp>
      <p:sp>
        <p:nvSpPr>
          <p:cNvPr id="11281" name="Text Box 65"/>
          <p:cNvSpPr txBox="1">
            <a:spLocks noChangeArrowheads="1"/>
          </p:cNvSpPr>
          <p:nvPr/>
        </p:nvSpPr>
        <p:spPr bwMode="auto">
          <a:xfrm>
            <a:off x="4876800" y="4219575"/>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R</a:t>
            </a:r>
            <a:r>
              <a:rPr kumimoji="1" lang="en-US" altLang="zh-CN" sz="2400" baseline="-25000">
                <a:solidFill>
                  <a:schemeClr val="folHlink"/>
                </a:solidFill>
                <a:latin typeface="Arial" panose="020B0604020202020204" pitchFamily="34" charset="0"/>
              </a:rPr>
              <a:t>4</a:t>
            </a:r>
            <a:endParaRPr kumimoji="1" lang="en-US" altLang="zh-CN" sz="2400">
              <a:solidFill>
                <a:schemeClr val="folHlink"/>
              </a:solidFill>
              <a:latin typeface="Arial" panose="020B0604020202020204" pitchFamily="34" charset="0"/>
            </a:endParaRPr>
          </a:p>
        </p:txBody>
      </p:sp>
      <p:sp>
        <p:nvSpPr>
          <p:cNvPr id="11282" name="Text Box 66"/>
          <p:cNvSpPr txBox="1">
            <a:spLocks noChangeArrowheads="1"/>
          </p:cNvSpPr>
          <p:nvPr/>
        </p:nvSpPr>
        <p:spPr bwMode="auto">
          <a:xfrm>
            <a:off x="1789113" y="4173538"/>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R</a:t>
            </a:r>
            <a:r>
              <a:rPr kumimoji="1" lang="en-US" altLang="zh-CN" sz="2400" baseline="-25000">
                <a:solidFill>
                  <a:schemeClr val="folHlink"/>
                </a:solidFill>
                <a:latin typeface="Arial" panose="020B0604020202020204" pitchFamily="34" charset="0"/>
              </a:rPr>
              <a:t>2</a:t>
            </a:r>
            <a:endParaRPr kumimoji="1" lang="en-US" altLang="zh-CN" sz="2400">
              <a:solidFill>
                <a:schemeClr val="folHlink"/>
              </a:solidFill>
              <a:latin typeface="Arial" panose="020B0604020202020204" pitchFamily="34" charset="0"/>
            </a:endParaRPr>
          </a:p>
        </p:txBody>
      </p:sp>
      <p:sp>
        <p:nvSpPr>
          <p:cNvPr id="11283" name="Text Box 67"/>
          <p:cNvSpPr txBox="1">
            <a:spLocks noChangeArrowheads="1"/>
          </p:cNvSpPr>
          <p:nvPr/>
        </p:nvSpPr>
        <p:spPr bwMode="auto">
          <a:xfrm>
            <a:off x="1789113" y="1698625"/>
            <a:ext cx="2046287"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zh-CN" altLang="en-US" sz="2400">
                <a:solidFill>
                  <a:schemeClr val="folHlink"/>
                </a:solidFill>
                <a:latin typeface="Arial" panose="020B0604020202020204" pitchFamily="34" charset="0"/>
              </a:rPr>
              <a:t>视频服务器 </a:t>
            </a:r>
            <a:r>
              <a:rPr kumimoji="1" lang="en-US" altLang="zh-CN" sz="2400">
                <a:solidFill>
                  <a:schemeClr val="folHlink"/>
                </a:solidFill>
                <a:latin typeface="Arial" panose="020B0604020202020204" pitchFamily="34" charset="0"/>
              </a:rPr>
              <a:t>M</a:t>
            </a:r>
          </a:p>
        </p:txBody>
      </p:sp>
      <p:pic>
        <p:nvPicPr>
          <p:cNvPr id="11284" name="Picture 6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29238" y="4398963"/>
            <a:ext cx="4905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285" name="Picture 6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14750" y="4398963"/>
            <a:ext cx="4921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286" name="Picture 7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20913" y="4432300"/>
            <a:ext cx="4905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aphicFrame>
        <p:nvGraphicFramePr>
          <p:cNvPr id="11287" name="Object 71">
            <a:hlinkClick r:id="" action="ppaction://ole?verb=0"/>
          </p:cNvPr>
          <p:cNvGraphicFramePr>
            <a:graphicFrameLocks/>
          </p:cNvGraphicFramePr>
          <p:nvPr/>
        </p:nvGraphicFramePr>
        <p:xfrm>
          <a:off x="3519488" y="1735138"/>
          <a:ext cx="620712" cy="952500"/>
        </p:xfrm>
        <a:graphic>
          <a:graphicData uri="http://schemas.openxmlformats.org/presentationml/2006/ole">
            <mc:AlternateContent xmlns:mc="http://schemas.openxmlformats.org/markup-compatibility/2006">
              <mc:Choice xmlns:v="urn:schemas-microsoft-com:vml" Requires="v">
                <p:oleObj spid="_x0000_s11447" name="Microsoft ClipArt Gallery" r:id="rId6" imgW="2735263" imgH="3825875" progId="MS_ClipArt_Gallery">
                  <p:embed/>
                </p:oleObj>
              </mc:Choice>
              <mc:Fallback>
                <p:oleObj name="Microsoft ClipArt Gallery" r:id="rId6" imgW="2735263" imgH="3825875" progId="MS_ClipArt_Gallery">
                  <p:embed/>
                  <p:pic>
                    <p:nvPicPr>
                      <p:cNvPr id="0" name="Object 7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19488" y="1735138"/>
                        <a:ext cx="620712"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8" name="Line 72"/>
          <p:cNvSpPr>
            <a:spLocks noChangeShapeType="1"/>
          </p:cNvSpPr>
          <p:nvPr/>
        </p:nvSpPr>
        <p:spPr bwMode="auto">
          <a:xfrm>
            <a:off x="1700213" y="5356225"/>
            <a:ext cx="1382712" cy="0"/>
          </a:xfrm>
          <a:prstGeom prst="line">
            <a:avLst/>
          </a:prstGeom>
          <a:noFill/>
          <a:ln w="571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 name="Line 73"/>
          <p:cNvSpPr>
            <a:spLocks noChangeShapeType="1"/>
          </p:cNvSpPr>
          <p:nvPr/>
        </p:nvSpPr>
        <p:spPr bwMode="auto">
          <a:xfrm>
            <a:off x="3341688" y="5356225"/>
            <a:ext cx="1382712" cy="0"/>
          </a:xfrm>
          <a:prstGeom prst="line">
            <a:avLst/>
          </a:prstGeom>
          <a:noFill/>
          <a:ln w="571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0" name="Line 74"/>
          <p:cNvSpPr>
            <a:spLocks noChangeShapeType="1"/>
          </p:cNvSpPr>
          <p:nvPr/>
        </p:nvSpPr>
        <p:spPr bwMode="auto">
          <a:xfrm>
            <a:off x="4983163" y="5356225"/>
            <a:ext cx="1381125" cy="0"/>
          </a:xfrm>
          <a:prstGeom prst="line">
            <a:avLst/>
          </a:prstGeom>
          <a:noFill/>
          <a:ln w="571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1" name="AutoShape 75"/>
          <p:cNvSpPr>
            <a:spLocks noChangeArrowheads="1"/>
          </p:cNvSpPr>
          <p:nvPr/>
        </p:nvSpPr>
        <p:spPr bwMode="auto">
          <a:xfrm rot="1858546">
            <a:off x="4614863" y="3814763"/>
            <a:ext cx="482600" cy="206375"/>
          </a:xfrm>
          <a:prstGeom prst="rightArrow">
            <a:avLst>
              <a:gd name="adj1" fmla="val 37500"/>
              <a:gd name="adj2" fmla="val 93961"/>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292" name="Line 76"/>
          <p:cNvSpPr>
            <a:spLocks noChangeShapeType="1"/>
          </p:cNvSpPr>
          <p:nvPr/>
        </p:nvSpPr>
        <p:spPr bwMode="auto">
          <a:xfrm>
            <a:off x="1962150" y="5356225"/>
            <a:ext cx="0" cy="4540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3" name="Line 78"/>
          <p:cNvSpPr>
            <a:spLocks noChangeShapeType="1"/>
          </p:cNvSpPr>
          <p:nvPr/>
        </p:nvSpPr>
        <p:spPr bwMode="auto">
          <a:xfrm>
            <a:off x="3514725" y="5356225"/>
            <a:ext cx="0" cy="4540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4" name="Line 79"/>
          <p:cNvSpPr>
            <a:spLocks noChangeShapeType="1"/>
          </p:cNvSpPr>
          <p:nvPr/>
        </p:nvSpPr>
        <p:spPr bwMode="auto">
          <a:xfrm>
            <a:off x="4465638" y="5356225"/>
            <a:ext cx="0" cy="36195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5" name="Line 80"/>
          <p:cNvSpPr>
            <a:spLocks noChangeShapeType="1"/>
          </p:cNvSpPr>
          <p:nvPr/>
        </p:nvSpPr>
        <p:spPr bwMode="auto">
          <a:xfrm>
            <a:off x="5156200" y="5356225"/>
            <a:ext cx="0" cy="36195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6" name="Line 81"/>
          <p:cNvSpPr>
            <a:spLocks noChangeShapeType="1"/>
          </p:cNvSpPr>
          <p:nvPr/>
        </p:nvSpPr>
        <p:spPr bwMode="auto">
          <a:xfrm>
            <a:off x="6191250" y="5356225"/>
            <a:ext cx="0" cy="4540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1297" name="Picture 8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20838" y="5580063"/>
            <a:ext cx="6000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98" name="Picture 8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19450" y="5580063"/>
            <a:ext cx="6000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99" name="Picture 8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52900" y="5580063"/>
            <a:ext cx="6000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00" name="Picture 8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51400" y="5580063"/>
            <a:ext cx="6000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01" name="Picture 8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75338" y="5580063"/>
            <a:ext cx="6000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02" name="Text Box 88"/>
          <p:cNvSpPr txBox="1">
            <a:spLocks noChangeArrowheads="1"/>
          </p:cNvSpPr>
          <p:nvPr/>
        </p:nvSpPr>
        <p:spPr bwMode="auto">
          <a:xfrm>
            <a:off x="2063750" y="5168900"/>
            <a:ext cx="6429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3600" b="1">
                <a:solidFill>
                  <a:schemeClr val="folHlink"/>
                </a:solidFill>
                <a:latin typeface="Arial" panose="020B0604020202020204" pitchFamily="34" charset="0"/>
              </a:rPr>
              <a:t>…</a:t>
            </a:r>
          </a:p>
        </p:txBody>
      </p:sp>
      <p:sp>
        <p:nvSpPr>
          <p:cNvPr id="11303" name="Text Box 89"/>
          <p:cNvSpPr txBox="1">
            <a:spLocks noChangeArrowheads="1"/>
          </p:cNvSpPr>
          <p:nvPr/>
        </p:nvSpPr>
        <p:spPr bwMode="auto">
          <a:xfrm>
            <a:off x="5329238" y="5168900"/>
            <a:ext cx="641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3600" b="1">
                <a:solidFill>
                  <a:schemeClr val="folHlink"/>
                </a:solidFill>
                <a:latin typeface="Arial" panose="020B0604020202020204" pitchFamily="34" charset="0"/>
              </a:rPr>
              <a:t>…</a:t>
            </a:r>
          </a:p>
        </p:txBody>
      </p:sp>
      <p:sp>
        <p:nvSpPr>
          <p:cNvPr id="11304" name="Text Box 90"/>
          <p:cNvSpPr txBox="1">
            <a:spLocks noChangeArrowheads="1"/>
          </p:cNvSpPr>
          <p:nvPr/>
        </p:nvSpPr>
        <p:spPr bwMode="auto">
          <a:xfrm>
            <a:off x="3687763" y="5356225"/>
            <a:ext cx="587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3600" b="1">
                <a:solidFill>
                  <a:schemeClr val="folHlink"/>
                </a:solidFill>
                <a:latin typeface="Arial" panose="020B0604020202020204" pitchFamily="34" charset="0"/>
              </a:rPr>
              <a:t>…</a:t>
            </a:r>
          </a:p>
        </p:txBody>
      </p:sp>
      <p:sp>
        <p:nvSpPr>
          <p:cNvPr id="11305" name="Text Box 91"/>
          <p:cNvSpPr txBox="1">
            <a:spLocks noChangeArrowheads="1"/>
          </p:cNvSpPr>
          <p:nvPr/>
        </p:nvSpPr>
        <p:spPr bwMode="auto">
          <a:xfrm>
            <a:off x="2811463" y="4770438"/>
            <a:ext cx="912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30 </a:t>
            </a:r>
            <a:r>
              <a:rPr kumimoji="1" lang="zh-CN" altLang="en-US" sz="2400">
                <a:solidFill>
                  <a:schemeClr val="folHlink"/>
                </a:solidFill>
                <a:latin typeface="Arial" panose="020B0604020202020204" pitchFamily="34" charset="0"/>
              </a:rPr>
              <a:t>个</a:t>
            </a:r>
          </a:p>
        </p:txBody>
      </p:sp>
      <p:sp>
        <p:nvSpPr>
          <p:cNvPr id="11306" name="Text Box 92"/>
          <p:cNvSpPr txBox="1">
            <a:spLocks noChangeArrowheads="1"/>
          </p:cNvSpPr>
          <p:nvPr/>
        </p:nvSpPr>
        <p:spPr bwMode="auto">
          <a:xfrm>
            <a:off x="4229100" y="4722813"/>
            <a:ext cx="912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30 </a:t>
            </a:r>
            <a:r>
              <a:rPr kumimoji="1" lang="zh-CN" altLang="en-US" sz="2400">
                <a:solidFill>
                  <a:schemeClr val="folHlink"/>
                </a:solidFill>
                <a:latin typeface="Arial" panose="020B0604020202020204" pitchFamily="34" charset="0"/>
              </a:rPr>
              <a:t>个</a:t>
            </a:r>
          </a:p>
        </p:txBody>
      </p:sp>
      <p:sp>
        <p:nvSpPr>
          <p:cNvPr id="11307" name="Text Box 93"/>
          <p:cNvSpPr txBox="1">
            <a:spLocks noChangeArrowheads="1"/>
          </p:cNvSpPr>
          <p:nvPr/>
        </p:nvSpPr>
        <p:spPr bwMode="auto">
          <a:xfrm>
            <a:off x="5908675" y="4651375"/>
            <a:ext cx="912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30 </a:t>
            </a:r>
            <a:r>
              <a:rPr kumimoji="1" lang="zh-CN" altLang="en-US" sz="2400">
                <a:solidFill>
                  <a:schemeClr val="folHlink"/>
                </a:solidFill>
                <a:latin typeface="Arial" panose="020B0604020202020204" pitchFamily="34" charset="0"/>
              </a:rPr>
              <a:t>个</a:t>
            </a:r>
          </a:p>
        </p:txBody>
      </p:sp>
      <p:sp>
        <p:nvSpPr>
          <p:cNvPr id="11308" name="Text Box 94"/>
          <p:cNvSpPr txBox="1">
            <a:spLocks noChangeArrowheads="1"/>
          </p:cNvSpPr>
          <p:nvPr/>
        </p:nvSpPr>
        <p:spPr bwMode="auto">
          <a:xfrm>
            <a:off x="5021263" y="3427413"/>
            <a:ext cx="91281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30 </a:t>
            </a:r>
            <a:r>
              <a:rPr kumimoji="1" lang="zh-CN" altLang="en-US" sz="2400">
                <a:solidFill>
                  <a:schemeClr val="folHlink"/>
                </a:solidFill>
                <a:latin typeface="Arial" panose="020B0604020202020204" pitchFamily="34" charset="0"/>
              </a:rPr>
              <a:t>个</a:t>
            </a:r>
          </a:p>
        </p:txBody>
      </p:sp>
      <p:sp>
        <p:nvSpPr>
          <p:cNvPr id="11309" name="Text Box 95"/>
          <p:cNvSpPr txBox="1">
            <a:spLocks noChangeArrowheads="1"/>
          </p:cNvSpPr>
          <p:nvPr/>
        </p:nvSpPr>
        <p:spPr bwMode="auto">
          <a:xfrm>
            <a:off x="4264025" y="3978275"/>
            <a:ext cx="828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30</a:t>
            </a:r>
            <a:r>
              <a:rPr kumimoji="1" lang="zh-CN" altLang="en-US" sz="2400">
                <a:solidFill>
                  <a:schemeClr val="folHlink"/>
                </a:solidFill>
                <a:latin typeface="Arial" panose="020B0604020202020204" pitchFamily="34" charset="0"/>
              </a:rPr>
              <a:t>个</a:t>
            </a:r>
          </a:p>
        </p:txBody>
      </p:sp>
      <p:sp>
        <p:nvSpPr>
          <p:cNvPr id="11310" name="Text Box 96"/>
          <p:cNvSpPr txBox="1">
            <a:spLocks noChangeArrowheads="1"/>
          </p:cNvSpPr>
          <p:nvPr/>
        </p:nvSpPr>
        <p:spPr bwMode="auto">
          <a:xfrm>
            <a:off x="2212975" y="3427413"/>
            <a:ext cx="91281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30 </a:t>
            </a:r>
            <a:r>
              <a:rPr kumimoji="1" lang="zh-CN" altLang="en-US" sz="2400">
                <a:solidFill>
                  <a:schemeClr val="folHlink"/>
                </a:solidFill>
                <a:latin typeface="Arial" panose="020B0604020202020204" pitchFamily="34" charset="0"/>
              </a:rPr>
              <a:t>个</a:t>
            </a:r>
          </a:p>
        </p:txBody>
      </p:sp>
      <p:sp>
        <p:nvSpPr>
          <p:cNvPr id="11311" name="Text Box 97"/>
          <p:cNvSpPr txBox="1">
            <a:spLocks noChangeArrowheads="1"/>
          </p:cNvSpPr>
          <p:nvPr/>
        </p:nvSpPr>
        <p:spPr bwMode="auto">
          <a:xfrm>
            <a:off x="4324350" y="2662238"/>
            <a:ext cx="912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90 </a:t>
            </a:r>
            <a:r>
              <a:rPr kumimoji="1" lang="zh-CN" altLang="en-US" sz="2400">
                <a:solidFill>
                  <a:schemeClr val="folHlink"/>
                </a:solidFill>
                <a:latin typeface="Arial" panose="020B0604020202020204" pitchFamily="34" charset="0"/>
              </a:rPr>
              <a:t>个</a:t>
            </a:r>
          </a:p>
        </p:txBody>
      </p:sp>
      <p:sp>
        <p:nvSpPr>
          <p:cNvPr id="11312" name="AutoShape 99"/>
          <p:cNvSpPr>
            <a:spLocks noChangeArrowheads="1"/>
          </p:cNvSpPr>
          <p:nvPr/>
        </p:nvSpPr>
        <p:spPr bwMode="auto">
          <a:xfrm rot="5400000">
            <a:off x="3925094" y="3083719"/>
            <a:ext cx="503238" cy="196850"/>
          </a:xfrm>
          <a:prstGeom prst="rightArrow">
            <a:avLst>
              <a:gd name="adj1" fmla="val 37500"/>
              <a:gd name="adj2" fmla="val 102720"/>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13" name="AutoShape 100"/>
          <p:cNvSpPr>
            <a:spLocks noChangeArrowheads="1"/>
          </p:cNvSpPr>
          <p:nvPr/>
        </p:nvSpPr>
        <p:spPr bwMode="auto">
          <a:xfrm rot="5400000">
            <a:off x="4016375" y="3146426"/>
            <a:ext cx="503237" cy="195262"/>
          </a:xfrm>
          <a:prstGeom prst="rightArrow">
            <a:avLst>
              <a:gd name="adj1" fmla="val 37500"/>
              <a:gd name="adj2" fmla="val 103555"/>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14" name="AutoShape 101"/>
          <p:cNvSpPr>
            <a:spLocks noChangeArrowheads="1"/>
          </p:cNvSpPr>
          <p:nvPr/>
        </p:nvSpPr>
        <p:spPr bwMode="auto">
          <a:xfrm rot="1858546">
            <a:off x="4724400" y="3789363"/>
            <a:ext cx="481013" cy="206375"/>
          </a:xfrm>
          <a:prstGeom prst="rightArrow">
            <a:avLst>
              <a:gd name="adj1" fmla="val 37500"/>
              <a:gd name="adj2" fmla="val 93652"/>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15" name="AutoShape 102"/>
          <p:cNvSpPr>
            <a:spLocks noChangeArrowheads="1"/>
          </p:cNvSpPr>
          <p:nvPr/>
        </p:nvSpPr>
        <p:spPr bwMode="auto">
          <a:xfrm rot="1858546">
            <a:off x="4832350" y="3763963"/>
            <a:ext cx="481013" cy="204787"/>
          </a:xfrm>
          <a:prstGeom prst="rightArrow">
            <a:avLst>
              <a:gd name="adj1" fmla="val 37500"/>
              <a:gd name="adj2" fmla="val 94378"/>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grpSp>
        <p:nvGrpSpPr>
          <p:cNvPr id="11316" name="Group 103"/>
          <p:cNvGrpSpPr>
            <a:grpSpLocks/>
          </p:cNvGrpSpPr>
          <p:nvPr/>
        </p:nvGrpSpPr>
        <p:grpSpPr bwMode="auto">
          <a:xfrm>
            <a:off x="5630863" y="4737100"/>
            <a:ext cx="407987" cy="655638"/>
            <a:chOff x="2222" y="1578"/>
            <a:chExt cx="215" cy="328"/>
          </a:xfrm>
        </p:grpSpPr>
        <p:sp>
          <p:nvSpPr>
            <p:cNvPr id="11336" name="AutoShape 104"/>
            <p:cNvSpPr>
              <a:spLocks noChangeArrowheads="1"/>
            </p:cNvSpPr>
            <p:nvPr/>
          </p:nvSpPr>
          <p:spPr bwMode="auto">
            <a:xfrm rot="5400000">
              <a:off x="2148" y="1652"/>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37" name="AutoShape 105"/>
            <p:cNvSpPr>
              <a:spLocks noChangeArrowheads="1"/>
            </p:cNvSpPr>
            <p:nvPr/>
          </p:nvSpPr>
          <p:spPr bwMode="auto">
            <a:xfrm rot="5400000">
              <a:off x="2204" y="1690"/>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38" name="AutoShape 106"/>
            <p:cNvSpPr>
              <a:spLocks noChangeArrowheads="1"/>
            </p:cNvSpPr>
            <p:nvPr/>
          </p:nvSpPr>
          <p:spPr bwMode="auto">
            <a:xfrm rot="5400000">
              <a:off x="2260" y="1728"/>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grpSp>
      <p:sp>
        <p:nvSpPr>
          <p:cNvPr id="11317" name="AutoShape 107"/>
          <p:cNvSpPr>
            <a:spLocks noChangeArrowheads="1"/>
          </p:cNvSpPr>
          <p:nvPr/>
        </p:nvSpPr>
        <p:spPr bwMode="auto">
          <a:xfrm rot="5400000">
            <a:off x="4107656" y="3209132"/>
            <a:ext cx="503237" cy="196850"/>
          </a:xfrm>
          <a:prstGeom prst="rightArrow">
            <a:avLst>
              <a:gd name="adj1" fmla="val 37500"/>
              <a:gd name="adj2" fmla="val 102720"/>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18" name="AutoShape 108"/>
          <p:cNvSpPr>
            <a:spLocks noChangeArrowheads="1"/>
          </p:cNvSpPr>
          <p:nvPr/>
        </p:nvSpPr>
        <p:spPr bwMode="auto">
          <a:xfrm rot="5400000">
            <a:off x="4198938" y="3271837"/>
            <a:ext cx="503238" cy="195263"/>
          </a:xfrm>
          <a:prstGeom prst="rightArrow">
            <a:avLst>
              <a:gd name="adj1" fmla="val 37500"/>
              <a:gd name="adj2" fmla="val 103555"/>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19" name="AutoShape 109"/>
          <p:cNvSpPr>
            <a:spLocks noChangeArrowheads="1"/>
          </p:cNvSpPr>
          <p:nvPr/>
        </p:nvSpPr>
        <p:spPr bwMode="auto">
          <a:xfrm rot="5400000">
            <a:off x="4288631" y="3332957"/>
            <a:ext cx="503237" cy="196850"/>
          </a:xfrm>
          <a:prstGeom prst="rightArrow">
            <a:avLst>
              <a:gd name="adj1" fmla="val 37500"/>
              <a:gd name="adj2" fmla="val 102720"/>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20" name="AutoShape 110"/>
          <p:cNvSpPr>
            <a:spLocks noChangeArrowheads="1"/>
          </p:cNvSpPr>
          <p:nvPr/>
        </p:nvSpPr>
        <p:spPr bwMode="auto">
          <a:xfrm rot="8740270">
            <a:off x="2824163" y="3827463"/>
            <a:ext cx="481012" cy="206375"/>
          </a:xfrm>
          <a:prstGeom prst="rightArrow">
            <a:avLst>
              <a:gd name="adj1" fmla="val 37500"/>
              <a:gd name="adj2" fmla="val 93652"/>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21" name="AutoShape 111"/>
          <p:cNvSpPr>
            <a:spLocks noChangeArrowheads="1"/>
          </p:cNvSpPr>
          <p:nvPr/>
        </p:nvSpPr>
        <p:spPr bwMode="auto">
          <a:xfrm rot="8740270">
            <a:off x="2738438" y="3789363"/>
            <a:ext cx="481012" cy="206375"/>
          </a:xfrm>
          <a:prstGeom prst="rightArrow">
            <a:avLst>
              <a:gd name="adj1" fmla="val 37500"/>
              <a:gd name="adj2" fmla="val 93652"/>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grpSp>
        <p:nvGrpSpPr>
          <p:cNvPr id="11322" name="Group 112"/>
          <p:cNvGrpSpPr>
            <a:grpSpLocks/>
          </p:cNvGrpSpPr>
          <p:nvPr/>
        </p:nvGrpSpPr>
        <p:grpSpPr bwMode="auto">
          <a:xfrm>
            <a:off x="3946525" y="4721225"/>
            <a:ext cx="409575" cy="655638"/>
            <a:chOff x="2222" y="1578"/>
            <a:chExt cx="215" cy="328"/>
          </a:xfrm>
        </p:grpSpPr>
        <p:sp>
          <p:nvSpPr>
            <p:cNvPr id="11333" name="AutoShape 113"/>
            <p:cNvSpPr>
              <a:spLocks noChangeArrowheads="1"/>
            </p:cNvSpPr>
            <p:nvPr/>
          </p:nvSpPr>
          <p:spPr bwMode="auto">
            <a:xfrm rot="5400000">
              <a:off x="2148" y="1652"/>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34" name="AutoShape 114"/>
            <p:cNvSpPr>
              <a:spLocks noChangeArrowheads="1"/>
            </p:cNvSpPr>
            <p:nvPr/>
          </p:nvSpPr>
          <p:spPr bwMode="auto">
            <a:xfrm rot="5400000">
              <a:off x="2204" y="1690"/>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35" name="AutoShape 115"/>
            <p:cNvSpPr>
              <a:spLocks noChangeArrowheads="1"/>
            </p:cNvSpPr>
            <p:nvPr/>
          </p:nvSpPr>
          <p:spPr bwMode="auto">
            <a:xfrm rot="5400000">
              <a:off x="2260" y="1728"/>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grpSp>
      <p:grpSp>
        <p:nvGrpSpPr>
          <p:cNvPr id="11323" name="Group 116"/>
          <p:cNvGrpSpPr>
            <a:grpSpLocks/>
          </p:cNvGrpSpPr>
          <p:nvPr/>
        </p:nvGrpSpPr>
        <p:grpSpPr bwMode="auto">
          <a:xfrm>
            <a:off x="2500313" y="4791075"/>
            <a:ext cx="409575" cy="655638"/>
            <a:chOff x="2222" y="1578"/>
            <a:chExt cx="215" cy="328"/>
          </a:xfrm>
        </p:grpSpPr>
        <p:sp>
          <p:nvSpPr>
            <p:cNvPr id="11330" name="AutoShape 117"/>
            <p:cNvSpPr>
              <a:spLocks noChangeArrowheads="1"/>
            </p:cNvSpPr>
            <p:nvPr/>
          </p:nvSpPr>
          <p:spPr bwMode="auto">
            <a:xfrm rot="5400000">
              <a:off x="2148" y="1652"/>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31" name="AutoShape 118"/>
            <p:cNvSpPr>
              <a:spLocks noChangeArrowheads="1"/>
            </p:cNvSpPr>
            <p:nvPr/>
          </p:nvSpPr>
          <p:spPr bwMode="auto">
            <a:xfrm rot="5400000">
              <a:off x="2204" y="1690"/>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32" name="AutoShape 119"/>
            <p:cNvSpPr>
              <a:spLocks noChangeArrowheads="1"/>
            </p:cNvSpPr>
            <p:nvPr/>
          </p:nvSpPr>
          <p:spPr bwMode="auto">
            <a:xfrm rot="5400000">
              <a:off x="2260" y="1728"/>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grpSp>
      <p:grpSp>
        <p:nvGrpSpPr>
          <p:cNvPr id="11324" name="Group 120"/>
          <p:cNvGrpSpPr>
            <a:grpSpLocks/>
          </p:cNvGrpSpPr>
          <p:nvPr/>
        </p:nvGrpSpPr>
        <p:grpSpPr bwMode="auto">
          <a:xfrm>
            <a:off x="3946525" y="3794125"/>
            <a:ext cx="409575" cy="655638"/>
            <a:chOff x="2222" y="1578"/>
            <a:chExt cx="215" cy="328"/>
          </a:xfrm>
        </p:grpSpPr>
        <p:sp>
          <p:nvSpPr>
            <p:cNvPr id="11327" name="AutoShape 121"/>
            <p:cNvSpPr>
              <a:spLocks noChangeArrowheads="1"/>
            </p:cNvSpPr>
            <p:nvPr/>
          </p:nvSpPr>
          <p:spPr bwMode="auto">
            <a:xfrm rot="5400000">
              <a:off x="2148" y="1652"/>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28" name="AutoShape 122"/>
            <p:cNvSpPr>
              <a:spLocks noChangeArrowheads="1"/>
            </p:cNvSpPr>
            <p:nvPr/>
          </p:nvSpPr>
          <p:spPr bwMode="auto">
            <a:xfrm rot="5400000">
              <a:off x="2204" y="1690"/>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1329" name="AutoShape 123"/>
            <p:cNvSpPr>
              <a:spLocks noChangeArrowheads="1"/>
            </p:cNvSpPr>
            <p:nvPr/>
          </p:nvSpPr>
          <p:spPr bwMode="auto">
            <a:xfrm rot="5400000">
              <a:off x="2260" y="1728"/>
              <a:ext cx="252" cy="103"/>
            </a:xfrm>
            <a:prstGeom prst="rightArrow">
              <a:avLst>
                <a:gd name="adj1" fmla="val 37500"/>
                <a:gd name="adj2" fmla="val 9830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grpSp>
      <p:sp>
        <p:nvSpPr>
          <p:cNvPr id="11325" name="Text Box 126"/>
          <p:cNvSpPr txBox="1">
            <a:spLocks noChangeArrowheads="1"/>
          </p:cNvSpPr>
          <p:nvPr/>
        </p:nvSpPr>
        <p:spPr bwMode="auto">
          <a:xfrm>
            <a:off x="5664200" y="1976438"/>
            <a:ext cx="2749550" cy="862012"/>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zh-CN" altLang="en-US" sz="2500">
                <a:solidFill>
                  <a:schemeClr val="folHlink"/>
                </a:solidFill>
                <a:latin typeface="黑体" panose="02010609060101010101" pitchFamily="49" charset="-122"/>
                <a:ea typeface="黑体" panose="02010609060101010101" pitchFamily="49" charset="-122"/>
              </a:rPr>
              <a:t>不使用组播时需要</a:t>
            </a:r>
          </a:p>
          <a:p>
            <a:pPr algn="ctr" eaLnBrk="1" hangingPunct="1">
              <a:spcBef>
                <a:spcPct val="0"/>
              </a:spcBef>
              <a:buClrTx/>
              <a:buFontTx/>
              <a:buNone/>
            </a:pPr>
            <a:r>
              <a:rPr kumimoji="1" lang="zh-CN" altLang="en-US" sz="2500">
                <a:solidFill>
                  <a:schemeClr val="folHlink"/>
                </a:solidFill>
                <a:latin typeface="黑体" panose="02010609060101010101" pitchFamily="49" charset="-122"/>
                <a:ea typeface="黑体" panose="02010609060101010101" pitchFamily="49" charset="-122"/>
              </a:rPr>
              <a:t>发送 </a:t>
            </a:r>
            <a:r>
              <a:rPr kumimoji="1" lang="en-US" altLang="zh-CN" sz="2500">
                <a:solidFill>
                  <a:schemeClr val="folHlink"/>
                </a:solidFill>
                <a:latin typeface="黑体" panose="02010609060101010101" pitchFamily="49" charset="-122"/>
                <a:ea typeface="黑体" panose="02010609060101010101" pitchFamily="49" charset="-122"/>
              </a:rPr>
              <a:t>90 </a:t>
            </a:r>
            <a:r>
              <a:rPr kumimoji="1" lang="zh-CN" altLang="en-US" sz="2500">
                <a:solidFill>
                  <a:schemeClr val="folHlink"/>
                </a:solidFill>
                <a:latin typeface="黑体" panose="02010609060101010101" pitchFamily="49" charset="-122"/>
                <a:ea typeface="黑体" panose="02010609060101010101" pitchFamily="49" charset="-122"/>
              </a:rPr>
              <a:t>次单播</a:t>
            </a:r>
          </a:p>
        </p:txBody>
      </p:sp>
      <p:sp>
        <p:nvSpPr>
          <p:cNvPr id="11326" name="Rectangle 127"/>
          <p:cNvSpPr>
            <a:spLocks noGrp="1" noChangeArrowheads="1"/>
          </p:cNvSpPr>
          <p:nvPr>
            <p:ph type="title"/>
          </p:nvPr>
        </p:nvSpPr>
        <p:spPr>
          <a:xfrm>
            <a:off x="611188" y="765175"/>
            <a:ext cx="1868487" cy="741363"/>
          </a:xfrm>
          <a:noFill/>
        </p:spPr>
        <p:txBody>
          <a:bodyPr/>
          <a:lstStyle/>
          <a:p>
            <a:pPr eaLnBrk="1" hangingPunct="1"/>
            <a:br>
              <a:rPr lang="zh-CN" altLang="en-US" sz="3200" dirty="0"/>
            </a:br>
            <a:r>
              <a:rPr lang="en-US" altLang="zh-CN" sz="3200" dirty="0"/>
              <a:t>IP </a:t>
            </a:r>
            <a:r>
              <a:rPr lang="zh-CN" altLang="en-US" sz="3200" dirty="0"/>
              <a:t>组播</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05"/>
          <p:cNvSpPr txBox="1">
            <a:spLocks noChangeArrowheads="1"/>
          </p:cNvSpPr>
          <p:nvPr/>
        </p:nvSpPr>
        <p:spPr bwMode="auto">
          <a:xfrm>
            <a:off x="2201863" y="51704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zh-CN" altLang="en-US" sz="2400">
                <a:solidFill>
                  <a:schemeClr val="folHlink"/>
                </a:solidFill>
                <a:latin typeface="Arial" panose="020B0604020202020204" pitchFamily="34" charset="0"/>
              </a:rPr>
              <a:t>多播</a:t>
            </a:r>
          </a:p>
        </p:txBody>
      </p:sp>
      <p:sp>
        <p:nvSpPr>
          <p:cNvPr id="13315" name="Text Box 101"/>
          <p:cNvSpPr txBox="1">
            <a:spLocks noChangeArrowheads="1"/>
          </p:cNvSpPr>
          <p:nvPr/>
        </p:nvSpPr>
        <p:spPr bwMode="auto">
          <a:xfrm>
            <a:off x="3146425" y="4922838"/>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1 </a:t>
            </a:r>
            <a:r>
              <a:rPr kumimoji="1" lang="zh-CN" altLang="en-US" sz="2400">
                <a:solidFill>
                  <a:schemeClr val="folHlink"/>
                </a:solidFill>
                <a:latin typeface="Arial" panose="020B0604020202020204" pitchFamily="34" charset="0"/>
              </a:rPr>
              <a:t>个</a:t>
            </a:r>
          </a:p>
        </p:txBody>
      </p:sp>
      <p:sp>
        <p:nvSpPr>
          <p:cNvPr id="13316" name="Text Box 99"/>
          <p:cNvSpPr txBox="1">
            <a:spLocks noChangeArrowheads="1"/>
          </p:cNvSpPr>
          <p:nvPr/>
        </p:nvSpPr>
        <p:spPr bwMode="auto">
          <a:xfrm>
            <a:off x="6350000" y="5132388"/>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1 </a:t>
            </a:r>
            <a:r>
              <a:rPr kumimoji="1" lang="zh-CN" altLang="en-US" sz="2400">
                <a:solidFill>
                  <a:schemeClr val="folHlink"/>
                </a:solidFill>
                <a:latin typeface="Arial" panose="020B0604020202020204" pitchFamily="34" charset="0"/>
              </a:rPr>
              <a:t>个</a:t>
            </a:r>
          </a:p>
        </p:txBody>
      </p:sp>
      <p:sp>
        <p:nvSpPr>
          <p:cNvPr id="13317" name="Text Box 107"/>
          <p:cNvSpPr txBox="1">
            <a:spLocks noChangeArrowheads="1"/>
          </p:cNvSpPr>
          <p:nvPr/>
        </p:nvSpPr>
        <p:spPr bwMode="auto">
          <a:xfrm>
            <a:off x="5435600" y="51704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zh-CN" altLang="en-US" sz="2400">
                <a:solidFill>
                  <a:schemeClr val="folHlink"/>
                </a:solidFill>
                <a:latin typeface="Arial" panose="020B0604020202020204" pitchFamily="34" charset="0"/>
              </a:rPr>
              <a:t>多播</a:t>
            </a:r>
          </a:p>
        </p:txBody>
      </p:sp>
      <p:sp>
        <p:nvSpPr>
          <p:cNvPr id="13318" name="Text Box 106"/>
          <p:cNvSpPr txBox="1">
            <a:spLocks noChangeArrowheads="1"/>
          </p:cNvSpPr>
          <p:nvPr/>
        </p:nvSpPr>
        <p:spPr bwMode="auto">
          <a:xfrm>
            <a:off x="3708400" y="51704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zh-CN" altLang="en-US" sz="2400">
                <a:solidFill>
                  <a:schemeClr val="folHlink"/>
                </a:solidFill>
                <a:latin typeface="Arial" panose="020B0604020202020204" pitchFamily="34" charset="0"/>
              </a:rPr>
              <a:t>多播</a:t>
            </a:r>
          </a:p>
        </p:txBody>
      </p:sp>
      <p:sp>
        <p:nvSpPr>
          <p:cNvPr id="13319" name="Rectangle 2"/>
          <p:cNvSpPr>
            <a:spLocks noGrp="1" noChangeArrowheads="1"/>
          </p:cNvSpPr>
          <p:nvPr>
            <p:ph type="title"/>
          </p:nvPr>
        </p:nvSpPr>
        <p:spPr>
          <a:xfrm>
            <a:off x="503002" y="849313"/>
            <a:ext cx="9138121" cy="665163"/>
          </a:xfrm>
        </p:spPr>
        <p:txBody>
          <a:bodyPr/>
          <a:lstStyle/>
          <a:p>
            <a:pPr eaLnBrk="1" hangingPunct="1"/>
            <a:r>
              <a:rPr lang="zh-CN" altLang="en-US" sz="2800" dirty="0"/>
              <a:t>组播可明显减少网络中资源的消耗，提高数据传送效率</a:t>
            </a:r>
          </a:p>
        </p:txBody>
      </p:sp>
      <p:sp>
        <p:nvSpPr>
          <p:cNvPr id="13320" name="Text Box 60"/>
          <p:cNvSpPr txBox="1">
            <a:spLocks noChangeArrowheads="1"/>
          </p:cNvSpPr>
          <p:nvPr/>
        </p:nvSpPr>
        <p:spPr bwMode="auto">
          <a:xfrm>
            <a:off x="250825" y="5589588"/>
            <a:ext cx="17081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zh-CN" altLang="en-US" sz="2400" dirty="0">
                <a:solidFill>
                  <a:schemeClr val="folHlink"/>
                </a:solidFill>
                <a:latin typeface="Arial" panose="020B0604020202020204" pitchFamily="34" charset="0"/>
              </a:rPr>
              <a:t>多播组成员</a:t>
            </a:r>
          </a:p>
          <a:p>
            <a:pPr algn="ctr" eaLnBrk="1" hangingPunct="1">
              <a:spcBef>
                <a:spcPct val="0"/>
              </a:spcBef>
              <a:buClrTx/>
              <a:buFontTx/>
              <a:buNone/>
            </a:pPr>
            <a:r>
              <a:rPr kumimoji="1" lang="zh-CN" altLang="en-US" sz="2400" dirty="0">
                <a:solidFill>
                  <a:schemeClr val="folHlink"/>
                </a:solidFill>
                <a:latin typeface="Arial" panose="020B0604020202020204" pitchFamily="34" charset="0"/>
              </a:rPr>
              <a:t>共有 </a:t>
            </a:r>
            <a:r>
              <a:rPr kumimoji="1" lang="en-US" altLang="zh-CN" sz="2400" dirty="0">
                <a:solidFill>
                  <a:schemeClr val="folHlink"/>
                </a:solidFill>
                <a:latin typeface="Arial" panose="020B0604020202020204" pitchFamily="34" charset="0"/>
              </a:rPr>
              <a:t>90 </a:t>
            </a:r>
            <a:r>
              <a:rPr kumimoji="1" lang="zh-CN" altLang="en-US" sz="2400" dirty="0">
                <a:solidFill>
                  <a:schemeClr val="folHlink"/>
                </a:solidFill>
                <a:latin typeface="Arial" panose="020B0604020202020204" pitchFamily="34" charset="0"/>
              </a:rPr>
              <a:t>个</a:t>
            </a:r>
          </a:p>
        </p:txBody>
      </p:sp>
      <p:sp>
        <p:nvSpPr>
          <p:cNvPr id="13321" name="AutoShape 52"/>
          <p:cNvSpPr>
            <a:spLocks noChangeArrowheads="1"/>
          </p:cNvSpPr>
          <p:nvPr/>
        </p:nvSpPr>
        <p:spPr bwMode="auto">
          <a:xfrm>
            <a:off x="1979613" y="5899150"/>
            <a:ext cx="5256212" cy="847725"/>
          </a:xfrm>
          <a:prstGeom prst="roundRect">
            <a:avLst>
              <a:gd name="adj" fmla="val 32995"/>
            </a:avLst>
          </a:prstGeom>
          <a:solidFill>
            <a:srgbClr val="FFFF99"/>
          </a:solidFill>
          <a:ln w="9525">
            <a:solidFill>
              <a:schemeClr val="tx1"/>
            </a:solidFill>
            <a:prstDash val="dash"/>
            <a:round/>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3322" name="Line 53"/>
          <p:cNvSpPr>
            <a:spLocks noChangeShapeType="1"/>
          </p:cNvSpPr>
          <p:nvPr/>
        </p:nvSpPr>
        <p:spPr bwMode="auto">
          <a:xfrm flipV="1">
            <a:off x="3054350" y="3911600"/>
            <a:ext cx="1323975" cy="976313"/>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3" name="Line 54"/>
          <p:cNvSpPr>
            <a:spLocks noChangeShapeType="1"/>
          </p:cNvSpPr>
          <p:nvPr/>
        </p:nvSpPr>
        <p:spPr bwMode="auto">
          <a:xfrm flipV="1">
            <a:off x="4467225" y="2641600"/>
            <a:ext cx="0" cy="107315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4" name="Line 55"/>
          <p:cNvSpPr>
            <a:spLocks noChangeShapeType="1"/>
          </p:cNvSpPr>
          <p:nvPr/>
        </p:nvSpPr>
        <p:spPr bwMode="auto">
          <a:xfrm flipH="1" flipV="1">
            <a:off x="4467225" y="3911600"/>
            <a:ext cx="0" cy="976313"/>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5" name="Line 56"/>
          <p:cNvSpPr>
            <a:spLocks noChangeShapeType="1"/>
          </p:cNvSpPr>
          <p:nvPr/>
        </p:nvSpPr>
        <p:spPr bwMode="auto">
          <a:xfrm>
            <a:off x="6145213" y="4887913"/>
            <a:ext cx="0" cy="877887"/>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6" name="Line 57"/>
          <p:cNvSpPr>
            <a:spLocks noChangeShapeType="1"/>
          </p:cNvSpPr>
          <p:nvPr/>
        </p:nvSpPr>
        <p:spPr bwMode="auto">
          <a:xfrm flipV="1">
            <a:off x="4467225" y="4887913"/>
            <a:ext cx="0" cy="877887"/>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7" name="Line 58"/>
          <p:cNvSpPr>
            <a:spLocks noChangeShapeType="1"/>
          </p:cNvSpPr>
          <p:nvPr/>
        </p:nvSpPr>
        <p:spPr bwMode="auto">
          <a:xfrm>
            <a:off x="2967038" y="4887913"/>
            <a:ext cx="0" cy="877887"/>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8" name="Line 59"/>
          <p:cNvSpPr>
            <a:spLocks noChangeShapeType="1"/>
          </p:cNvSpPr>
          <p:nvPr/>
        </p:nvSpPr>
        <p:spPr bwMode="auto">
          <a:xfrm>
            <a:off x="4645025" y="3911600"/>
            <a:ext cx="1500188" cy="976313"/>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9" name="AutoShape 61"/>
          <p:cNvSpPr>
            <a:spLocks noChangeArrowheads="1"/>
          </p:cNvSpPr>
          <p:nvPr/>
        </p:nvSpPr>
        <p:spPr bwMode="auto">
          <a:xfrm rot="5400000">
            <a:off x="4358481" y="3255170"/>
            <a:ext cx="542925" cy="201612"/>
          </a:xfrm>
          <a:prstGeom prst="rightArrow">
            <a:avLst>
              <a:gd name="adj1" fmla="val 37500"/>
              <a:gd name="adj2" fmla="val 108203"/>
            </a:avLst>
          </a:prstGeom>
          <a:solidFill>
            <a:srgbClr val="33CC33"/>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3330" name="AutoShape 62"/>
          <p:cNvSpPr>
            <a:spLocks noChangeArrowheads="1"/>
          </p:cNvSpPr>
          <p:nvPr/>
        </p:nvSpPr>
        <p:spPr bwMode="auto">
          <a:xfrm rot="8519000">
            <a:off x="3381375" y="4141788"/>
            <a:ext cx="492125" cy="222250"/>
          </a:xfrm>
          <a:prstGeom prst="rightArrow">
            <a:avLst>
              <a:gd name="adj1" fmla="val 37500"/>
              <a:gd name="adj2" fmla="val 88971"/>
            </a:avLst>
          </a:prstGeom>
          <a:solidFill>
            <a:srgbClr val="33CC33"/>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pic>
        <p:nvPicPr>
          <p:cNvPr id="13331" name="Picture 6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30688" y="3698875"/>
            <a:ext cx="50165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332" name="Text Box 64"/>
          <p:cNvSpPr txBox="1">
            <a:spLocks noChangeArrowheads="1"/>
          </p:cNvSpPr>
          <p:nvPr/>
        </p:nvSpPr>
        <p:spPr bwMode="auto">
          <a:xfrm>
            <a:off x="3848100" y="3357563"/>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R</a:t>
            </a:r>
            <a:r>
              <a:rPr kumimoji="1" lang="en-US" altLang="zh-CN" sz="2400" baseline="-25000">
                <a:solidFill>
                  <a:schemeClr val="folHlink"/>
                </a:solidFill>
                <a:latin typeface="Arial" panose="020B0604020202020204" pitchFamily="34" charset="0"/>
              </a:rPr>
              <a:t>1</a:t>
            </a:r>
            <a:endParaRPr kumimoji="1" lang="en-US" altLang="zh-CN" sz="2400">
              <a:solidFill>
                <a:schemeClr val="folHlink"/>
              </a:solidFill>
              <a:latin typeface="Arial" panose="020B0604020202020204" pitchFamily="34" charset="0"/>
            </a:endParaRPr>
          </a:p>
        </p:txBody>
      </p:sp>
      <p:sp>
        <p:nvSpPr>
          <p:cNvPr id="13333" name="Text Box 65"/>
          <p:cNvSpPr txBox="1">
            <a:spLocks noChangeArrowheads="1"/>
          </p:cNvSpPr>
          <p:nvPr/>
        </p:nvSpPr>
        <p:spPr bwMode="auto">
          <a:xfrm>
            <a:off x="3813175" y="4487863"/>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R</a:t>
            </a:r>
            <a:r>
              <a:rPr kumimoji="1" lang="en-US" altLang="zh-CN" sz="2400" baseline="-25000">
                <a:solidFill>
                  <a:schemeClr val="folHlink"/>
                </a:solidFill>
                <a:latin typeface="Arial" panose="020B0604020202020204" pitchFamily="34" charset="0"/>
              </a:rPr>
              <a:t>3</a:t>
            </a:r>
            <a:endParaRPr kumimoji="1" lang="en-US" altLang="zh-CN" sz="2400">
              <a:solidFill>
                <a:schemeClr val="folHlink"/>
              </a:solidFill>
              <a:latin typeface="Arial" panose="020B0604020202020204" pitchFamily="34" charset="0"/>
            </a:endParaRPr>
          </a:p>
        </p:txBody>
      </p:sp>
      <p:sp>
        <p:nvSpPr>
          <p:cNvPr id="13334" name="Text Box 66"/>
          <p:cNvSpPr txBox="1">
            <a:spLocks noChangeArrowheads="1"/>
          </p:cNvSpPr>
          <p:nvPr/>
        </p:nvSpPr>
        <p:spPr bwMode="auto">
          <a:xfrm>
            <a:off x="6359525" y="4556125"/>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R</a:t>
            </a:r>
            <a:r>
              <a:rPr kumimoji="1" lang="en-US" altLang="zh-CN" sz="2400" baseline="-25000">
                <a:solidFill>
                  <a:schemeClr val="folHlink"/>
                </a:solidFill>
                <a:latin typeface="Arial" panose="020B0604020202020204" pitchFamily="34" charset="0"/>
              </a:rPr>
              <a:t>4</a:t>
            </a:r>
            <a:endParaRPr kumimoji="1" lang="en-US" altLang="zh-CN" sz="2400">
              <a:solidFill>
                <a:schemeClr val="folHlink"/>
              </a:solidFill>
              <a:latin typeface="Arial" panose="020B0604020202020204" pitchFamily="34" charset="0"/>
            </a:endParaRPr>
          </a:p>
        </p:txBody>
      </p:sp>
      <p:sp>
        <p:nvSpPr>
          <p:cNvPr id="13335" name="Text Box 67"/>
          <p:cNvSpPr txBox="1">
            <a:spLocks noChangeArrowheads="1"/>
          </p:cNvSpPr>
          <p:nvPr/>
        </p:nvSpPr>
        <p:spPr bwMode="auto">
          <a:xfrm>
            <a:off x="2260600" y="4521200"/>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R</a:t>
            </a:r>
            <a:r>
              <a:rPr kumimoji="1" lang="en-US" altLang="zh-CN" sz="2400" baseline="-25000">
                <a:solidFill>
                  <a:schemeClr val="folHlink"/>
                </a:solidFill>
                <a:latin typeface="Arial" panose="020B0604020202020204" pitchFamily="34" charset="0"/>
              </a:rPr>
              <a:t>2</a:t>
            </a:r>
            <a:endParaRPr kumimoji="1" lang="en-US" altLang="zh-CN" sz="2400">
              <a:solidFill>
                <a:schemeClr val="folHlink"/>
              </a:solidFill>
              <a:latin typeface="Arial" panose="020B0604020202020204" pitchFamily="34" charset="0"/>
            </a:endParaRPr>
          </a:p>
        </p:txBody>
      </p:sp>
      <p:sp>
        <p:nvSpPr>
          <p:cNvPr id="13336" name="Text Box 68"/>
          <p:cNvSpPr txBox="1">
            <a:spLocks noChangeArrowheads="1"/>
          </p:cNvSpPr>
          <p:nvPr/>
        </p:nvSpPr>
        <p:spPr bwMode="auto">
          <a:xfrm>
            <a:off x="2290763" y="1854200"/>
            <a:ext cx="2046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zh-CN" altLang="en-US" sz="2400">
                <a:solidFill>
                  <a:schemeClr val="folHlink"/>
                </a:solidFill>
                <a:latin typeface="Arial" panose="020B0604020202020204" pitchFamily="34" charset="0"/>
              </a:rPr>
              <a:t>视频服务器 </a:t>
            </a:r>
            <a:r>
              <a:rPr kumimoji="1" lang="en-US" altLang="zh-CN" sz="2400">
                <a:solidFill>
                  <a:schemeClr val="folHlink"/>
                </a:solidFill>
                <a:latin typeface="Arial" panose="020B0604020202020204" pitchFamily="34" charset="0"/>
              </a:rPr>
              <a:t>M</a:t>
            </a:r>
          </a:p>
        </p:txBody>
      </p:sp>
      <p:pic>
        <p:nvPicPr>
          <p:cNvPr id="13337"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80100" y="4735513"/>
            <a:ext cx="503238"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338" name="Picture 7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30688" y="4735513"/>
            <a:ext cx="5016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339" name="Picture 7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01925" y="4772025"/>
            <a:ext cx="50165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aphicFrame>
        <p:nvGraphicFramePr>
          <p:cNvPr id="13340" name="Object 72">
            <a:hlinkClick r:id="" action="ppaction://ole?verb=0"/>
          </p:cNvPr>
          <p:cNvGraphicFramePr>
            <a:graphicFrameLocks/>
          </p:cNvGraphicFramePr>
          <p:nvPr/>
        </p:nvGraphicFramePr>
        <p:xfrm>
          <a:off x="4029075" y="1868488"/>
          <a:ext cx="635000" cy="1023937"/>
        </p:xfrm>
        <a:graphic>
          <a:graphicData uri="http://schemas.openxmlformats.org/presentationml/2006/ole">
            <mc:AlternateContent xmlns:mc="http://schemas.openxmlformats.org/markup-compatibility/2006">
              <mc:Choice xmlns:v="urn:schemas-microsoft-com:vml" Requires="v">
                <p:oleObj spid="_x0000_s13479" name="Microsoft ClipArt Gallery" r:id="rId5" imgW="2735263" imgH="3825875" progId="MS_ClipArt_Gallery">
                  <p:embed/>
                </p:oleObj>
              </mc:Choice>
              <mc:Fallback>
                <p:oleObj name="Microsoft ClipArt Gallery" r:id="rId5" imgW="2735263" imgH="3825875" progId="MS_ClipArt_Gallery">
                  <p:embed/>
                  <p:pic>
                    <p:nvPicPr>
                      <p:cNvPr id="0" name="Object 7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9075" y="1868488"/>
                        <a:ext cx="635000" cy="102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41" name="Line 73"/>
          <p:cNvSpPr>
            <a:spLocks noChangeShapeType="1"/>
          </p:cNvSpPr>
          <p:nvPr/>
        </p:nvSpPr>
        <p:spPr bwMode="auto">
          <a:xfrm>
            <a:off x="2170113" y="5765800"/>
            <a:ext cx="1412875"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 name="Line 74"/>
          <p:cNvSpPr>
            <a:spLocks noChangeShapeType="1"/>
          </p:cNvSpPr>
          <p:nvPr/>
        </p:nvSpPr>
        <p:spPr bwMode="auto">
          <a:xfrm>
            <a:off x="3848100" y="5765800"/>
            <a:ext cx="1414463"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3" name="Line 75"/>
          <p:cNvSpPr>
            <a:spLocks noChangeShapeType="1"/>
          </p:cNvSpPr>
          <p:nvPr/>
        </p:nvSpPr>
        <p:spPr bwMode="auto">
          <a:xfrm>
            <a:off x="5526088" y="5765800"/>
            <a:ext cx="141446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4" name="AutoShape 76"/>
          <p:cNvSpPr>
            <a:spLocks noChangeArrowheads="1"/>
          </p:cNvSpPr>
          <p:nvPr/>
        </p:nvSpPr>
        <p:spPr bwMode="auto">
          <a:xfrm rot="5400000">
            <a:off x="4358481" y="4406107"/>
            <a:ext cx="542925" cy="201612"/>
          </a:xfrm>
          <a:prstGeom prst="rightArrow">
            <a:avLst>
              <a:gd name="adj1" fmla="val 37500"/>
              <a:gd name="adj2" fmla="val 108203"/>
            </a:avLst>
          </a:prstGeom>
          <a:solidFill>
            <a:srgbClr val="33CC33"/>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3345" name="AutoShape 77"/>
          <p:cNvSpPr>
            <a:spLocks noChangeArrowheads="1"/>
          </p:cNvSpPr>
          <p:nvPr/>
        </p:nvSpPr>
        <p:spPr bwMode="auto">
          <a:xfrm rot="5400000">
            <a:off x="6037263" y="5270500"/>
            <a:ext cx="542925" cy="200025"/>
          </a:xfrm>
          <a:prstGeom prst="rightArrow">
            <a:avLst>
              <a:gd name="adj1" fmla="val 37500"/>
              <a:gd name="adj2" fmla="val 109062"/>
            </a:avLst>
          </a:prstGeom>
          <a:solidFill>
            <a:srgbClr val="33CC33"/>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3346" name="AutoShape 78"/>
          <p:cNvSpPr>
            <a:spLocks noChangeArrowheads="1"/>
          </p:cNvSpPr>
          <p:nvPr/>
        </p:nvSpPr>
        <p:spPr bwMode="auto">
          <a:xfrm rot="5400000">
            <a:off x="4358481" y="5252245"/>
            <a:ext cx="542925" cy="201612"/>
          </a:xfrm>
          <a:prstGeom prst="rightArrow">
            <a:avLst>
              <a:gd name="adj1" fmla="val 37500"/>
              <a:gd name="adj2" fmla="val 108203"/>
            </a:avLst>
          </a:prstGeom>
          <a:solidFill>
            <a:srgbClr val="33CC33"/>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3347" name="AutoShape 79"/>
          <p:cNvSpPr>
            <a:spLocks noChangeArrowheads="1"/>
          </p:cNvSpPr>
          <p:nvPr/>
        </p:nvSpPr>
        <p:spPr bwMode="auto">
          <a:xfrm rot="5400000">
            <a:off x="2882900" y="5253038"/>
            <a:ext cx="542925" cy="200025"/>
          </a:xfrm>
          <a:prstGeom prst="rightArrow">
            <a:avLst>
              <a:gd name="adj1" fmla="val 37500"/>
              <a:gd name="adj2" fmla="val 109062"/>
            </a:avLst>
          </a:prstGeom>
          <a:solidFill>
            <a:srgbClr val="33CC33"/>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3348" name="AutoShape 80"/>
          <p:cNvSpPr>
            <a:spLocks noChangeArrowheads="1"/>
          </p:cNvSpPr>
          <p:nvPr/>
        </p:nvSpPr>
        <p:spPr bwMode="auto">
          <a:xfrm rot="2017037">
            <a:off x="5303838" y="4214813"/>
            <a:ext cx="492125" cy="222250"/>
          </a:xfrm>
          <a:prstGeom prst="rightArrow">
            <a:avLst>
              <a:gd name="adj1" fmla="val 37500"/>
              <a:gd name="adj2" fmla="val 88971"/>
            </a:avLst>
          </a:prstGeom>
          <a:solidFill>
            <a:srgbClr val="33CC33"/>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3349" name="Line 81"/>
          <p:cNvSpPr>
            <a:spLocks noChangeShapeType="1"/>
          </p:cNvSpPr>
          <p:nvPr/>
        </p:nvSpPr>
        <p:spPr bwMode="auto">
          <a:xfrm>
            <a:off x="2436813" y="5765800"/>
            <a:ext cx="0" cy="487363"/>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0" name="Line 82"/>
          <p:cNvSpPr>
            <a:spLocks noChangeShapeType="1"/>
          </p:cNvSpPr>
          <p:nvPr/>
        </p:nvSpPr>
        <p:spPr bwMode="auto">
          <a:xfrm>
            <a:off x="3319463" y="5765800"/>
            <a:ext cx="0" cy="38893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1" name="Line 83"/>
          <p:cNvSpPr>
            <a:spLocks noChangeShapeType="1"/>
          </p:cNvSpPr>
          <p:nvPr/>
        </p:nvSpPr>
        <p:spPr bwMode="auto">
          <a:xfrm>
            <a:off x="4025900" y="5765800"/>
            <a:ext cx="0" cy="487363"/>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2" name="Line 84"/>
          <p:cNvSpPr>
            <a:spLocks noChangeShapeType="1"/>
          </p:cNvSpPr>
          <p:nvPr/>
        </p:nvSpPr>
        <p:spPr bwMode="auto">
          <a:xfrm>
            <a:off x="4997450" y="5765800"/>
            <a:ext cx="0" cy="38893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3" name="Line 85"/>
          <p:cNvSpPr>
            <a:spLocks noChangeShapeType="1"/>
          </p:cNvSpPr>
          <p:nvPr/>
        </p:nvSpPr>
        <p:spPr bwMode="auto">
          <a:xfrm>
            <a:off x="5703888" y="5765800"/>
            <a:ext cx="0" cy="38893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4" name="Line 86"/>
          <p:cNvSpPr>
            <a:spLocks noChangeShapeType="1"/>
          </p:cNvSpPr>
          <p:nvPr/>
        </p:nvSpPr>
        <p:spPr bwMode="auto">
          <a:xfrm>
            <a:off x="6762750" y="5765800"/>
            <a:ext cx="0" cy="487363"/>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355" name="Picture 8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89150" y="6007100"/>
            <a:ext cx="6127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56" name="Picture 88"/>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70213" y="6007100"/>
            <a:ext cx="6127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57" name="Picture 8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24275" y="6007100"/>
            <a:ext cx="6127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58" name="Picture 9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78363" y="6007100"/>
            <a:ext cx="6127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59" name="Picture 9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92738" y="6007100"/>
            <a:ext cx="6127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60" name="Picture 9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438900" y="6007100"/>
            <a:ext cx="614363"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61" name="Text Box 93"/>
          <p:cNvSpPr txBox="1">
            <a:spLocks noChangeArrowheads="1"/>
          </p:cNvSpPr>
          <p:nvPr/>
        </p:nvSpPr>
        <p:spPr bwMode="auto">
          <a:xfrm>
            <a:off x="2592388" y="586263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500" b="1">
                <a:solidFill>
                  <a:schemeClr val="folHlink"/>
                </a:solidFill>
                <a:latin typeface="Arial" panose="020B0604020202020204" pitchFamily="34" charset="0"/>
              </a:rPr>
              <a:t>…</a:t>
            </a:r>
          </a:p>
        </p:txBody>
      </p:sp>
      <p:sp>
        <p:nvSpPr>
          <p:cNvPr id="13362" name="Text Box 94"/>
          <p:cNvSpPr txBox="1">
            <a:spLocks noChangeArrowheads="1"/>
          </p:cNvSpPr>
          <p:nvPr/>
        </p:nvSpPr>
        <p:spPr bwMode="auto">
          <a:xfrm>
            <a:off x="5976938" y="586263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500" b="1">
                <a:solidFill>
                  <a:schemeClr val="folHlink"/>
                </a:solidFill>
                <a:latin typeface="Arial" panose="020B0604020202020204" pitchFamily="34" charset="0"/>
              </a:rPr>
              <a:t>…</a:t>
            </a:r>
          </a:p>
        </p:txBody>
      </p:sp>
      <p:sp>
        <p:nvSpPr>
          <p:cNvPr id="13363" name="Text Box 95"/>
          <p:cNvSpPr txBox="1">
            <a:spLocks noChangeArrowheads="1"/>
          </p:cNvSpPr>
          <p:nvPr/>
        </p:nvSpPr>
        <p:spPr bwMode="auto">
          <a:xfrm>
            <a:off x="4259263" y="5862638"/>
            <a:ext cx="600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500" b="1">
                <a:solidFill>
                  <a:schemeClr val="folHlink"/>
                </a:solidFill>
                <a:latin typeface="Arial" panose="020B0604020202020204" pitchFamily="34" charset="0"/>
              </a:rPr>
              <a:t>…</a:t>
            </a:r>
          </a:p>
        </p:txBody>
      </p:sp>
      <p:sp>
        <p:nvSpPr>
          <p:cNvPr id="13364" name="Text Box 96"/>
          <p:cNvSpPr txBox="1">
            <a:spLocks noChangeArrowheads="1"/>
          </p:cNvSpPr>
          <p:nvPr/>
        </p:nvSpPr>
        <p:spPr bwMode="auto">
          <a:xfrm>
            <a:off x="4664075" y="2901950"/>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1 </a:t>
            </a:r>
            <a:r>
              <a:rPr kumimoji="1" lang="zh-CN" altLang="en-US" sz="2400">
                <a:solidFill>
                  <a:schemeClr val="folHlink"/>
                </a:solidFill>
                <a:latin typeface="Arial" panose="020B0604020202020204" pitchFamily="34" charset="0"/>
              </a:rPr>
              <a:t>个</a:t>
            </a:r>
          </a:p>
        </p:txBody>
      </p:sp>
      <p:sp>
        <p:nvSpPr>
          <p:cNvPr id="13365" name="Text Box 97"/>
          <p:cNvSpPr txBox="1">
            <a:spLocks noChangeArrowheads="1"/>
          </p:cNvSpPr>
          <p:nvPr/>
        </p:nvSpPr>
        <p:spPr bwMode="auto">
          <a:xfrm>
            <a:off x="2994025" y="3789363"/>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1 </a:t>
            </a:r>
            <a:r>
              <a:rPr kumimoji="1" lang="zh-CN" altLang="en-US" sz="2400">
                <a:solidFill>
                  <a:schemeClr val="folHlink"/>
                </a:solidFill>
                <a:latin typeface="Arial" panose="020B0604020202020204" pitchFamily="34" charset="0"/>
              </a:rPr>
              <a:t>个</a:t>
            </a:r>
          </a:p>
        </p:txBody>
      </p:sp>
      <p:sp>
        <p:nvSpPr>
          <p:cNvPr id="13366" name="Text Box 98"/>
          <p:cNvSpPr txBox="1">
            <a:spLocks noChangeArrowheads="1"/>
          </p:cNvSpPr>
          <p:nvPr/>
        </p:nvSpPr>
        <p:spPr bwMode="auto">
          <a:xfrm>
            <a:off x="5700713" y="4051300"/>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1 </a:t>
            </a:r>
            <a:r>
              <a:rPr kumimoji="1" lang="zh-CN" altLang="en-US" sz="2400">
                <a:solidFill>
                  <a:schemeClr val="folHlink"/>
                </a:solidFill>
                <a:latin typeface="Arial" panose="020B0604020202020204" pitchFamily="34" charset="0"/>
              </a:rPr>
              <a:t>个</a:t>
            </a:r>
          </a:p>
        </p:txBody>
      </p:sp>
      <p:sp>
        <p:nvSpPr>
          <p:cNvPr id="13367" name="Text Box 100"/>
          <p:cNvSpPr txBox="1">
            <a:spLocks noChangeArrowheads="1"/>
          </p:cNvSpPr>
          <p:nvPr/>
        </p:nvSpPr>
        <p:spPr bwMode="auto">
          <a:xfrm>
            <a:off x="4643438" y="5084763"/>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1 </a:t>
            </a:r>
            <a:r>
              <a:rPr kumimoji="1" lang="zh-CN" altLang="en-US" sz="2400">
                <a:solidFill>
                  <a:schemeClr val="folHlink"/>
                </a:solidFill>
                <a:latin typeface="Arial" panose="020B0604020202020204" pitchFamily="34" charset="0"/>
              </a:rPr>
              <a:t>个</a:t>
            </a:r>
          </a:p>
        </p:txBody>
      </p:sp>
      <p:sp>
        <p:nvSpPr>
          <p:cNvPr id="13368" name="Text Box 102"/>
          <p:cNvSpPr txBox="1">
            <a:spLocks noChangeArrowheads="1"/>
          </p:cNvSpPr>
          <p:nvPr/>
        </p:nvSpPr>
        <p:spPr bwMode="auto">
          <a:xfrm>
            <a:off x="4637088" y="4267200"/>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400">
                <a:solidFill>
                  <a:schemeClr val="folHlink"/>
                </a:solidFill>
                <a:latin typeface="Arial" panose="020B0604020202020204" pitchFamily="34" charset="0"/>
              </a:rPr>
              <a:t>1 </a:t>
            </a:r>
            <a:r>
              <a:rPr kumimoji="1" lang="zh-CN" altLang="en-US" sz="2400">
                <a:solidFill>
                  <a:schemeClr val="folHlink"/>
                </a:solidFill>
                <a:latin typeface="Arial" panose="020B0604020202020204" pitchFamily="34" charset="0"/>
              </a:rPr>
              <a:t>个</a:t>
            </a:r>
          </a:p>
        </p:txBody>
      </p:sp>
      <p:sp>
        <p:nvSpPr>
          <p:cNvPr id="13369" name="Text Box 103"/>
          <p:cNvSpPr txBox="1">
            <a:spLocks noChangeArrowheads="1"/>
          </p:cNvSpPr>
          <p:nvPr/>
        </p:nvSpPr>
        <p:spPr bwMode="auto">
          <a:xfrm>
            <a:off x="4675188" y="2249488"/>
            <a:ext cx="2046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zh-CN" altLang="en-US" sz="2400">
                <a:solidFill>
                  <a:schemeClr val="folHlink"/>
                </a:solidFill>
                <a:latin typeface="Arial" panose="020B0604020202020204" pitchFamily="34" charset="0"/>
              </a:rPr>
              <a:t>发送 </a:t>
            </a:r>
            <a:r>
              <a:rPr kumimoji="1" lang="en-US" altLang="zh-CN" sz="2400">
                <a:solidFill>
                  <a:schemeClr val="folHlink"/>
                </a:solidFill>
                <a:latin typeface="Arial" panose="020B0604020202020204" pitchFamily="34" charset="0"/>
              </a:rPr>
              <a:t>1 </a:t>
            </a:r>
            <a:r>
              <a:rPr kumimoji="1" lang="zh-CN" altLang="en-US" sz="2400">
                <a:solidFill>
                  <a:schemeClr val="folHlink"/>
                </a:solidFill>
                <a:latin typeface="Arial" panose="020B0604020202020204" pitchFamily="34" charset="0"/>
              </a:rPr>
              <a:t>次多播</a:t>
            </a:r>
          </a:p>
        </p:txBody>
      </p:sp>
      <p:sp>
        <p:nvSpPr>
          <p:cNvPr id="13370" name="Text Box 104"/>
          <p:cNvSpPr txBox="1">
            <a:spLocks noChangeArrowheads="1"/>
          </p:cNvSpPr>
          <p:nvPr/>
        </p:nvSpPr>
        <p:spPr bwMode="auto">
          <a:xfrm>
            <a:off x="4675188" y="347662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zh-CN" altLang="en-US" sz="2400">
                <a:solidFill>
                  <a:schemeClr val="folHlink"/>
                </a:solidFill>
                <a:latin typeface="Arial" panose="020B0604020202020204" pitchFamily="34" charset="0"/>
              </a:rPr>
              <a:t>复制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9553" y="908720"/>
            <a:ext cx="3672408" cy="695325"/>
          </a:xfrm>
        </p:spPr>
        <p:txBody>
          <a:bodyPr/>
          <a:lstStyle/>
          <a:p>
            <a:pPr eaLnBrk="1" hangingPunct="1"/>
            <a:r>
              <a:rPr lang="en-US" altLang="zh-CN" sz="2800" dirty="0">
                <a:latin typeface="微软雅黑" panose="020B0503020204020204" pitchFamily="34" charset="-122"/>
                <a:ea typeface="微软雅黑" panose="020B0503020204020204" pitchFamily="34" charset="-122"/>
              </a:rPr>
              <a:t>IP </a:t>
            </a:r>
            <a:r>
              <a:rPr lang="zh-CN" altLang="en-US" sz="2800" dirty="0">
                <a:latin typeface="微软雅黑" panose="020B0503020204020204" pitchFamily="34" charset="-122"/>
                <a:ea typeface="微软雅黑" panose="020B0503020204020204" pitchFamily="34" charset="-122"/>
              </a:rPr>
              <a:t>组播的一些特点 </a:t>
            </a:r>
          </a:p>
        </p:txBody>
      </p:sp>
      <p:sp>
        <p:nvSpPr>
          <p:cNvPr id="613379" name="Rectangle 3"/>
          <p:cNvSpPr>
            <a:spLocks noGrp="1" noChangeArrowheads="1"/>
          </p:cNvSpPr>
          <p:nvPr>
            <p:ph type="body" idx="1"/>
          </p:nvPr>
        </p:nvSpPr>
        <p:spPr>
          <a:xfrm>
            <a:off x="566738" y="1752600"/>
            <a:ext cx="8001000" cy="3116559"/>
          </a:xfrm>
        </p:spPr>
        <p:txBody>
          <a:bodyPr/>
          <a:lstStyle/>
          <a:p>
            <a:pPr marL="457200" indent="-457200" algn="just" eaLnBrk="1" hangingPunct="1">
              <a:lnSpc>
                <a:spcPct val="120000"/>
              </a:lnSpc>
              <a:spcBef>
                <a:spcPts val="600"/>
              </a:spcBef>
              <a:buAutoNum type="arabicParenBoth"/>
            </a:pPr>
            <a:r>
              <a:rPr lang="zh-CN" altLang="en-US" sz="2400" dirty="0">
                <a:latin typeface="微软雅黑" panose="020B0503020204020204" pitchFamily="34" charset="-122"/>
                <a:ea typeface="微软雅黑" panose="020B0503020204020204" pitchFamily="34" charset="-122"/>
              </a:rPr>
              <a:t>组播使用</a:t>
            </a:r>
            <a:r>
              <a:rPr lang="en-US" altLang="zh-CN" sz="2400" dirty="0">
                <a:latin typeface="微软雅黑" panose="020B0503020204020204" pitchFamily="34" charset="-122"/>
                <a:ea typeface="微软雅黑" panose="020B0503020204020204" pitchFamily="34" charset="-122"/>
              </a:rPr>
              <a:t>224.0.0.0</a:t>
            </a:r>
            <a:r>
              <a:rPr lang="zh-CN" altLang="en-US" sz="2400" dirty="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239.255.255.255 </a:t>
            </a:r>
            <a:r>
              <a:rPr lang="zh-CN" altLang="en-US" sz="2400" dirty="0">
                <a:latin typeface="微软雅黑" panose="020B0503020204020204" pitchFamily="34" charset="-122"/>
                <a:ea typeface="微软雅黑" panose="020B0503020204020204" pitchFamily="34" charset="-122"/>
              </a:rPr>
              <a:t>的</a:t>
            </a:r>
            <a:r>
              <a:rPr lang="en-US" altLang="zh-CN" sz="2400" dirty="0">
                <a:latin typeface="微软雅黑" panose="020B0503020204020204" pitchFamily="34" charset="-122"/>
                <a:ea typeface="微软雅黑" panose="020B0503020204020204" pitchFamily="34" charset="-122"/>
              </a:rPr>
              <a:t>D</a:t>
            </a:r>
            <a:r>
              <a:rPr lang="zh-CN" altLang="en-US" sz="2400" dirty="0">
                <a:latin typeface="微软雅黑" panose="020B0503020204020204" pitchFamily="34" charset="-122"/>
                <a:ea typeface="微软雅黑" panose="020B0503020204020204" pitchFamily="34" charset="-122"/>
              </a:rPr>
              <a:t>类组地址，组播地址定义了组播的组，组播地址只能用于目的地址，而不能用于源地址，源地址总是单播地址。基于传输层的</a:t>
            </a:r>
            <a:r>
              <a:rPr lang="en-US" altLang="zh-CN" sz="2400" dirty="0">
                <a:latin typeface="微软雅黑" panose="020B0503020204020204" pitchFamily="34" charset="-122"/>
                <a:ea typeface="微软雅黑" panose="020B0503020204020204" pitchFamily="34" charset="-122"/>
              </a:rPr>
              <a:t>UDP</a:t>
            </a:r>
            <a:r>
              <a:rPr lang="zh-CN" altLang="en-US" sz="2400" dirty="0">
                <a:latin typeface="微软雅黑" panose="020B0503020204020204" pitchFamily="34" charset="-122"/>
                <a:ea typeface="微软雅黑" panose="020B0503020204020204" pitchFamily="34" charset="-122"/>
              </a:rPr>
              <a:t>协议；</a:t>
            </a:r>
            <a:endParaRPr lang="en-US" altLang="zh-CN" sz="2400" dirty="0">
              <a:latin typeface="微软雅黑" panose="020B0503020204020204" pitchFamily="34" charset="-122"/>
              <a:ea typeface="微软雅黑" panose="020B0503020204020204" pitchFamily="34" charset="-122"/>
            </a:endParaRPr>
          </a:p>
          <a:p>
            <a:pPr marL="457200" indent="-457200" algn="just" eaLnBrk="1" hangingPunct="1">
              <a:lnSpc>
                <a:spcPct val="120000"/>
              </a:lnSpc>
              <a:spcBef>
                <a:spcPts val="600"/>
              </a:spcBef>
              <a:buAutoNum type="arabicParenBoth"/>
            </a:pPr>
            <a:r>
              <a:rPr lang="zh-CN" altLang="en-US" sz="2400" dirty="0">
                <a:latin typeface="微软雅黑" panose="020B0503020204020204" pitchFamily="34" charset="-122"/>
                <a:ea typeface="微软雅黑" panose="020B0503020204020204" pitchFamily="34" charset="-122"/>
              </a:rPr>
              <a:t>任何没有启用</a:t>
            </a:r>
            <a:r>
              <a:rPr lang="en-US" altLang="zh-CN" sz="2400" dirty="0">
                <a:latin typeface="微软雅黑" panose="020B0503020204020204" pitchFamily="34" charset="-122"/>
                <a:ea typeface="微软雅黑" panose="020B0503020204020204" pitchFamily="34" charset="-122"/>
              </a:rPr>
              <a:t>IGMP</a:t>
            </a:r>
            <a:r>
              <a:rPr lang="zh-CN" altLang="en-US" sz="2400" dirty="0">
                <a:latin typeface="微软雅黑" panose="020B0503020204020204" pitchFamily="34" charset="-122"/>
                <a:ea typeface="微软雅黑" panose="020B0503020204020204" pitchFamily="34" charset="-122"/>
              </a:rPr>
              <a:t>的路由器都会简单丢弃接收到的组播数据。</a:t>
            </a:r>
          </a:p>
          <a:p>
            <a:pPr marL="447675" indent="-447675" algn="just" eaLnBrk="1" hangingPunct="1">
              <a:lnSpc>
                <a:spcPct val="120000"/>
              </a:lnSpc>
              <a:spcBef>
                <a:spcPts val="600"/>
              </a:spcBef>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动态的组成员管理，即组中的主机成员可以动态加入和退出。 </a:t>
            </a:r>
            <a:endParaRPr lang="en-US" altLang="zh-CN" sz="2400" dirty="0">
              <a:latin typeface="微软雅黑" panose="020B0503020204020204" pitchFamily="34" charset="-122"/>
              <a:ea typeface="微软雅黑" panose="020B0503020204020204" pitchFamily="34" charset="-122"/>
            </a:endParaRPr>
          </a:p>
          <a:p>
            <a:pPr algn="just" eaLnBrk="1" hangingPunct="1">
              <a:lnSpc>
                <a:spcPct val="120000"/>
              </a:lnSpc>
              <a:spcBef>
                <a:spcPts val="600"/>
              </a:spcBef>
              <a:buFont typeface="Wingdings" panose="05000000000000000000" pitchFamily="2" charset="2"/>
              <a:buNone/>
            </a:pP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574675" y="765175"/>
            <a:ext cx="8001000" cy="755650"/>
          </a:xfrm>
        </p:spPr>
        <p:txBody>
          <a:bodyPr/>
          <a:lstStyle/>
          <a:p>
            <a:pPr marL="469900" indent="-469900" eaLnBrk="1" hangingPunct="1">
              <a:lnSpc>
                <a:spcPct val="120000"/>
              </a:lnSpc>
              <a:spcBef>
                <a:spcPct val="20000"/>
              </a:spcBef>
              <a:buClr>
                <a:schemeClr val="accent2"/>
              </a:buClr>
            </a:pPr>
            <a:r>
              <a:rPr lang="zh-CN" altLang="en-US" sz="2800" dirty="0">
                <a:solidFill>
                  <a:schemeClr val="tx1"/>
                </a:solidFill>
                <a:latin typeface="微软雅黑" panose="020B0503020204020204" pitchFamily="34" charset="-122"/>
                <a:ea typeface="微软雅黑" panose="020B0503020204020204" pitchFamily="34" charset="-122"/>
                <a:cs typeface="+mn-cs"/>
              </a:rPr>
              <a:t>网际组管理协议 </a:t>
            </a:r>
            <a:r>
              <a:rPr lang="en-US" altLang="zh-CN" sz="2800" dirty="0">
                <a:solidFill>
                  <a:schemeClr val="tx1"/>
                </a:solidFill>
                <a:latin typeface="微软雅黑" panose="020B0503020204020204" pitchFamily="34" charset="-122"/>
                <a:ea typeface="微软雅黑" panose="020B0503020204020204" pitchFamily="34" charset="-122"/>
                <a:cs typeface="+mn-cs"/>
              </a:rPr>
              <a:t>IGMP</a:t>
            </a:r>
            <a:r>
              <a:rPr lang="zh-CN" altLang="en-US" sz="2800" dirty="0">
                <a:solidFill>
                  <a:schemeClr val="tx1"/>
                </a:solidFill>
                <a:latin typeface="微软雅黑" panose="020B0503020204020204" pitchFamily="34" charset="-122"/>
                <a:ea typeface="微软雅黑" panose="020B0503020204020204" pitchFamily="34" charset="-122"/>
                <a:cs typeface="+mn-cs"/>
              </a:rPr>
              <a:t>和多播路由选择协议</a:t>
            </a:r>
          </a:p>
        </p:txBody>
      </p:sp>
      <p:sp>
        <p:nvSpPr>
          <p:cNvPr id="17411" name="Rectangle 3"/>
          <p:cNvSpPr>
            <a:spLocks noGrp="1" noChangeArrowheads="1"/>
          </p:cNvSpPr>
          <p:nvPr>
            <p:ph type="body" idx="1"/>
          </p:nvPr>
        </p:nvSpPr>
        <p:spPr>
          <a:xfrm>
            <a:off x="574675" y="1772816"/>
            <a:ext cx="8208962" cy="4475163"/>
          </a:xfrm>
        </p:spPr>
        <p:txBody>
          <a:bodyPr/>
          <a:lstStyle/>
          <a:p>
            <a:pPr eaLnBrk="1" hangingPunct="1">
              <a:lnSpc>
                <a:spcPct val="120000"/>
              </a:lnSpc>
              <a:buFont typeface="Wingdings" panose="05000000000000000000" pitchFamily="2" charset="2"/>
              <a:buNone/>
            </a:pPr>
            <a:r>
              <a:rPr lang="en-US" altLang="zh-CN" sz="2600" dirty="0">
                <a:latin typeface="微软雅黑" panose="020B0503020204020204" pitchFamily="34" charset="-122"/>
                <a:ea typeface="微软雅黑" panose="020B0503020204020204" pitchFamily="34" charset="-122"/>
              </a:rPr>
              <a:t>IP</a:t>
            </a:r>
            <a:r>
              <a:rPr lang="zh-CN" altLang="en-US" sz="2600" dirty="0">
                <a:latin typeface="微软雅黑" panose="020B0503020204020204" pitchFamily="34" charset="-122"/>
                <a:ea typeface="微软雅黑" panose="020B0503020204020204" pitchFamily="34" charset="-122"/>
              </a:rPr>
              <a:t>组播需要两种协议</a:t>
            </a:r>
            <a:endParaRPr lang="en-US" altLang="zh-CN" sz="2600" dirty="0">
              <a:latin typeface="微软雅黑" panose="020B0503020204020204" pitchFamily="34" charset="-122"/>
              <a:ea typeface="微软雅黑" panose="020B0503020204020204" pitchFamily="34" charset="-122"/>
            </a:endParaRPr>
          </a:p>
          <a:p>
            <a:pPr eaLnBrk="1" hangingPunct="1">
              <a:lnSpc>
                <a:spcPct val="120000"/>
              </a:lnSpc>
              <a:buFont typeface="Wingdings" panose="05000000000000000000" pitchFamily="2" charset="2"/>
              <a:buChar char="l"/>
            </a:pPr>
            <a:r>
              <a:rPr lang="zh-CN" altLang="en-US" sz="2600" dirty="0">
                <a:latin typeface="微软雅黑" panose="020B0503020204020204" pitchFamily="34" charset="-122"/>
                <a:ea typeface="微软雅黑" panose="020B0503020204020204" pitchFamily="34" charset="-122"/>
              </a:rPr>
              <a:t>为了使路由器知道组播组成员的信息，需要利用</a:t>
            </a:r>
            <a:r>
              <a:rPr lang="zh-CN" altLang="en-US" sz="2600" dirty="0">
                <a:solidFill>
                  <a:schemeClr val="hlink"/>
                </a:solidFill>
                <a:latin typeface="微软雅黑" panose="020B0503020204020204" pitchFamily="34" charset="-122"/>
                <a:ea typeface="微软雅黑" panose="020B0503020204020204" pitchFamily="34" charset="-122"/>
              </a:rPr>
              <a:t>网际组管理协议 </a:t>
            </a:r>
            <a:r>
              <a:rPr lang="en-US" altLang="zh-CN" sz="2600" dirty="0">
                <a:solidFill>
                  <a:schemeClr val="hlink"/>
                </a:solidFill>
                <a:latin typeface="微软雅黑" panose="020B0503020204020204" pitchFamily="34" charset="-122"/>
                <a:ea typeface="微软雅黑" panose="020B0503020204020204" pitchFamily="34" charset="-122"/>
              </a:rPr>
              <a:t>IGMP</a:t>
            </a:r>
            <a:r>
              <a:rPr lang="en-US" altLang="zh-CN" sz="26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(Internet Group Management Protocol)</a:t>
            </a:r>
            <a:r>
              <a:rPr lang="zh-CN" altLang="en-US"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eaLnBrk="1" hangingPunct="1">
              <a:lnSpc>
                <a:spcPct val="120000"/>
              </a:lnSpc>
              <a:buFont typeface="Wingdings" panose="05000000000000000000" pitchFamily="2" charset="2"/>
              <a:buChar char="l"/>
            </a:pPr>
            <a:r>
              <a:rPr lang="zh-CN" altLang="en-US" sz="2600" dirty="0">
                <a:latin typeface="微软雅黑" panose="020B0503020204020204" pitchFamily="34" charset="-122"/>
                <a:ea typeface="微软雅黑" panose="020B0503020204020204" pitchFamily="34" charset="-122"/>
              </a:rPr>
              <a:t>连接在局域网上的组播路由器还必须和因特网上的其他组播路由器协同工作，以便把组播数据报用最小代价传送给所有的组成员。这就需要使用组</a:t>
            </a:r>
            <a:r>
              <a:rPr lang="zh-CN" altLang="en-US" sz="2600" dirty="0">
                <a:solidFill>
                  <a:schemeClr val="hlink"/>
                </a:solidFill>
                <a:latin typeface="微软雅黑" panose="020B0503020204020204" pitchFamily="34" charset="-122"/>
                <a:ea typeface="微软雅黑" panose="020B0503020204020204" pitchFamily="34" charset="-122"/>
              </a:rPr>
              <a:t>播路由选择协议</a:t>
            </a:r>
            <a:r>
              <a:rPr lang="zh-CN" altLang="en-US" sz="2600"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411413" y="2997200"/>
            <a:ext cx="3889375" cy="755650"/>
          </a:xfrm>
        </p:spPr>
        <p:txBody>
          <a:bodyPr/>
          <a:lstStyle/>
          <a:p>
            <a:pPr eaLnBrk="1" hangingPunct="1"/>
            <a:r>
              <a:rPr lang="zh-CN" altLang="en-US" sz="2800" b="1" dirty="0">
                <a:solidFill>
                  <a:schemeClr val="tx1"/>
                </a:solidFill>
                <a:latin typeface="黑体" panose="02010609060101010101" pitchFamily="49" charset="-122"/>
                <a:ea typeface="黑体" panose="02010609060101010101" pitchFamily="49" charset="-122"/>
              </a:rPr>
              <a:t>网际组管理协议 </a:t>
            </a:r>
            <a:r>
              <a:rPr lang="en-US" altLang="zh-CN" sz="2800" b="1" dirty="0">
                <a:solidFill>
                  <a:schemeClr val="tx1"/>
                </a:solidFill>
                <a:latin typeface="黑体" panose="02010609060101010101" pitchFamily="49" charset="-122"/>
                <a:ea typeface="黑体" panose="02010609060101010101" pitchFamily="49" charset="-122"/>
              </a:rPr>
              <a:t>IGMP</a:t>
            </a:r>
            <a:endParaRPr lang="zh-CN" altLang="en-US" sz="2800" b="1"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云形 70"/>
          <p:cNvSpPr/>
          <p:nvPr/>
        </p:nvSpPr>
        <p:spPr bwMode="auto">
          <a:xfrm rot="15009691">
            <a:off x="3579019" y="923131"/>
            <a:ext cx="2714625" cy="3344863"/>
          </a:xfrm>
          <a:prstGeom prst="cloud">
            <a:avLst/>
          </a:prstGeom>
          <a:solidFill>
            <a:schemeClr val="accent2">
              <a:lumMod val="20000"/>
              <a:lumOff val="80000"/>
              <a:alpha val="70000"/>
            </a:schemeClr>
          </a:solidFill>
          <a:ln>
            <a:noFill/>
          </a:ln>
          <a:effectLst/>
        </p:spPr>
        <p:txBody>
          <a:bodyPr anchor="b"/>
          <a:lstStyle/>
          <a:p>
            <a:pPr algn="ctr" eaLnBrk="1" hangingPunct="1">
              <a:defRPr/>
            </a:pPr>
            <a:endParaRPr lang="zh-CN" altLang="en-US"/>
          </a:p>
        </p:txBody>
      </p:sp>
      <p:sp>
        <p:nvSpPr>
          <p:cNvPr id="70" name="云形 69"/>
          <p:cNvSpPr/>
          <p:nvPr/>
        </p:nvSpPr>
        <p:spPr bwMode="auto">
          <a:xfrm>
            <a:off x="6615113" y="3065463"/>
            <a:ext cx="2714625" cy="3343275"/>
          </a:xfrm>
          <a:prstGeom prst="cloud">
            <a:avLst/>
          </a:prstGeom>
          <a:solidFill>
            <a:schemeClr val="accent2">
              <a:lumMod val="20000"/>
              <a:lumOff val="80000"/>
              <a:alpha val="70000"/>
            </a:schemeClr>
          </a:solidFill>
          <a:ln>
            <a:noFill/>
          </a:ln>
          <a:effectLst/>
        </p:spPr>
        <p:txBody>
          <a:bodyPr anchor="b"/>
          <a:lstStyle/>
          <a:p>
            <a:pPr algn="ctr" eaLnBrk="1" hangingPunct="1">
              <a:defRPr/>
            </a:pPr>
            <a:endParaRPr lang="zh-CN" altLang="en-US"/>
          </a:p>
        </p:txBody>
      </p:sp>
      <p:sp>
        <p:nvSpPr>
          <p:cNvPr id="3" name="云形 2"/>
          <p:cNvSpPr/>
          <p:nvPr/>
        </p:nvSpPr>
        <p:spPr bwMode="auto">
          <a:xfrm>
            <a:off x="0" y="2532063"/>
            <a:ext cx="2714625" cy="3344862"/>
          </a:xfrm>
          <a:prstGeom prst="cloud">
            <a:avLst/>
          </a:prstGeom>
          <a:solidFill>
            <a:schemeClr val="accent2">
              <a:lumMod val="20000"/>
              <a:lumOff val="80000"/>
              <a:alpha val="70000"/>
            </a:schemeClr>
          </a:solidFill>
          <a:ln>
            <a:noFill/>
          </a:ln>
          <a:effectLst/>
        </p:spPr>
        <p:txBody>
          <a:bodyPr anchor="b"/>
          <a:lstStyle/>
          <a:p>
            <a:pPr algn="ctr" eaLnBrk="1" hangingPunct="1">
              <a:defRPr/>
            </a:pPr>
            <a:endParaRPr lang="zh-CN" altLang="en-US"/>
          </a:p>
        </p:txBody>
      </p:sp>
      <p:sp>
        <p:nvSpPr>
          <p:cNvPr id="21509" name="Rectangle 4"/>
          <p:cNvSpPr>
            <a:spLocks noGrp="1" noChangeArrowheads="1"/>
          </p:cNvSpPr>
          <p:nvPr>
            <p:ph type="title"/>
          </p:nvPr>
        </p:nvSpPr>
        <p:spPr>
          <a:xfrm>
            <a:off x="552450" y="858838"/>
            <a:ext cx="7845425" cy="668337"/>
          </a:xfrm>
        </p:spPr>
        <p:txBody>
          <a:bodyPr/>
          <a:lstStyle/>
          <a:p>
            <a:pPr eaLnBrk="1" hangingPunct="1"/>
            <a:r>
              <a:rPr lang="en-US" altLang="zh-CN" sz="2800" dirty="0">
                <a:latin typeface="微软雅黑" panose="020B0503020204020204" pitchFamily="34" charset="-122"/>
                <a:ea typeface="微软雅黑" panose="020B0503020204020204" pitchFamily="34" charset="-122"/>
              </a:rPr>
              <a:t>IGMP </a:t>
            </a:r>
            <a:r>
              <a:rPr lang="zh-CN" altLang="en-US" sz="2800" dirty="0">
                <a:latin typeface="微软雅黑" panose="020B0503020204020204" pitchFamily="34" charset="-122"/>
                <a:ea typeface="微软雅黑" panose="020B0503020204020204" pitchFamily="34" charset="-122"/>
              </a:rPr>
              <a:t>使组播路由器知道组播组成员信息 </a:t>
            </a:r>
          </a:p>
        </p:txBody>
      </p:sp>
      <p:sp>
        <p:nvSpPr>
          <p:cNvPr id="21510" name="Line 5"/>
          <p:cNvSpPr>
            <a:spLocks noChangeShapeType="1"/>
          </p:cNvSpPr>
          <p:nvPr/>
        </p:nvSpPr>
        <p:spPr bwMode="auto">
          <a:xfrm>
            <a:off x="4587875" y="5176838"/>
            <a:ext cx="0" cy="661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1" name="Line 6"/>
          <p:cNvSpPr>
            <a:spLocks noChangeShapeType="1"/>
          </p:cNvSpPr>
          <p:nvPr/>
        </p:nvSpPr>
        <p:spPr bwMode="auto">
          <a:xfrm>
            <a:off x="784225" y="5187950"/>
            <a:ext cx="6048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2" name="Line 7"/>
          <p:cNvSpPr>
            <a:spLocks noChangeShapeType="1"/>
          </p:cNvSpPr>
          <p:nvPr/>
        </p:nvSpPr>
        <p:spPr bwMode="auto">
          <a:xfrm>
            <a:off x="784225" y="3860800"/>
            <a:ext cx="6048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3" name="Line 8"/>
          <p:cNvSpPr>
            <a:spLocks noChangeShapeType="1"/>
          </p:cNvSpPr>
          <p:nvPr/>
        </p:nvSpPr>
        <p:spPr bwMode="auto">
          <a:xfrm>
            <a:off x="4587875" y="3195638"/>
            <a:ext cx="0" cy="665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4" name="Line 9"/>
          <p:cNvSpPr>
            <a:spLocks noChangeShapeType="1"/>
          </p:cNvSpPr>
          <p:nvPr/>
        </p:nvSpPr>
        <p:spPr bwMode="auto">
          <a:xfrm>
            <a:off x="6227763" y="4619625"/>
            <a:ext cx="14700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5" name="Line 10"/>
          <p:cNvSpPr>
            <a:spLocks noChangeShapeType="1"/>
          </p:cNvSpPr>
          <p:nvPr/>
        </p:nvSpPr>
        <p:spPr bwMode="auto">
          <a:xfrm>
            <a:off x="1389063" y="4429125"/>
            <a:ext cx="13827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6" name="Line 11"/>
          <p:cNvSpPr>
            <a:spLocks noChangeShapeType="1"/>
          </p:cNvSpPr>
          <p:nvPr/>
        </p:nvSpPr>
        <p:spPr bwMode="auto">
          <a:xfrm>
            <a:off x="7697788" y="5472113"/>
            <a:ext cx="603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7" name="Line 12"/>
          <p:cNvSpPr>
            <a:spLocks noChangeShapeType="1"/>
          </p:cNvSpPr>
          <p:nvPr/>
        </p:nvSpPr>
        <p:spPr bwMode="auto">
          <a:xfrm>
            <a:off x="7697788" y="4144963"/>
            <a:ext cx="5175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8" name="Line 13"/>
          <p:cNvSpPr>
            <a:spLocks noChangeShapeType="1"/>
          </p:cNvSpPr>
          <p:nvPr/>
        </p:nvSpPr>
        <p:spPr bwMode="auto">
          <a:xfrm flipV="1">
            <a:off x="5276850" y="2627313"/>
            <a:ext cx="0" cy="571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9" name="Line 14"/>
          <p:cNvSpPr>
            <a:spLocks noChangeShapeType="1"/>
          </p:cNvSpPr>
          <p:nvPr/>
        </p:nvSpPr>
        <p:spPr bwMode="auto">
          <a:xfrm flipV="1">
            <a:off x="3722688" y="2627313"/>
            <a:ext cx="0" cy="571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1520"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70375" y="3319463"/>
            <a:ext cx="606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1521" name="Picture 1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63925" y="2251075"/>
            <a:ext cx="600075"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22" name="Text Box 17"/>
          <p:cNvSpPr txBox="1">
            <a:spLocks noChangeArrowheads="1"/>
          </p:cNvSpPr>
          <p:nvPr/>
        </p:nvSpPr>
        <p:spPr bwMode="auto">
          <a:xfrm>
            <a:off x="4554538" y="1773238"/>
            <a:ext cx="1965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folHlink"/>
                </a:solidFill>
                <a:latin typeface="Arial" panose="020B0604020202020204" pitchFamily="34" charset="0"/>
              </a:rPr>
              <a:t>128.56.24.34</a:t>
            </a:r>
          </a:p>
        </p:txBody>
      </p:sp>
      <p:sp>
        <p:nvSpPr>
          <p:cNvPr id="21523" name="Text Box 18"/>
          <p:cNvSpPr txBox="1">
            <a:spLocks noChangeArrowheads="1"/>
          </p:cNvSpPr>
          <p:nvPr/>
        </p:nvSpPr>
        <p:spPr bwMode="auto">
          <a:xfrm>
            <a:off x="0" y="3003550"/>
            <a:ext cx="1965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folHlink"/>
                </a:solidFill>
                <a:latin typeface="Arial" panose="020B0604020202020204" pitchFamily="34" charset="0"/>
              </a:rPr>
              <a:t>135.27.74.52</a:t>
            </a:r>
          </a:p>
        </p:txBody>
      </p:sp>
      <p:sp>
        <p:nvSpPr>
          <p:cNvPr id="21524" name="Text Box 19"/>
          <p:cNvSpPr txBox="1">
            <a:spLocks noChangeArrowheads="1"/>
          </p:cNvSpPr>
          <p:nvPr/>
        </p:nvSpPr>
        <p:spPr bwMode="auto">
          <a:xfrm>
            <a:off x="7092950" y="3259138"/>
            <a:ext cx="1965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folHlink"/>
                </a:solidFill>
                <a:latin typeface="Arial" panose="020B0604020202020204" pitchFamily="34" charset="0"/>
              </a:rPr>
              <a:t>130.12.14.56</a:t>
            </a:r>
          </a:p>
        </p:txBody>
      </p:sp>
      <p:sp>
        <p:nvSpPr>
          <p:cNvPr id="21525" name="Text Box 20"/>
          <p:cNvSpPr txBox="1">
            <a:spLocks noChangeArrowheads="1"/>
          </p:cNvSpPr>
          <p:nvPr/>
        </p:nvSpPr>
        <p:spPr bwMode="auto">
          <a:xfrm>
            <a:off x="7164388" y="5564188"/>
            <a:ext cx="1965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folHlink"/>
                </a:solidFill>
                <a:latin typeface="Arial" panose="020B0604020202020204" pitchFamily="34" charset="0"/>
              </a:rPr>
              <a:t>130.12.14.43</a:t>
            </a:r>
          </a:p>
        </p:txBody>
      </p:sp>
      <p:pic>
        <p:nvPicPr>
          <p:cNvPr id="21526" name="Picture 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6813" y="2235200"/>
            <a:ext cx="6000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7"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425" y="4810125"/>
            <a:ext cx="6000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8"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8463" y="3467100"/>
            <a:ext cx="600075"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9"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43875" y="4995863"/>
            <a:ext cx="600075"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30"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58150" y="3657600"/>
            <a:ext cx="6000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31" name="Line 26"/>
          <p:cNvSpPr>
            <a:spLocks noChangeShapeType="1"/>
          </p:cNvSpPr>
          <p:nvPr/>
        </p:nvSpPr>
        <p:spPr bwMode="auto">
          <a:xfrm>
            <a:off x="3203575" y="3195638"/>
            <a:ext cx="2678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2" name="Line 27"/>
          <p:cNvSpPr>
            <a:spLocks noChangeShapeType="1"/>
          </p:cNvSpPr>
          <p:nvPr/>
        </p:nvSpPr>
        <p:spPr bwMode="auto">
          <a:xfrm flipV="1">
            <a:off x="3895725" y="5838825"/>
            <a:ext cx="0" cy="474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3" name="Line 28"/>
          <p:cNvSpPr>
            <a:spLocks noChangeShapeType="1"/>
          </p:cNvSpPr>
          <p:nvPr/>
        </p:nvSpPr>
        <p:spPr bwMode="auto">
          <a:xfrm>
            <a:off x="3116263" y="5838825"/>
            <a:ext cx="32845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1534"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06800" y="6040438"/>
            <a:ext cx="600075"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35" name="Line 30"/>
          <p:cNvSpPr>
            <a:spLocks noChangeShapeType="1"/>
          </p:cNvSpPr>
          <p:nvPr/>
        </p:nvSpPr>
        <p:spPr bwMode="auto">
          <a:xfrm flipV="1">
            <a:off x="5364163" y="5838825"/>
            <a:ext cx="0" cy="474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1536" name="Picture 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72063" y="6073775"/>
            <a:ext cx="6000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37" name="Line 32"/>
          <p:cNvSpPr>
            <a:spLocks noChangeShapeType="1"/>
          </p:cNvSpPr>
          <p:nvPr/>
        </p:nvSpPr>
        <p:spPr bwMode="auto">
          <a:xfrm rot="5400000">
            <a:off x="6607175" y="4667251"/>
            <a:ext cx="21812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8" name="Line 33"/>
          <p:cNvSpPr>
            <a:spLocks noChangeShapeType="1"/>
          </p:cNvSpPr>
          <p:nvPr/>
        </p:nvSpPr>
        <p:spPr bwMode="auto">
          <a:xfrm rot="-5400000">
            <a:off x="299244" y="4666457"/>
            <a:ext cx="2179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1539"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6875" y="4429125"/>
            <a:ext cx="606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1540" name="Picture 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70375" y="5303838"/>
            <a:ext cx="60642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1541"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35138" y="4241800"/>
            <a:ext cx="606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21542" name="Group 37"/>
          <p:cNvGrpSpPr>
            <a:grpSpLocks/>
          </p:cNvGrpSpPr>
          <p:nvPr/>
        </p:nvGrpSpPr>
        <p:grpSpPr bwMode="auto">
          <a:xfrm>
            <a:off x="2693988" y="3867150"/>
            <a:ext cx="3629025" cy="1327150"/>
            <a:chOff x="912" y="768"/>
            <a:chExt cx="2400" cy="1584"/>
          </a:xfrm>
        </p:grpSpPr>
        <p:sp>
          <p:nvSpPr>
            <p:cNvPr id="21557" name="Oval 38"/>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58" name="Oval 39"/>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59" name="Oval 40"/>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60" name="Oval 41"/>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61" name="Oval 42"/>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62" name="Oval 43"/>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63" name="Oval 44"/>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64" name="Oval 45"/>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65" name="Oval 46"/>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grpSp>
          <p:nvGrpSpPr>
            <p:cNvPr id="21566" name="Group 47"/>
            <p:cNvGrpSpPr>
              <a:grpSpLocks/>
            </p:cNvGrpSpPr>
            <p:nvPr/>
          </p:nvGrpSpPr>
          <p:grpSpPr bwMode="auto">
            <a:xfrm>
              <a:off x="912" y="768"/>
              <a:ext cx="2386" cy="1553"/>
              <a:chOff x="912" y="768"/>
              <a:chExt cx="2386" cy="1553"/>
            </a:xfrm>
          </p:grpSpPr>
          <p:sp>
            <p:nvSpPr>
              <p:cNvPr id="21567" name="Oval 48"/>
              <p:cNvSpPr>
                <a:spLocks noChangeArrowheads="1"/>
              </p:cNvSpPr>
              <p:nvPr/>
            </p:nvSpPr>
            <p:spPr bwMode="auto">
              <a:xfrm>
                <a:off x="1736" y="768"/>
                <a:ext cx="1027" cy="62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68" name="Oval 49"/>
              <p:cNvSpPr>
                <a:spLocks noChangeArrowheads="1"/>
              </p:cNvSpPr>
              <p:nvPr/>
            </p:nvSpPr>
            <p:spPr bwMode="auto">
              <a:xfrm>
                <a:off x="1158" y="941"/>
                <a:ext cx="781" cy="62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69" name="Oval 50"/>
              <p:cNvSpPr>
                <a:spLocks noChangeArrowheads="1"/>
              </p:cNvSpPr>
              <p:nvPr/>
            </p:nvSpPr>
            <p:spPr bwMode="auto">
              <a:xfrm>
                <a:off x="912" y="1333"/>
                <a:ext cx="520" cy="501"/>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70" name="Oval 51"/>
              <p:cNvSpPr>
                <a:spLocks noChangeArrowheads="1"/>
              </p:cNvSpPr>
              <p:nvPr/>
            </p:nvSpPr>
            <p:spPr bwMode="auto">
              <a:xfrm>
                <a:off x="1071" y="1568"/>
                <a:ext cx="795" cy="54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71" name="Oval 52"/>
              <p:cNvSpPr>
                <a:spLocks noChangeArrowheads="1"/>
              </p:cNvSpPr>
              <p:nvPr/>
            </p:nvSpPr>
            <p:spPr bwMode="auto">
              <a:xfrm>
                <a:off x="1649" y="1662"/>
                <a:ext cx="1200" cy="65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72" name="Oval 53"/>
              <p:cNvSpPr>
                <a:spLocks noChangeArrowheads="1"/>
              </p:cNvSpPr>
              <p:nvPr/>
            </p:nvSpPr>
            <p:spPr bwMode="auto">
              <a:xfrm>
                <a:off x="2430" y="956"/>
                <a:ext cx="752" cy="48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73" name="Oval 54"/>
              <p:cNvSpPr>
                <a:spLocks noChangeArrowheads="1"/>
              </p:cNvSpPr>
              <p:nvPr/>
            </p:nvSpPr>
            <p:spPr bwMode="auto">
              <a:xfrm>
                <a:off x="2546" y="1286"/>
                <a:ext cx="752" cy="48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74" name="Oval 55"/>
              <p:cNvSpPr>
                <a:spLocks noChangeArrowheads="1"/>
              </p:cNvSpPr>
              <p:nvPr/>
            </p:nvSpPr>
            <p:spPr bwMode="auto">
              <a:xfrm>
                <a:off x="2473" y="1395"/>
                <a:ext cx="752" cy="81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1575" name="Oval 56"/>
              <p:cNvSpPr>
                <a:spLocks noChangeArrowheads="1"/>
              </p:cNvSpPr>
              <p:nvPr/>
            </p:nvSpPr>
            <p:spPr bwMode="auto">
              <a:xfrm>
                <a:off x="1346" y="1144"/>
                <a:ext cx="1547" cy="81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grpSp>
      </p:grpSp>
      <p:sp>
        <p:nvSpPr>
          <p:cNvPr id="21543" name="Text Box 57"/>
          <p:cNvSpPr txBox="1">
            <a:spLocks noChangeArrowheads="1"/>
          </p:cNvSpPr>
          <p:nvPr/>
        </p:nvSpPr>
        <p:spPr bwMode="auto">
          <a:xfrm>
            <a:off x="7366263" y="1329088"/>
            <a:ext cx="1698099" cy="646331"/>
          </a:xfrm>
          <a:prstGeom prst="rect">
            <a:avLst/>
          </a:prstGeom>
          <a:solidFill>
            <a:srgbClr val="FFFFCC"/>
          </a:solidFill>
          <a:ln w="9525">
            <a:solidFill>
              <a:schemeClr val="folHlink"/>
            </a:solidFill>
            <a:miter lim="800000"/>
            <a:headEnd/>
            <a:tailEnd/>
          </a:ln>
          <a:effectLst>
            <a:outerShdw dist="45791" dir="3378596" algn="ctr" rotWithShape="0">
              <a:schemeClr val="bg2"/>
            </a:outerShdw>
          </a:effec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1800" dirty="0"/>
              <a:t>组</a:t>
            </a:r>
            <a:r>
              <a:rPr lang="zh-CN" altLang="en-US" sz="1800" dirty="0">
                <a:solidFill>
                  <a:schemeClr val="hlink"/>
                </a:solidFill>
                <a:latin typeface="黑体" panose="02010609060101010101" pitchFamily="49" charset="-122"/>
                <a:ea typeface="黑体" panose="02010609060101010101" pitchFamily="49" charset="-122"/>
              </a:rPr>
              <a:t>播组</a:t>
            </a:r>
          </a:p>
          <a:p>
            <a:pPr algn="ctr" eaLnBrk="1" hangingPunct="1">
              <a:spcBef>
                <a:spcPct val="0"/>
              </a:spcBef>
              <a:buClrTx/>
              <a:buFontTx/>
              <a:buNone/>
            </a:pPr>
            <a:r>
              <a:rPr lang="en-US" altLang="zh-CN" sz="1800" dirty="0">
                <a:solidFill>
                  <a:schemeClr val="hlink"/>
                </a:solidFill>
                <a:latin typeface="黑体" panose="02010609060101010101" pitchFamily="49" charset="-122"/>
                <a:ea typeface="黑体" panose="02010609060101010101" pitchFamily="49" charset="-122"/>
              </a:rPr>
              <a:t>226.15.37.123</a:t>
            </a:r>
          </a:p>
        </p:txBody>
      </p:sp>
      <p:sp>
        <p:nvSpPr>
          <p:cNvPr id="21544" name="Freeform 58"/>
          <p:cNvSpPr>
            <a:spLocks/>
          </p:cNvSpPr>
          <p:nvPr/>
        </p:nvSpPr>
        <p:spPr bwMode="auto">
          <a:xfrm>
            <a:off x="955675" y="3754438"/>
            <a:ext cx="1123950" cy="608012"/>
          </a:xfrm>
          <a:custGeom>
            <a:avLst/>
            <a:gdLst>
              <a:gd name="T0" fmla="*/ 0 w 872"/>
              <a:gd name="T1" fmla="*/ 2147483646 h 291"/>
              <a:gd name="T2" fmla="*/ 2147483646 w 872"/>
              <a:gd name="T3" fmla="*/ 2147483646 h 291"/>
              <a:gd name="T4" fmla="*/ 2147483646 w 872"/>
              <a:gd name="T5" fmla="*/ 2147483646 h 291"/>
              <a:gd name="T6" fmla="*/ 2147483646 w 872"/>
              <a:gd name="T7" fmla="*/ 2147483646 h 291"/>
              <a:gd name="T8" fmla="*/ 2147483646 w 872"/>
              <a:gd name="T9" fmla="*/ 2147483646 h 291"/>
              <a:gd name="T10" fmla="*/ 2147483646 w 872"/>
              <a:gd name="T11" fmla="*/ 2147483646 h 291"/>
              <a:gd name="T12" fmla="*/ 2147483646 w 872"/>
              <a:gd name="T13" fmla="*/ 2147483646 h 291"/>
              <a:gd name="T14" fmla="*/ 0 60000 65536"/>
              <a:gd name="T15" fmla="*/ 0 60000 65536"/>
              <a:gd name="T16" fmla="*/ 0 60000 65536"/>
              <a:gd name="T17" fmla="*/ 0 60000 65536"/>
              <a:gd name="T18" fmla="*/ 0 60000 65536"/>
              <a:gd name="T19" fmla="*/ 0 60000 65536"/>
              <a:gd name="T20" fmla="*/ 0 60000 65536"/>
              <a:gd name="T21" fmla="*/ 0 w 872"/>
              <a:gd name="T22" fmla="*/ 0 h 291"/>
              <a:gd name="T23" fmla="*/ 872 w 872"/>
              <a:gd name="T24" fmla="*/ 291 h 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2" h="291">
                <a:moveTo>
                  <a:pt x="0" y="6"/>
                </a:moveTo>
                <a:cubicBezTo>
                  <a:pt x="68" y="6"/>
                  <a:pt x="137" y="0"/>
                  <a:pt x="182" y="6"/>
                </a:cubicBezTo>
                <a:cubicBezTo>
                  <a:pt x="227" y="12"/>
                  <a:pt x="252" y="11"/>
                  <a:pt x="269" y="44"/>
                </a:cubicBezTo>
                <a:cubicBezTo>
                  <a:pt x="286" y="77"/>
                  <a:pt x="260" y="167"/>
                  <a:pt x="284" y="206"/>
                </a:cubicBezTo>
                <a:cubicBezTo>
                  <a:pt x="308" y="245"/>
                  <a:pt x="330" y="265"/>
                  <a:pt x="413" y="278"/>
                </a:cubicBezTo>
                <a:cubicBezTo>
                  <a:pt x="496" y="291"/>
                  <a:pt x="706" y="284"/>
                  <a:pt x="782" y="284"/>
                </a:cubicBezTo>
                <a:cubicBezTo>
                  <a:pt x="858" y="284"/>
                  <a:pt x="853" y="282"/>
                  <a:pt x="872" y="281"/>
                </a:cubicBezTo>
              </a:path>
            </a:pathLst>
          </a:custGeom>
          <a:noFill/>
          <a:ln w="57150" cmpd="sng">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45" name="Freeform 59"/>
          <p:cNvSpPr>
            <a:spLocks/>
          </p:cNvSpPr>
          <p:nvPr/>
        </p:nvSpPr>
        <p:spPr bwMode="auto">
          <a:xfrm>
            <a:off x="4673600" y="2519363"/>
            <a:ext cx="730250" cy="963612"/>
          </a:xfrm>
          <a:custGeom>
            <a:avLst/>
            <a:gdLst>
              <a:gd name="T0" fmla="*/ 2147483646 w 384"/>
              <a:gd name="T1" fmla="*/ 0 h 461"/>
              <a:gd name="T2" fmla="*/ 2147483646 w 384"/>
              <a:gd name="T3" fmla="*/ 2147483646 h 461"/>
              <a:gd name="T4" fmla="*/ 2147483646 w 384"/>
              <a:gd name="T5" fmla="*/ 2147483646 h 461"/>
              <a:gd name="T6" fmla="*/ 2147483646 w 384"/>
              <a:gd name="T7" fmla="*/ 2147483646 h 461"/>
              <a:gd name="T8" fmla="*/ 2147483646 w 384"/>
              <a:gd name="T9" fmla="*/ 2147483646 h 461"/>
              <a:gd name="T10" fmla="*/ 2147483646 w 384"/>
              <a:gd name="T11" fmla="*/ 2147483646 h 461"/>
              <a:gd name="T12" fmla="*/ 0 60000 65536"/>
              <a:gd name="T13" fmla="*/ 0 60000 65536"/>
              <a:gd name="T14" fmla="*/ 0 60000 65536"/>
              <a:gd name="T15" fmla="*/ 0 60000 65536"/>
              <a:gd name="T16" fmla="*/ 0 60000 65536"/>
              <a:gd name="T17" fmla="*/ 0 60000 65536"/>
              <a:gd name="T18" fmla="*/ 0 w 384"/>
              <a:gd name="T19" fmla="*/ 0 h 461"/>
              <a:gd name="T20" fmla="*/ 384 w 384"/>
              <a:gd name="T21" fmla="*/ 461 h 461"/>
            </a:gdLst>
            <a:ahLst/>
            <a:cxnLst>
              <a:cxn ang="T12">
                <a:pos x="T0" y="T1"/>
              </a:cxn>
              <a:cxn ang="T13">
                <a:pos x="T2" y="T3"/>
              </a:cxn>
              <a:cxn ang="T14">
                <a:pos x="T4" y="T5"/>
              </a:cxn>
              <a:cxn ang="T15">
                <a:pos x="T6" y="T7"/>
              </a:cxn>
              <a:cxn ang="T16">
                <a:pos x="T8" y="T9"/>
              </a:cxn>
              <a:cxn ang="T17">
                <a:pos x="T10" y="T11"/>
              </a:cxn>
            </a:cxnLst>
            <a:rect l="T18" t="T19" r="T20" b="T21"/>
            <a:pathLst>
              <a:path w="384" h="461">
                <a:moveTo>
                  <a:pt x="384" y="0"/>
                </a:moveTo>
                <a:cubicBezTo>
                  <a:pt x="382" y="35"/>
                  <a:pt x="384" y="186"/>
                  <a:pt x="374" y="229"/>
                </a:cubicBezTo>
                <a:cubicBezTo>
                  <a:pt x="364" y="272"/>
                  <a:pt x="368" y="253"/>
                  <a:pt x="324" y="259"/>
                </a:cubicBezTo>
                <a:cubicBezTo>
                  <a:pt x="281" y="264"/>
                  <a:pt x="163" y="256"/>
                  <a:pt x="112" y="264"/>
                </a:cubicBezTo>
                <a:cubicBezTo>
                  <a:pt x="60" y="272"/>
                  <a:pt x="34" y="274"/>
                  <a:pt x="17" y="307"/>
                </a:cubicBezTo>
                <a:cubicBezTo>
                  <a:pt x="0" y="340"/>
                  <a:pt x="14" y="435"/>
                  <a:pt x="13" y="461"/>
                </a:cubicBezTo>
              </a:path>
            </a:pathLst>
          </a:custGeom>
          <a:noFill/>
          <a:ln w="57150" cmpd="sng">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46" name="Freeform 60"/>
          <p:cNvSpPr>
            <a:spLocks/>
          </p:cNvSpPr>
          <p:nvPr/>
        </p:nvSpPr>
        <p:spPr bwMode="auto">
          <a:xfrm>
            <a:off x="7177088" y="4810125"/>
            <a:ext cx="1443037" cy="563563"/>
          </a:xfrm>
          <a:custGeom>
            <a:avLst/>
            <a:gdLst>
              <a:gd name="T0" fmla="*/ 2147483646 w 757"/>
              <a:gd name="T1" fmla="*/ 2147483646 h 270"/>
              <a:gd name="T2" fmla="*/ 2147483646 w 757"/>
              <a:gd name="T3" fmla="*/ 2147483646 h 270"/>
              <a:gd name="T4" fmla="*/ 2147483646 w 757"/>
              <a:gd name="T5" fmla="*/ 2147483646 h 270"/>
              <a:gd name="T6" fmla="*/ 2147483646 w 757"/>
              <a:gd name="T7" fmla="*/ 2147483646 h 270"/>
              <a:gd name="T8" fmla="*/ 2147483646 w 757"/>
              <a:gd name="T9" fmla="*/ 2147483646 h 270"/>
              <a:gd name="T10" fmla="*/ 2147483646 w 757"/>
              <a:gd name="T11" fmla="*/ 2147483646 h 270"/>
              <a:gd name="T12" fmla="*/ 2147483646 w 757"/>
              <a:gd name="T13" fmla="*/ 2147483646 h 270"/>
              <a:gd name="T14" fmla="*/ 0 w 757"/>
              <a:gd name="T15" fmla="*/ 2147483646 h 270"/>
              <a:gd name="T16" fmla="*/ 0 60000 65536"/>
              <a:gd name="T17" fmla="*/ 0 60000 65536"/>
              <a:gd name="T18" fmla="*/ 0 60000 65536"/>
              <a:gd name="T19" fmla="*/ 0 60000 65536"/>
              <a:gd name="T20" fmla="*/ 0 60000 65536"/>
              <a:gd name="T21" fmla="*/ 0 60000 65536"/>
              <a:gd name="T22" fmla="*/ 0 60000 65536"/>
              <a:gd name="T23" fmla="*/ 0 60000 65536"/>
              <a:gd name="T24" fmla="*/ 0 w 757"/>
              <a:gd name="T25" fmla="*/ 0 h 270"/>
              <a:gd name="T26" fmla="*/ 757 w 757"/>
              <a:gd name="T27" fmla="*/ 270 h 2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7" h="270">
                <a:moveTo>
                  <a:pt x="757" y="269"/>
                </a:moveTo>
                <a:cubicBezTo>
                  <a:pt x="703" y="268"/>
                  <a:pt x="498" y="270"/>
                  <a:pt x="435" y="265"/>
                </a:cubicBezTo>
                <a:cubicBezTo>
                  <a:pt x="372" y="260"/>
                  <a:pt x="388" y="254"/>
                  <a:pt x="378" y="238"/>
                </a:cubicBezTo>
                <a:cubicBezTo>
                  <a:pt x="368" y="222"/>
                  <a:pt x="373" y="194"/>
                  <a:pt x="372" y="169"/>
                </a:cubicBezTo>
                <a:cubicBezTo>
                  <a:pt x="371" y="144"/>
                  <a:pt x="374" y="111"/>
                  <a:pt x="372" y="85"/>
                </a:cubicBezTo>
                <a:cubicBezTo>
                  <a:pt x="370" y="59"/>
                  <a:pt x="380" y="27"/>
                  <a:pt x="359" y="13"/>
                </a:cubicBezTo>
                <a:cubicBezTo>
                  <a:pt x="339" y="0"/>
                  <a:pt x="311" y="6"/>
                  <a:pt x="252" y="5"/>
                </a:cubicBezTo>
                <a:cubicBezTo>
                  <a:pt x="192" y="4"/>
                  <a:pt x="52" y="6"/>
                  <a:pt x="0" y="6"/>
                </a:cubicBezTo>
              </a:path>
            </a:pathLst>
          </a:custGeom>
          <a:noFill/>
          <a:ln w="57150" cmpd="sng">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47" name="Freeform 61"/>
          <p:cNvSpPr>
            <a:spLocks/>
          </p:cNvSpPr>
          <p:nvPr/>
        </p:nvSpPr>
        <p:spPr bwMode="auto">
          <a:xfrm>
            <a:off x="7091363" y="4024313"/>
            <a:ext cx="1308100" cy="444500"/>
          </a:xfrm>
          <a:custGeom>
            <a:avLst/>
            <a:gdLst>
              <a:gd name="T0" fmla="*/ 2147483646 w 686"/>
              <a:gd name="T1" fmla="*/ 2147483646 h 213"/>
              <a:gd name="T2" fmla="*/ 2147483646 w 686"/>
              <a:gd name="T3" fmla="*/ 2147483646 h 213"/>
              <a:gd name="T4" fmla="*/ 2147483646 w 686"/>
              <a:gd name="T5" fmla="*/ 2147483646 h 213"/>
              <a:gd name="T6" fmla="*/ 2147483646 w 686"/>
              <a:gd name="T7" fmla="*/ 2147483646 h 213"/>
              <a:gd name="T8" fmla="*/ 2147483646 w 686"/>
              <a:gd name="T9" fmla="*/ 2147483646 h 213"/>
              <a:gd name="T10" fmla="*/ 0 w 686"/>
              <a:gd name="T11" fmla="*/ 2147483646 h 213"/>
              <a:gd name="T12" fmla="*/ 0 60000 65536"/>
              <a:gd name="T13" fmla="*/ 0 60000 65536"/>
              <a:gd name="T14" fmla="*/ 0 60000 65536"/>
              <a:gd name="T15" fmla="*/ 0 60000 65536"/>
              <a:gd name="T16" fmla="*/ 0 60000 65536"/>
              <a:gd name="T17" fmla="*/ 0 60000 65536"/>
              <a:gd name="T18" fmla="*/ 0 w 686"/>
              <a:gd name="T19" fmla="*/ 0 h 213"/>
              <a:gd name="T20" fmla="*/ 686 w 686"/>
              <a:gd name="T21" fmla="*/ 213 h 213"/>
            </a:gdLst>
            <a:ahLst/>
            <a:cxnLst>
              <a:cxn ang="T12">
                <a:pos x="T0" y="T1"/>
              </a:cxn>
              <a:cxn ang="T13">
                <a:pos x="T2" y="T3"/>
              </a:cxn>
              <a:cxn ang="T14">
                <a:pos x="T4" y="T5"/>
              </a:cxn>
              <a:cxn ang="T15">
                <a:pos x="T6" y="T7"/>
              </a:cxn>
              <a:cxn ang="T16">
                <a:pos x="T8" y="T9"/>
              </a:cxn>
              <a:cxn ang="T17">
                <a:pos x="T10" y="T11"/>
              </a:cxn>
            </a:cxnLst>
            <a:rect l="T18" t="T19" r="T20" b="T21"/>
            <a:pathLst>
              <a:path w="686" h="213">
                <a:moveTo>
                  <a:pt x="686" y="8"/>
                </a:moveTo>
                <a:cubicBezTo>
                  <a:pt x="650" y="8"/>
                  <a:pt x="510" y="5"/>
                  <a:pt x="462" y="8"/>
                </a:cubicBezTo>
                <a:cubicBezTo>
                  <a:pt x="414" y="11"/>
                  <a:pt x="411" y="0"/>
                  <a:pt x="399" y="26"/>
                </a:cubicBezTo>
                <a:cubicBezTo>
                  <a:pt x="387" y="52"/>
                  <a:pt x="400" y="137"/>
                  <a:pt x="388" y="167"/>
                </a:cubicBezTo>
                <a:cubicBezTo>
                  <a:pt x="376" y="197"/>
                  <a:pt x="392" y="199"/>
                  <a:pt x="327" y="206"/>
                </a:cubicBezTo>
                <a:cubicBezTo>
                  <a:pt x="263" y="213"/>
                  <a:pt x="68" y="210"/>
                  <a:pt x="0" y="211"/>
                </a:cubicBezTo>
              </a:path>
            </a:pathLst>
          </a:custGeom>
          <a:noFill/>
          <a:ln w="57150" cmpd="sng">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48" name="Text Box 62"/>
          <p:cNvSpPr txBox="1">
            <a:spLocks noChangeArrowheads="1"/>
          </p:cNvSpPr>
          <p:nvPr/>
        </p:nvSpPr>
        <p:spPr bwMode="auto">
          <a:xfrm>
            <a:off x="1331913" y="3762375"/>
            <a:ext cx="96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hlink"/>
                </a:solidFill>
                <a:latin typeface="Arial" panose="020B0604020202020204" pitchFamily="34" charset="0"/>
              </a:rPr>
              <a:t>IGMP</a:t>
            </a:r>
          </a:p>
        </p:txBody>
      </p:sp>
      <p:sp>
        <p:nvSpPr>
          <p:cNvPr id="21549" name="Text Box 63"/>
          <p:cNvSpPr txBox="1">
            <a:spLocks noChangeArrowheads="1"/>
          </p:cNvSpPr>
          <p:nvPr/>
        </p:nvSpPr>
        <p:spPr bwMode="auto">
          <a:xfrm>
            <a:off x="6877050" y="3979863"/>
            <a:ext cx="96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hlink"/>
                </a:solidFill>
                <a:latin typeface="Arial" panose="020B0604020202020204" pitchFamily="34" charset="0"/>
              </a:rPr>
              <a:t>IGMP</a:t>
            </a:r>
          </a:p>
        </p:txBody>
      </p:sp>
      <p:sp>
        <p:nvSpPr>
          <p:cNvPr id="21550" name="Text Box 64"/>
          <p:cNvSpPr txBox="1">
            <a:spLocks noChangeArrowheads="1"/>
          </p:cNvSpPr>
          <p:nvPr/>
        </p:nvSpPr>
        <p:spPr bwMode="auto">
          <a:xfrm>
            <a:off x="4759325" y="3116263"/>
            <a:ext cx="960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hlink"/>
                </a:solidFill>
                <a:latin typeface="Arial" panose="020B0604020202020204" pitchFamily="34" charset="0"/>
              </a:rPr>
              <a:t>IGMP</a:t>
            </a:r>
          </a:p>
        </p:txBody>
      </p:sp>
      <p:sp>
        <p:nvSpPr>
          <p:cNvPr id="21551" name="Text Box 65"/>
          <p:cNvSpPr txBox="1">
            <a:spLocks noChangeArrowheads="1"/>
          </p:cNvSpPr>
          <p:nvPr/>
        </p:nvSpPr>
        <p:spPr bwMode="auto">
          <a:xfrm>
            <a:off x="6923088" y="4843463"/>
            <a:ext cx="96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hlink"/>
                </a:solidFill>
                <a:latin typeface="Arial" panose="020B0604020202020204" pitchFamily="34" charset="0"/>
              </a:rPr>
              <a:t>IGMP</a:t>
            </a:r>
          </a:p>
        </p:txBody>
      </p:sp>
      <p:sp>
        <p:nvSpPr>
          <p:cNvPr id="21552" name="Text Box 66"/>
          <p:cNvSpPr txBox="1">
            <a:spLocks noChangeArrowheads="1"/>
          </p:cNvSpPr>
          <p:nvPr/>
        </p:nvSpPr>
        <p:spPr bwMode="auto">
          <a:xfrm>
            <a:off x="3838575" y="3259138"/>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folHlink"/>
                </a:solidFill>
                <a:latin typeface="Arial" panose="020B0604020202020204" pitchFamily="34" charset="0"/>
              </a:rPr>
              <a:t>R</a:t>
            </a:r>
            <a:r>
              <a:rPr lang="en-US" altLang="zh-CN" sz="2400" baseline="-25000">
                <a:solidFill>
                  <a:schemeClr val="folHlink"/>
                </a:solidFill>
                <a:latin typeface="Arial" panose="020B0604020202020204" pitchFamily="34" charset="0"/>
              </a:rPr>
              <a:t>1</a:t>
            </a:r>
          </a:p>
        </p:txBody>
      </p:sp>
      <p:sp>
        <p:nvSpPr>
          <p:cNvPr id="21553" name="Text Box 67"/>
          <p:cNvSpPr txBox="1">
            <a:spLocks noChangeArrowheads="1"/>
          </p:cNvSpPr>
          <p:nvPr/>
        </p:nvSpPr>
        <p:spPr bwMode="auto">
          <a:xfrm>
            <a:off x="3779838" y="5132388"/>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folHlink"/>
                </a:solidFill>
                <a:latin typeface="Arial" panose="020B0604020202020204" pitchFamily="34" charset="0"/>
              </a:rPr>
              <a:t>R</a:t>
            </a:r>
            <a:r>
              <a:rPr lang="en-US" altLang="zh-CN" sz="2400" baseline="-25000">
                <a:solidFill>
                  <a:schemeClr val="folHlink"/>
                </a:solidFill>
                <a:latin typeface="Arial" panose="020B0604020202020204" pitchFamily="34" charset="0"/>
              </a:rPr>
              <a:t>4</a:t>
            </a:r>
          </a:p>
        </p:txBody>
      </p:sp>
      <p:sp>
        <p:nvSpPr>
          <p:cNvPr id="21554" name="Text Box 68"/>
          <p:cNvSpPr txBox="1">
            <a:spLocks noChangeArrowheads="1"/>
          </p:cNvSpPr>
          <p:nvPr/>
        </p:nvSpPr>
        <p:spPr bwMode="auto">
          <a:xfrm>
            <a:off x="6372225" y="4124325"/>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folHlink"/>
                </a:solidFill>
                <a:latin typeface="Arial" panose="020B0604020202020204" pitchFamily="34" charset="0"/>
              </a:rPr>
              <a:t>R</a:t>
            </a:r>
            <a:r>
              <a:rPr lang="en-US" altLang="zh-CN" sz="2400" baseline="-25000">
                <a:solidFill>
                  <a:schemeClr val="folHlink"/>
                </a:solidFill>
                <a:latin typeface="Arial" panose="020B0604020202020204" pitchFamily="34" charset="0"/>
              </a:rPr>
              <a:t>3</a:t>
            </a:r>
          </a:p>
        </p:txBody>
      </p:sp>
      <p:sp>
        <p:nvSpPr>
          <p:cNvPr id="21555" name="Text Box 69"/>
          <p:cNvSpPr txBox="1">
            <a:spLocks noChangeArrowheads="1"/>
          </p:cNvSpPr>
          <p:nvPr/>
        </p:nvSpPr>
        <p:spPr bwMode="auto">
          <a:xfrm>
            <a:off x="2254250" y="4005263"/>
            <a:ext cx="5175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chemeClr val="folHlink"/>
                </a:solidFill>
                <a:latin typeface="Arial" panose="020B0604020202020204" pitchFamily="34" charset="0"/>
              </a:rPr>
              <a:t>R</a:t>
            </a:r>
            <a:r>
              <a:rPr lang="en-US" altLang="zh-CN" sz="2400" baseline="-25000">
                <a:solidFill>
                  <a:schemeClr val="folHlink"/>
                </a:solidFill>
                <a:latin typeface="Arial" panose="020B0604020202020204" pitchFamily="34" charset="0"/>
              </a:rPr>
              <a:t>2</a:t>
            </a:r>
          </a:p>
        </p:txBody>
      </p:sp>
      <p:sp>
        <p:nvSpPr>
          <p:cNvPr id="21556" name="矩形 1"/>
          <p:cNvSpPr>
            <a:spLocks noChangeArrowheads="1"/>
          </p:cNvSpPr>
          <p:nvPr/>
        </p:nvSpPr>
        <p:spPr bwMode="auto">
          <a:xfrm>
            <a:off x="4800724" y="371092"/>
            <a:ext cx="4352925" cy="4778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zh-CN" altLang="en-US">
                <a:solidFill>
                  <a:srgbClr val="0070C0"/>
                </a:solidFill>
              </a:rPr>
              <a:t>组播路由器和本地计算机之间</a:t>
            </a:r>
          </a:p>
        </p:txBody>
      </p:sp>
      <p:sp>
        <p:nvSpPr>
          <p:cNvPr id="73" name="文本框 72">
            <a:extLst>
              <a:ext uri="{FF2B5EF4-FFF2-40B4-BE49-F238E27FC236}">
                <a16:creationId xmlns:a16="http://schemas.microsoft.com/office/drawing/2014/main" id="{DF0FB6D9-6061-48C2-9956-3B09AF3D1741}"/>
              </a:ext>
            </a:extLst>
          </p:cNvPr>
          <p:cNvSpPr txBox="1"/>
          <p:nvPr/>
        </p:nvSpPr>
        <p:spPr>
          <a:xfrm>
            <a:off x="1594080" y="4590501"/>
            <a:ext cx="1397286" cy="369332"/>
          </a:xfrm>
          <a:prstGeom prst="rect">
            <a:avLst/>
          </a:prstGeom>
          <a:noFill/>
        </p:spPr>
        <p:txBody>
          <a:bodyPr wrap="square">
            <a:spAutoFit/>
          </a:bodyPr>
          <a:lstStyle/>
          <a:p>
            <a:r>
              <a:rPr lang="zh-CN" altLang="en-US" sz="1800" dirty="0">
                <a:solidFill>
                  <a:schemeClr val="tx1"/>
                </a:solidFill>
              </a:rPr>
              <a:t>组</a:t>
            </a:r>
            <a:r>
              <a:rPr lang="zh-CN" altLang="en-US" sz="1800" dirty="0">
                <a:solidFill>
                  <a:schemeClr val="tx1"/>
                </a:solidFill>
                <a:latin typeface="黑体" panose="02010609060101010101" pitchFamily="49" charset="-122"/>
                <a:ea typeface="黑体" panose="02010609060101010101" pitchFamily="49" charset="-122"/>
              </a:rPr>
              <a:t>播路由器</a:t>
            </a:r>
            <a:endParaRPr lang="zh-CN" altLang="en-US" sz="1800" dirty="0">
              <a:solidFill>
                <a:schemeClr val="tx1"/>
              </a:solidFill>
            </a:endParaRPr>
          </a:p>
        </p:txBody>
      </p:sp>
      <p:sp>
        <p:nvSpPr>
          <p:cNvPr id="74" name="文本框 73">
            <a:extLst>
              <a:ext uri="{FF2B5EF4-FFF2-40B4-BE49-F238E27FC236}">
                <a16:creationId xmlns:a16="http://schemas.microsoft.com/office/drawing/2014/main" id="{498B7247-85D3-4D96-A57F-FB6B8DA4547B}"/>
              </a:ext>
            </a:extLst>
          </p:cNvPr>
          <p:cNvSpPr txBox="1"/>
          <p:nvPr/>
        </p:nvSpPr>
        <p:spPr>
          <a:xfrm>
            <a:off x="4562188" y="3549425"/>
            <a:ext cx="1397286" cy="369332"/>
          </a:xfrm>
          <a:prstGeom prst="rect">
            <a:avLst/>
          </a:prstGeom>
          <a:noFill/>
        </p:spPr>
        <p:txBody>
          <a:bodyPr wrap="square">
            <a:spAutoFit/>
          </a:bodyPr>
          <a:lstStyle/>
          <a:p>
            <a:r>
              <a:rPr lang="zh-CN" altLang="en-US" sz="1800" dirty="0">
                <a:solidFill>
                  <a:schemeClr val="tx1"/>
                </a:solidFill>
              </a:rPr>
              <a:t>组</a:t>
            </a:r>
            <a:r>
              <a:rPr lang="zh-CN" altLang="en-US" sz="1800" dirty="0">
                <a:solidFill>
                  <a:schemeClr val="tx1"/>
                </a:solidFill>
                <a:latin typeface="黑体" panose="02010609060101010101" pitchFamily="49" charset="-122"/>
                <a:ea typeface="黑体" panose="02010609060101010101" pitchFamily="49" charset="-122"/>
              </a:rPr>
              <a:t>播路由器</a:t>
            </a:r>
            <a:endParaRPr lang="zh-CN" altLang="en-US" sz="1800" dirty="0">
              <a:solidFill>
                <a:schemeClr val="tx1"/>
              </a:solidFill>
            </a:endParaRPr>
          </a:p>
        </p:txBody>
      </p:sp>
      <p:sp>
        <p:nvSpPr>
          <p:cNvPr id="75" name="文本框 74">
            <a:extLst>
              <a:ext uri="{FF2B5EF4-FFF2-40B4-BE49-F238E27FC236}">
                <a16:creationId xmlns:a16="http://schemas.microsoft.com/office/drawing/2014/main" id="{23471E57-F0B4-412C-BBE0-A8358C24EAD1}"/>
              </a:ext>
            </a:extLst>
          </p:cNvPr>
          <p:cNvSpPr txBox="1"/>
          <p:nvPr/>
        </p:nvSpPr>
        <p:spPr>
          <a:xfrm>
            <a:off x="5974713" y="4494546"/>
            <a:ext cx="1397286" cy="369332"/>
          </a:xfrm>
          <a:prstGeom prst="rect">
            <a:avLst/>
          </a:prstGeom>
          <a:noFill/>
        </p:spPr>
        <p:txBody>
          <a:bodyPr wrap="square">
            <a:spAutoFit/>
          </a:bodyPr>
          <a:lstStyle/>
          <a:p>
            <a:r>
              <a:rPr lang="zh-CN" altLang="en-US" sz="1800" dirty="0">
                <a:solidFill>
                  <a:schemeClr val="tx1"/>
                </a:solidFill>
              </a:rPr>
              <a:t>组</a:t>
            </a:r>
            <a:r>
              <a:rPr lang="zh-CN" altLang="en-US" sz="1800" dirty="0">
                <a:solidFill>
                  <a:schemeClr val="tx1"/>
                </a:solidFill>
                <a:latin typeface="黑体" panose="02010609060101010101" pitchFamily="49" charset="-122"/>
                <a:ea typeface="黑体" panose="02010609060101010101" pitchFamily="49" charset="-122"/>
              </a:rPr>
              <a:t>播路由器</a:t>
            </a:r>
            <a:endParaRPr lang="zh-CN" altLang="en-US" sz="1800" dirty="0">
              <a:solidFill>
                <a:schemeClr val="tx1"/>
              </a:solidFill>
            </a:endParaRPr>
          </a:p>
        </p:txBody>
      </p:sp>
      <p:sp>
        <p:nvSpPr>
          <p:cNvPr id="76" name="文本框 75">
            <a:extLst>
              <a:ext uri="{FF2B5EF4-FFF2-40B4-BE49-F238E27FC236}">
                <a16:creationId xmlns:a16="http://schemas.microsoft.com/office/drawing/2014/main" id="{686F6944-DC88-4AD4-B436-7F957BA8FC6A}"/>
              </a:ext>
            </a:extLst>
          </p:cNvPr>
          <p:cNvSpPr txBox="1"/>
          <p:nvPr/>
        </p:nvSpPr>
        <p:spPr>
          <a:xfrm>
            <a:off x="4746340" y="5414843"/>
            <a:ext cx="1397286" cy="369332"/>
          </a:xfrm>
          <a:prstGeom prst="rect">
            <a:avLst/>
          </a:prstGeom>
          <a:noFill/>
        </p:spPr>
        <p:txBody>
          <a:bodyPr wrap="square">
            <a:spAutoFit/>
          </a:bodyPr>
          <a:lstStyle/>
          <a:p>
            <a:r>
              <a:rPr lang="zh-CN" altLang="en-US" sz="1800" dirty="0">
                <a:solidFill>
                  <a:schemeClr val="tx1"/>
                </a:solidFill>
              </a:rPr>
              <a:t>组</a:t>
            </a:r>
            <a:r>
              <a:rPr lang="zh-CN" altLang="en-US" sz="1800" dirty="0">
                <a:solidFill>
                  <a:schemeClr val="tx1"/>
                </a:solidFill>
                <a:latin typeface="黑体" panose="02010609060101010101" pitchFamily="49" charset="-122"/>
                <a:ea typeface="黑体" panose="02010609060101010101" pitchFamily="49" charset="-122"/>
              </a:rPr>
              <a:t>播路由器</a:t>
            </a:r>
            <a:endParaRPr lang="zh-CN" altLang="en-US" sz="1800" dirty="0">
              <a:solidFill>
                <a:schemeClr val="tx1"/>
              </a:solidFill>
            </a:endParaRPr>
          </a:p>
        </p:txBody>
      </p:sp>
      <p:sp>
        <p:nvSpPr>
          <p:cNvPr id="77" name="文本框 76">
            <a:extLst>
              <a:ext uri="{FF2B5EF4-FFF2-40B4-BE49-F238E27FC236}">
                <a16:creationId xmlns:a16="http://schemas.microsoft.com/office/drawing/2014/main" id="{D71F5327-FB1E-412E-AC86-A8E985A36711}"/>
              </a:ext>
            </a:extLst>
          </p:cNvPr>
          <p:cNvSpPr txBox="1"/>
          <p:nvPr/>
        </p:nvSpPr>
        <p:spPr>
          <a:xfrm>
            <a:off x="626218" y="4227512"/>
            <a:ext cx="762285" cy="646331"/>
          </a:xfrm>
          <a:prstGeom prst="rect">
            <a:avLst/>
          </a:prstGeom>
          <a:noFill/>
        </p:spPr>
        <p:txBody>
          <a:bodyPr wrap="square">
            <a:spAutoFit/>
          </a:bodyPr>
          <a:lstStyle/>
          <a:p>
            <a:r>
              <a:rPr lang="zh-CN" altLang="en-US" sz="1800" dirty="0">
                <a:solidFill>
                  <a:schemeClr val="tx1"/>
                </a:solidFill>
              </a:rPr>
              <a:t>本地网络</a:t>
            </a:r>
          </a:p>
        </p:txBody>
      </p:sp>
      <p:sp>
        <p:nvSpPr>
          <p:cNvPr id="78" name="文本框 77">
            <a:extLst>
              <a:ext uri="{FF2B5EF4-FFF2-40B4-BE49-F238E27FC236}">
                <a16:creationId xmlns:a16="http://schemas.microsoft.com/office/drawing/2014/main" id="{752EEBFD-E57A-4175-9AAB-6A3692ED45ED}"/>
              </a:ext>
            </a:extLst>
          </p:cNvPr>
          <p:cNvSpPr txBox="1"/>
          <p:nvPr/>
        </p:nvSpPr>
        <p:spPr>
          <a:xfrm>
            <a:off x="4206875" y="2253468"/>
            <a:ext cx="762285" cy="646331"/>
          </a:xfrm>
          <a:prstGeom prst="rect">
            <a:avLst/>
          </a:prstGeom>
          <a:noFill/>
        </p:spPr>
        <p:txBody>
          <a:bodyPr wrap="square">
            <a:spAutoFit/>
          </a:bodyPr>
          <a:lstStyle/>
          <a:p>
            <a:r>
              <a:rPr lang="zh-CN" altLang="en-US" sz="1800" dirty="0">
                <a:solidFill>
                  <a:schemeClr val="tx1"/>
                </a:solidFill>
              </a:rPr>
              <a:t>本地网络</a:t>
            </a:r>
          </a:p>
        </p:txBody>
      </p:sp>
      <p:sp>
        <p:nvSpPr>
          <p:cNvPr id="79" name="文本框 78">
            <a:extLst>
              <a:ext uri="{FF2B5EF4-FFF2-40B4-BE49-F238E27FC236}">
                <a16:creationId xmlns:a16="http://schemas.microsoft.com/office/drawing/2014/main" id="{705FF7CB-76D0-4494-BAD6-E76169D48B17}"/>
              </a:ext>
            </a:extLst>
          </p:cNvPr>
          <p:cNvSpPr txBox="1"/>
          <p:nvPr/>
        </p:nvSpPr>
        <p:spPr>
          <a:xfrm>
            <a:off x="8061327" y="4370854"/>
            <a:ext cx="762285" cy="646331"/>
          </a:xfrm>
          <a:prstGeom prst="rect">
            <a:avLst/>
          </a:prstGeom>
          <a:noFill/>
        </p:spPr>
        <p:txBody>
          <a:bodyPr wrap="square">
            <a:spAutoFit/>
          </a:bodyPr>
          <a:lstStyle/>
          <a:p>
            <a:r>
              <a:rPr lang="zh-CN" altLang="en-US" sz="1800" dirty="0">
                <a:solidFill>
                  <a:schemeClr val="tx1"/>
                </a:solidFill>
              </a:rPr>
              <a:t>本地网络</a:t>
            </a:r>
          </a:p>
        </p:txBody>
      </p:sp>
      <p:sp>
        <p:nvSpPr>
          <p:cNvPr id="80" name="文本框 79">
            <a:extLst>
              <a:ext uri="{FF2B5EF4-FFF2-40B4-BE49-F238E27FC236}">
                <a16:creationId xmlns:a16="http://schemas.microsoft.com/office/drawing/2014/main" id="{8893A5A8-0CC7-49F2-9CE0-B31EBCA4A4D9}"/>
              </a:ext>
            </a:extLst>
          </p:cNvPr>
          <p:cNvSpPr txBox="1"/>
          <p:nvPr/>
        </p:nvSpPr>
        <p:spPr>
          <a:xfrm>
            <a:off x="4334514" y="5890504"/>
            <a:ext cx="762285" cy="646331"/>
          </a:xfrm>
          <a:prstGeom prst="rect">
            <a:avLst/>
          </a:prstGeom>
          <a:noFill/>
        </p:spPr>
        <p:txBody>
          <a:bodyPr wrap="square">
            <a:spAutoFit/>
          </a:bodyPr>
          <a:lstStyle/>
          <a:p>
            <a:r>
              <a:rPr lang="zh-CN" altLang="en-US" sz="1800" dirty="0">
                <a:solidFill>
                  <a:schemeClr val="tx1"/>
                </a:solidFill>
              </a:rPr>
              <a:t>本地网络</a:t>
            </a:r>
          </a:p>
        </p:txBody>
      </p:sp>
      <p:pic>
        <p:nvPicPr>
          <p:cNvPr id="81" name="Picture 36">
            <a:extLst>
              <a:ext uri="{FF2B5EF4-FFF2-40B4-BE49-F238E27FC236}">
                <a16:creationId xmlns:a16="http://schemas.microsoft.com/office/drawing/2014/main" id="{ED3BF0C8-98EC-4CAB-B832-178C86688BF5}"/>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7395" y="4382696"/>
            <a:ext cx="606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82" name="文本框 81">
            <a:extLst>
              <a:ext uri="{FF2B5EF4-FFF2-40B4-BE49-F238E27FC236}">
                <a16:creationId xmlns:a16="http://schemas.microsoft.com/office/drawing/2014/main" id="{318DC42A-DE47-4773-9771-D9043620CBE6}"/>
              </a:ext>
            </a:extLst>
          </p:cNvPr>
          <p:cNvSpPr txBox="1"/>
          <p:nvPr/>
        </p:nvSpPr>
        <p:spPr>
          <a:xfrm>
            <a:off x="4402542" y="4694338"/>
            <a:ext cx="1397286" cy="369332"/>
          </a:xfrm>
          <a:prstGeom prst="rect">
            <a:avLst/>
          </a:prstGeom>
          <a:noFill/>
        </p:spPr>
        <p:txBody>
          <a:bodyPr wrap="square">
            <a:spAutoFit/>
          </a:bodyPr>
          <a:lstStyle/>
          <a:p>
            <a:r>
              <a:rPr lang="zh-CN" altLang="en-US" sz="1800" dirty="0">
                <a:solidFill>
                  <a:schemeClr val="tx1"/>
                </a:solidFill>
              </a:rPr>
              <a:t>组</a:t>
            </a:r>
            <a:r>
              <a:rPr lang="zh-CN" altLang="en-US" sz="1800" dirty="0">
                <a:solidFill>
                  <a:schemeClr val="tx1"/>
                </a:solidFill>
                <a:latin typeface="黑体" panose="02010609060101010101" pitchFamily="49" charset="-122"/>
                <a:ea typeface="黑体" panose="02010609060101010101" pitchFamily="49" charset="-122"/>
              </a:rPr>
              <a:t>播路由器</a:t>
            </a:r>
            <a:endParaRPr lang="zh-CN" altLang="en-US" sz="1800"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92125" y="1017588"/>
            <a:ext cx="4943475" cy="612775"/>
          </a:xfrm>
        </p:spPr>
        <p:txBody>
          <a:bodyPr/>
          <a:lstStyle/>
          <a:p>
            <a:pPr eaLnBrk="1" hangingPunct="1"/>
            <a:r>
              <a:rPr lang="en-US" altLang="zh-CN" sz="2800" dirty="0">
                <a:latin typeface="微软雅黑" panose="020B0503020204020204" pitchFamily="34" charset="-122"/>
                <a:ea typeface="微软雅黑" panose="020B0503020204020204" pitchFamily="34" charset="-122"/>
              </a:rPr>
              <a:t>IGMP </a:t>
            </a:r>
            <a:r>
              <a:rPr lang="zh-CN" altLang="en-US" sz="2800" dirty="0">
                <a:latin typeface="微软雅黑" panose="020B0503020204020204" pitchFamily="34" charset="-122"/>
                <a:ea typeface="微软雅黑" panose="020B0503020204020204" pitchFamily="34" charset="-122"/>
              </a:rPr>
              <a:t>的</a:t>
            </a:r>
            <a:r>
              <a:rPr lang="zh-CN" altLang="en-US" sz="2800" dirty="0">
                <a:solidFill>
                  <a:schemeClr val="hlink"/>
                </a:solidFill>
                <a:latin typeface="微软雅黑" panose="020B0503020204020204" pitchFamily="34" charset="-122"/>
                <a:ea typeface="微软雅黑" panose="020B0503020204020204" pitchFamily="34" charset="-122"/>
              </a:rPr>
              <a:t>本地</a:t>
            </a:r>
            <a:r>
              <a:rPr lang="zh-CN" altLang="en-US" sz="2800" dirty="0">
                <a:latin typeface="微软雅黑" panose="020B0503020204020204" pitchFamily="34" charset="-122"/>
                <a:ea typeface="微软雅黑" panose="020B0503020204020204" pitchFamily="34" charset="-122"/>
              </a:rPr>
              <a:t>使用范围 </a:t>
            </a:r>
          </a:p>
        </p:txBody>
      </p:sp>
      <p:sp>
        <p:nvSpPr>
          <p:cNvPr id="23555" name="Rectangle 3"/>
          <p:cNvSpPr>
            <a:spLocks noGrp="1" noChangeArrowheads="1"/>
          </p:cNvSpPr>
          <p:nvPr>
            <p:ph type="body" idx="1"/>
          </p:nvPr>
        </p:nvSpPr>
        <p:spPr>
          <a:xfrm>
            <a:off x="468313" y="1844675"/>
            <a:ext cx="8347075" cy="3744913"/>
          </a:xfrm>
        </p:spPr>
        <p:txBody>
          <a:bodyPr/>
          <a:lstStyle/>
          <a:p>
            <a:pPr eaLnBrk="1" hangingPunct="1">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IGMP </a:t>
            </a:r>
            <a:r>
              <a:rPr lang="zh-CN" altLang="en-US" sz="2400" dirty="0">
                <a:solidFill>
                  <a:schemeClr val="hlink"/>
                </a:solidFill>
                <a:latin typeface="微软雅黑" panose="020B0503020204020204" pitchFamily="34" charset="-122"/>
                <a:ea typeface="微软雅黑" panose="020B0503020204020204" pitchFamily="34" charset="-122"/>
              </a:rPr>
              <a:t>并非</a:t>
            </a:r>
            <a:r>
              <a:rPr lang="zh-CN" altLang="en-US" sz="2400" dirty="0">
                <a:latin typeface="微软雅黑" panose="020B0503020204020204" pitchFamily="34" charset="-122"/>
                <a:ea typeface="微软雅黑" panose="020B0503020204020204" pitchFamily="34" charset="-122"/>
              </a:rPr>
              <a:t>在因特网范围内对所有组播组成员进行管理的协议。</a:t>
            </a:r>
          </a:p>
          <a:p>
            <a:pPr eaLnBrk="1" hangingPunct="1">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IGMP </a:t>
            </a:r>
            <a:r>
              <a:rPr lang="zh-CN" altLang="en-US" sz="2400" dirty="0">
                <a:solidFill>
                  <a:schemeClr val="hlink"/>
                </a:solidFill>
                <a:latin typeface="微软雅黑" panose="020B0503020204020204" pitchFamily="34" charset="-122"/>
                <a:ea typeface="微软雅黑" panose="020B0503020204020204" pitchFamily="34" charset="-122"/>
              </a:rPr>
              <a:t>不知道</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IP</a:t>
            </a:r>
            <a:r>
              <a:rPr lang="zh-CN" altLang="en-US" sz="2400" dirty="0">
                <a:latin typeface="微软雅黑" panose="020B0503020204020204" pitchFamily="34" charset="-122"/>
                <a:ea typeface="微软雅黑" panose="020B0503020204020204" pitchFamily="34" charset="-122"/>
              </a:rPr>
              <a:t>组播组包含的成员数，</a:t>
            </a:r>
            <a:r>
              <a:rPr lang="zh-CN" altLang="en-US" sz="2400" dirty="0">
                <a:solidFill>
                  <a:schemeClr val="hlink"/>
                </a:solidFill>
                <a:latin typeface="微软雅黑" panose="020B0503020204020204" pitchFamily="34" charset="-122"/>
                <a:ea typeface="微软雅黑" panose="020B0503020204020204" pitchFamily="34" charset="-122"/>
              </a:rPr>
              <a:t>也不知道</a:t>
            </a:r>
            <a:r>
              <a:rPr lang="zh-CN" altLang="en-US" sz="2400" dirty="0">
                <a:latin typeface="微软雅黑" panose="020B0503020204020204" pitchFamily="34" charset="-122"/>
                <a:ea typeface="微软雅黑" panose="020B0503020204020204" pitchFamily="34" charset="-122"/>
              </a:rPr>
              <a:t>这些成员都分布在哪些网络上。</a:t>
            </a:r>
          </a:p>
          <a:p>
            <a:pPr eaLnBrk="1" hangingPunct="1">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IGMP </a:t>
            </a:r>
            <a:r>
              <a:rPr lang="zh-CN" altLang="en-US" sz="2400" dirty="0">
                <a:latin typeface="微软雅黑" panose="020B0503020204020204" pitchFamily="34" charset="-122"/>
                <a:ea typeface="微软雅黑" panose="020B0503020204020204" pitchFamily="34" charset="-122"/>
              </a:rPr>
              <a:t>协议是让连接在</a:t>
            </a:r>
            <a:r>
              <a:rPr lang="zh-CN" altLang="en-US" sz="2400" dirty="0">
                <a:solidFill>
                  <a:schemeClr val="hlink"/>
                </a:solidFill>
                <a:latin typeface="微软雅黑" panose="020B0503020204020204" pitchFamily="34" charset="-122"/>
                <a:ea typeface="微软雅黑" panose="020B0503020204020204" pitchFamily="34" charset="-122"/>
              </a:rPr>
              <a:t>本地局域网</a:t>
            </a:r>
            <a:r>
              <a:rPr lang="zh-CN" altLang="en-US" sz="2400" dirty="0">
                <a:latin typeface="微软雅黑" panose="020B0503020204020204" pitchFamily="34" charset="-122"/>
                <a:ea typeface="微软雅黑" panose="020B0503020204020204" pitchFamily="34" charset="-122"/>
              </a:rPr>
              <a:t>上的组播路由器知道本局域网上是否有主机（严格讲，是主机上的某个进程）参加或退出了某个组播组。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74675" y="908050"/>
            <a:ext cx="5076825" cy="612775"/>
          </a:xfrm>
        </p:spPr>
        <p:txBody>
          <a:bodyPr/>
          <a:lstStyle/>
          <a:p>
            <a:pPr eaLnBrk="1" hangingPunct="1"/>
            <a:r>
              <a:rPr lang="en-US" altLang="zh-CN" sz="2800" dirty="0">
                <a:latin typeface="微软雅黑" panose="020B0503020204020204" pitchFamily="34" charset="-122"/>
                <a:ea typeface="微软雅黑" panose="020B0503020204020204" pitchFamily="34" charset="-122"/>
              </a:rPr>
              <a:t>IGMP </a:t>
            </a:r>
            <a:r>
              <a:rPr lang="zh-CN" altLang="en-US" sz="2800" dirty="0">
                <a:latin typeface="微软雅黑" panose="020B0503020204020204" pitchFamily="34" charset="-122"/>
                <a:ea typeface="微软雅黑" panose="020B0503020204020204" pitchFamily="34" charset="-122"/>
              </a:rPr>
              <a:t>可分为两个阶段 </a:t>
            </a:r>
          </a:p>
        </p:txBody>
      </p:sp>
      <p:sp>
        <p:nvSpPr>
          <p:cNvPr id="29699" name="Rectangle 3"/>
          <p:cNvSpPr>
            <a:spLocks noGrp="1" noChangeArrowheads="1"/>
          </p:cNvSpPr>
          <p:nvPr>
            <p:ph type="body" idx="1"/>
          </p:nvPr>
        </p:nvSpPr>
        <p:spPr>
          <a:xfrm>
            <a:off x="251520" y="1752600"/>
            <a:ext cx="8641655" cy="4268788"/>
          </a:xfrm>
        </p:spPr>
        <p:txBody>
          <a:bodyPr/>
          <a:lstStyle/>
          <a:p>
            <a:pPr eaLnBrk="1" hangingPunct="1">
              <a:lnSpc>
                <a:spcPct val="120000"/>
              </a:lnSpc>
              <a:buFont typeface="Wingdings" panose="05000000000000000000" pitchFamily="2" charset="2"/>
              <a:buChar char="l"/>
              <a:defRPr/>
            </a:pPr>
            <a:r>
              <a:rPr lang="zh-CN" altLang="en-US" sz="2200" dirty="0">
                <a:latin typeface="微软雅黑" panose="020B0503020204020204" pitchFamily="34" charset="-122"/>
                <a:ea typeface="微软雅黑" panose="020B0503020204020204" pitchFamily="34" charset="-122"/>
              </a:rPr>
              <a:t>第一阶段：当某个主机加入某个组播组时，该主机应向本地的组播路由器发送</a:t>
            </a:r>
            <a:r>
              <a:rPr lang="en-US" altLang="zh-CN" sz="2200" dirty="0">
                <a:latin typeface="微软雅黑" panose="020B0503020204020204" pitchFamily="34" charset="-122"/>
                <a:ea typeface="微软雅黑" panose="020B0503020204020204" pitchFamily="34" charset="-122"/>
              </a:rPr>
              <a:t>IGMP </a:t>
            </a:r>
            <a:r>
              <a:rPr lang="zh-CN" altLang="en-US" sz="2200" dirty="0">
                <a:latin typeface="微软雅黑" panose="020B0503020204020204" pitchFamily="34" charset="-122"/>
                <a:ea typeface="微软雅黑" panose="020B0503020204020204" pitchFamily="34" charset="-122"/>
              </a:rPr>
              <a:t>报文，声明自己要成为该组的成员。本地的</a:t>
            </a:r>
            <a:r>
              <a:rPr lang="zh-CN" altLang="en-US" sz="2200" dirty="0">
                <a:solidFill>
                  <a:srgbClr val="0070C0"/>
                </a:solidFill>
                <a:latin typeface="微软雅黑" panose="020B0503020204020204" pitchFamily="34" charset="-122"/>
                <a:ea typeface="微软雅黑" panose="020B0503020204020204" pitchFamily="34" charset="-122"/>
              </a:rPr>
              <a:t>组播路由器收到 </a:t>
            </a:r>
            <a:r>
              <a:rPr lang="en-US" altLang="zh-CN" sz="2200" dirty="0">
                <a:solidFill>
                  <a:srgbClr val="0070C0"/>
                </a:solidFill>
                <a:latin typeface="微软雅黑" panose="020B0503020204020204" pitchFamily="34" charset="-122"/>
                <a:ea typeface="微软雅黑" panose="020B0503020204020204" pitchFamily="34" charset="-122"/>
              </a:rPr>
              <a:t>IGMP </a:t>
            </a:r>
            <a:r>
              <a:rPr lang="zh-CN" altLang="en-US" sz="2200" dirty="0">
                <a:solidFill>
                  <a:srgbClr val="0070C0"/>
                </a:solidFill>
                <a:latin typeface="微软雅黑" panose="020B0503020204020204" pitchFamily="34" charset="-122"/>
                <a:ea typeface="微软雅黑" panose="020B0503020204020204" pitchFamily="34" charset="-122"/>
              </a:rPr>
              <a:t>报文后，将组成员关系转发给因特网上的其他组播路由器；告诉网络上组播路由器，这个局域网中有指定组播组的成员，以后这个组播组的报文要转发到这里。</a:t>
            </a:r>
            <a:endParaRPr lang="en-US" altLang="zh-CN" sz="2200" dirty="0">
              <a:latin typeface="微软雅黑" panose="020B0503020204020204" pitchFamily="34" charset="-122"/>
              <a:ea typeface="微软雅黑" panose="020B0503020204020204" pitchFamily="34" charset="-122"/>
            </a:endParaRPr>
          </a:p>
          <a:p>
            <a:pPr eaLnBrk="1" hangingPunct="1">
              <a:lnSpc>
                <a:spcPct val="120000"/>
              </a:lnSpc>
              <a:buFont typeface="Wingdings" panose="05000000000000000000" pitchFamily="2" charset="2"/>
              <a:buChar char="l"/>
              <a:defRPr/>
            </a:pPr>
            <a:r>
              <a:rPr lang="zh-CN" altLang="en-US" sz="2200" dirty="0">
                <a:latin typeface="微软雅黑" panose="020B0503020204020204" pitchFamily="34" charset="-122"/>
                <a:ea typeface="微软雅黑" panose="020B0503020204020204" pitchFamily="34" charset="-122"/>
              </a:rPr>
              <a:t>第二阶段：</a:t>
            </a:r>
            <a:r>
              <a:rPr lang="zh-CN" altLang="en-US" sz="2200" dirty="0">
                <a:solidFill>
                  <a:srgbClr val="0070C0"/>
                </a:solidFill>
                <a:latin typeface="微软雅黑" panose="020B0503020204020204" pitchFamily="34" charset="-122"/>
                <a:ea typeface="微软雅黑" panose="020B0503020204020204" pitchFamily="34" charset="-122"/>
              </a:rPr>
              <a:t>本地组播路由器要周期性地</a:t>
            </a:r>
            <a:r>
              <a:rPr lang="en-US" altLang="zh-CN" sz="2200" dirty="0">
                <a:solidFill>
                  <a:srgbClr val="0070C0"/>
                </a:solidFill>
                <a:latin typeface="微软雅黑" panose="020B0503020204020204" pitchFamily="34" charset="-122"/>
                <a:ea typeface="微软雅黑" panose="020B0503020204020204" pitchFamily="34" charset="-122"/>
              </a:rPr>
              <a:t>(</a:t>
            </a:r>
            <a:r>
              <a:rPr lang="zh-CN" altLang="en-US" sz="2200" dirty="0">
                <a:solidFill>
                  <a:srgbClr val="0070C0"/>
                </a:solidFill>
                <a:latin typeface="微软雅黑" panose="020B0503020204020204" pitchFamily="34" charset="-122"/>
                <a:ea typeface="微软雅黑" panose="020B0503020204020204" pitchFamily="34" charset="-122"/>
              </a:rPr>
              <a:t>如</a:t>
            </a:r>
            <a:r>
              <a:rPr lang="en-US" altLang="zh-CN" sz="2200" dirty="0">
                <a:solidFill>
                  <a:srgbClr val="0070C0"/>
                </a:solidFill>
                <a:latin typeface="微软雅黑" panose="020B0503020204020204" pitchFamily="34" charset="-122"/>
                <a:ea typeface="微软雅黑" panose="020B0503020204020204" pitchFamily="34" charset="-122"/>
              </a:rPr>
              <a:t>120</a:t>
            </a:r>
            <a:r>
              <a:rPr lang="zh-CN" altLang="en-US" sz="2200" dirty="0">
                <a:solidFill>
                  <a:srgbClr val="0070C0"/>
                </a:solidFill>
                <a:latin typeface="微软雅黑" panose="020B0503020204020204" pitchFamily="34" charset="-122"/>
                <a:ea typeface="微软雅黑" panose="020B0503020204020204" pitchFamily="34" charset="-122"/>
              </a:rPr>
              <a:t>秒</a:t>
            </a:r>
            <a:r>
              <a:rPr lang="en-US" altLang="zh-CN" sz="2200" dirty="0">
                <a:solidFill>
                  <a:srgbClr val="0070C0"/>
                </a:solidFill>
                <a:latin typeface="微软雅黑" panose="020B0503020204020204" pitchFamily="34" charset="-122"/>
                <a:ea typeface="微软雅黑" panose="020B0503020204020204" pitchFamily="34" charset="-122"/>
              </a:rPr>
              <a:t>) </a:t>
            </a:r>
            <a:r>
              <a:rPr lang="zh-CN" altLang="en-US" sz="2200" dirty="0">
                <a:solidFill>
                  <a:srgbClr val="0070C0"/>
                </a:solidFill>
                <a:latin typeface="微软雅黑" panose="020B0503020204020204" pitchFamily="34" charset="-122"/>
                <a:ea typeface="微软雅黑" panose="020B0503020204020204" pitchFamily="34" charset="-122"/>
              </a:rPr>
              <a:t>探询本地局域网上的主机</a:t>
            </a:r>
            <a:r>
              <a:rPr lang="zh-CN" altLang="en-US" sz="2200" dirty="0">
                <a:latin typeface="微软雅黑" panose="020B0503020204020204" pitchFamily="34" charset="-122"/>
                <a:ea typeface="微软雅黑" panose="020B0503020204020204" pitchFamily="34" charset="-122"/>
              </a:rPr>
              <a:t>，以便知道这些主机是否还继续是组的成员。</a:t>
            </a:r>
            <a:endParaRPr lang="en-US" altLang="zh-CN" sz="2200" dirty="0">
              <a:latin typeface="微软雅黑" panose="020B0503020204020204" pitchFamily="34" charset="-122"/>
              <a:ea typeface="微软雅黑" panose="020B0503020204020204" pitchFamily="34" charset="-122"/>
            </a:endParaRPr>
          </a:p>
          <a:p>
            <a:pPr marL="812800" indent="-342900" eaLnBrk="1" hangingPunct="1">
              <a:lnSpc>
                <a:spcPct val="120000"/>
              </a:lnSpc>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只要对某个组有一个主机响应，组播路由器就认为这个组是活跃的。</a:t>
            </a:r>
            <a:endParaRPr lang="en-US" altLang="zh-CN" sz="2000" dirty="0">
              <a:latin typeface="微软雅黑" panose="020B0503020204020204" pitchFamily="34" charset="-122"/>
              <a:ea typeface="微软雅黑" panose="020B0503020204020204" pitchFamily="34" charset="-122"/>
            </a:endParaRPr>
          </a:p>
          <a:p>
            <a:pPr marL="812800" indent="-342900" eaLnBrk="1" hangingPunct="1">
              <a:lnSpc>
                <a:spcPct val="120000"/>
              </a:lnSpc>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一个组在经过几次的探询后没有一个主机响应，则不再将该组的成员关系转发给其他的组播路由器，其他组播路由器便知道这个局域网中没有指定组的成员，以后不需要转发（通过修改组播路由表）。</a:t>
            </a:r>
          </a:p>
          <a:p>
            <a:pPr eaLnBrk="1" hangingPunct="1">
              <a:lnSpc>
                <a:spcPct val="120000"/>
              </a:lnSpc>
              <a:buFont typeface="Wingdings" panose="05000000000000000000" pitchFamily="2" charset="2"/>
              <a:buChar char="l"/>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987824" y="3051175"/>
            <a:ext cx="3457575" cy="755650"/>
          </a:xfrm>
        </p:spPr>
        <p:txBody>
          <a:bodyPr/>
          <a:lstStyle/>
          <a:p>
            <a:pPr eaLnBrk="1" hangingPunct="1"/>
            <a:r>
              <a:rPr lang="zh-CN" altLang="en-US" sz="2800" dirty="0">
                <a:solidFill>
                  <a:srgbClr val="0070C0"/>
                </a:solidFill>
                <a:latin typeface="微软雅黑" panose="020B0503020204020204" pitchFamily="34" charset="-122"/>
                <a:ea typeface="微软雅黑" panose="020B0503020204020204" pitchFamily="34" charset="-122"/>
              </a:rPr>
              <a:t>多播路由选择协议</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sz="4000"/>
              <a:t>多播路由选择</a:t>
            </a:r>
          </a:p>
        </p:txBody>
      </p:sp>
      <p:sp>
        <p:nvSpPr>
          <p:cNvPr id="33795" name="Rectangle 3"/>
          <p:cNvSpPr>
            <a:spLocks noGrp="1" noChangeArrowheads="1"/>
          </p:cNvSpPr>
          <p:nvPr>
            <p:ph type="body" idx="1"/>
          </p:nvPr>
        </p:nvSpPr>
        <p:spPr>
          <a:xfrm>
            <a:off x="395536" y="1737518"/>
            <a:ext cx="8568952" cy="4643810"/>
          </a:xfrm>
        </p:spPr>
        <p:txBody>
          <a:bodyPr/>
          <a:lstStyle/>
          <a:p>
            <a:pPr marL="0" indent="0" eaLnBrk="1" hangingPunct="1">
              <a:lnSpc>
                <a:spcPct val="120000"/>
              </a:lnSpc>
              <a:buFont typeface="Wingdings" panose="05000000000000000000" pitchFamily="2" charset="2"/>
              <a:buNone/>
            </a:pPr>
            <a:r>
              <a:rPr lang="zh-CN" altLang="en-US" sz="2400" dirty="0">
                <a:solidFill>
                  <a:srgbClr val="FF0000"/>
                </a:solidFill>
                <a:latin typeface="微软雅黑" panose="020B0503020204020204" pitchFamily="34" charset="-122"/>
                <a:ea typeface="微软雅黑" panose="020B0503020204020204" pitchFamily="34" charset="-122"/>
              </a:rPr>
              <a:t>      组播路由选择</a:t>
            </a:r>
            <a:r>
              <a:rPr lang="zh-CN" altLang="en-US" sz="2400" dirty="0">
                <a:latin typeface="微软雅黑" panose="020B0503020204020204" pitchFamily="34" charset="-122"/>
                <a:ea typeface="微软雅黑" panose="020B0503020204020204" pitchFamily="34" charset="-122"/>
              </a:rPr>
              <a:t>的基本思想是能够将组播数据包传送到组播组中的每个主机，同时在路由器转发过程中避免出现路由环路</a:t>
            </a:r>
            <a:r>
              <a:rPr lang="zh-CN" altLang="en-US" sz="2400" dirty="0">
                <a:solidFill>
                  <a:srgbClr val="FF0000"/>
                </a:solidFill>
                <a:latin typeface="微软雅黑" panose="020B0503020204020204" pitchFamily="34" charset="-122"/>
                <a:ea typeface="微软雅黑" panose="020B0503020204020204" pitchFamily="34" charset="-122"/>
              </a:rPr>
              <a:t>。</a:t>
            </a:r>
            <a:endParaRPr lang="en-US" altLang="zh-CN" sz="2400" dirty="0">
              <a:solidFill>
                <a:srgbClr val="FF0000"/>
              </a:solidFill>
              <a:latin typeface="微软雅黑" panose="020B0503020204020204" pitchFamily="34" charset="-122"/>
              <a:ea typeface="微软雅黑" panose="020B0503020204020204" pitchFamily="34" charset="-122"/>
            </a:endParaRPr>
          </a:p>
          <a:p>
            <a:pPr marL="0" indent="0" eaLnBrk="1" hangingPunct="1">
              <a:lnSpc>
                <a:spcPct val="12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实际上是为组播组构造一颗组播转发树</a:t>
            </a:r>
            <a:r>
              <a:rPr lang="zh-CN" altLang="en-US" sz="2400" dirty="0">
                <a:latin typeface="微软雅黑" panose="020B0503020204020204" pitchFamily="34" charset="-122"/>
                <a:ea typeface="微软雅黑" panose="020B0503020204020204" pitchFamily="34" charset="-122"/>
              </a:rPr>
              <a:t>，组播树连接着组播组中所有主机所在的子网，组播数据包通过组播树中的路由器复制并转发，最后一跳路由器连接组播组中的主机。</a:t>
            </a:r>
            <a:endParaRPr lang="en-US" altLang="zh-CN" sz="2400" dirty="0">
              <a:latin typeface="微软雅黑" panose="020B0503020204020204" pitchFamily="34" charset="-122"/>
              <a:ea typeface="微软雅黑" panose="020B0503020204020204" pitchFamily="34" charset="-122"/>
            </a:endParaRPr>
          </a:p>
          <a:p>
            <a:pPr marL="0" indent="0" eaLnBrk="1" hangingPunct="1">
              <a:lnSpc>
                <a:spcPct val="12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当网络中的某些用户需要特定数据时</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组播数据发送者仅发送一次数据</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借助组播路由协议为组播数据包建立组播分发树，被传递的数据到达距离用户端尽可能近的路由器节点后才开始复制和分发</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是一种点对多点传输方式。</a:t>
            </a:r>
          </a:p>
        </p:txBody>
      </p:sp>
      <p:pic>
        <p:nvPicPr>
          <p:cNvPr id="14338" name="Picture 2" descr="image-20240315214639554">
            <a:extLst>
              <a:ext uri="{FF2B5EF4-FFF2-40B4-BE49-F238E27FC236}">
                <a16:creationId xmlns:a16="http://schemas.microsoft.com/office/drawing/2014/main" id="{8896C627-CE92-4C4E-89EF-8806E9F39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7802" y="21298"/>
            <a:ext cx="2523481" cy="17008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11188" y="908050"/>
            <a:ext cx="7237412" cy="696913"/>
          </a:xfrm>
        </p:spPr>
        <p:txBody>
          <a:bodyPr/>
          <a:lstStyle/>
          <a:p>
            <a:pPr eaLnBrk="1" hangingPunct="1"/>
            <a:r>
              <a:rPr lang="zh-CN" altLang="en-US" sz="2800" dirty="0"/>
              <a:t>几种组播路由选择协议 </a:t>
            </a:r>
          </a:p>
        </p:txBody>
      </p:sp>
      <p:sp>
        <p:nvSpPr>
          <p:cNvPr id="31747" name="Rectangle 3"/>
          <p:cNvSpPr>
            <a:spLocks noGrp="1" noChangeArrowheads="1"/>
          </p:cNvSpPr>
          <p:nvPr>
            <p:ph type="body" idx="1"/>
          </p:nvPr>
        </p:nvSpPr>
        <p:spPr>
          <a:xfrm>
            <a:off x="468313" y="1844675"/>
            <a:ext cx="8567737" cy="4392613"/>
          </a:xfrm>
        </p:spPr>
        <p:txBody>
          <a:bodyPr/>
          <a:lstStyle/>
          <a:p>
            <a:pPr eaLnBrk="1" hangingPunct="1">
              <a:buFont typeface="Wingdings" panose="05000000000000000000" pitchFamily="2" charset="2"/>
              <a:buChar char="l"/>
            </a:pPr>
            <a:r>
              <a:rPr lang="zh-CN" altLang="en-US" sz="2400" dirty="0"/>
              <a:t>距离向量多播路由选择协议 </a:t>
            </a:r>
            <a:r>
              <a:rPr lang="en-US" altLang="zh-CN" sz="2400" dirty="0"/>
              <a:t>DVMRP (Distance Vector Multicast Routing Protocol)</a:t>
            </a:r>
          </a:p>
          <a:p>
            <a:pPr eaLnBrk="1" hangingPunct="1">
              <a:buFont typeface="Wingdings" panose="05000000000000000000" pitchFamily="2" charset="2"/>
              <a:buChar char="l"/>
            </a:pPr>
            <a:r>
              <a:rPr lang="zh-CN" altLang="en-US" sz="2400" dirty="0"/>
              <a:t>基于核心的转发树 </a:t>
            </a:r>
            <a:r>
              <a:rPr lang="en-US" altLang="zh-CN" sz="2400" dirty="0"/>
              <a:t>CBT (Core Based Tree) </a:t>
            </a:r>
          </a:p>
          <a:p>
            <a:pPr eaLnBrk="1" hangingPunct="1">
              <a:buFont typeface="Wingdings" panose="05000000000000000000" pitchFamily="2" charset="2"/>
              <a:buChar char="l"/>
            </a:pPr>
            <a:r>
              <a:rPr lang="zh-CN" altLang="en-US" sz="2400" dirty="0"/>
              <a:t>开放最短通路优先的多播扩展 </a:t>
            </a:r>
            <a:r>
              <a:rPr lang="en-US" altLang="zh-CN" sz="2400" dirty="0"/>
              <a:t>MOSPF (Multicast Extensions to OSPF) </a:t>
            </a:r>
          </a:p>
          <a:p>
            <a:pPr eaLnBrk="1" hangingPunct="1">
              <a:buFont typeface="Wingdings" panose="05000000000000000000" pitchFamily="2" charset="2"/>
              <a:buChar char="l"/>
            </a:pPr>
            <a:r>
              <a:rPr lang="zh-CN" altLang="en-US" sz="2400" dirty="0"/>
              <a:t>协议无关多播</a:t>
            </a:r>
            <a:r>
              <a:rPr lang="en-US" altLang="zh-CN" sz="2400" dirty="0"/>
              <a:t>-</a:t>
            </a:r>
            <a:r>
              <a:rPr lang="zh-CN" altLang="en-US" sz="2400" dirty="0"/>
              <a:t>稀疏方式 </a:t>
            </a:r>
            <a:r>
              <a:rPr lang="en-US" altLang="zh-CN" sz="2400" dirty="0"/>
              <a:t>PIM-SM               (Protocol Independent Multicast-Sparse Mode) </a:t>
            </a:r>
          </a:p>
          <a:p>
            <a:pPr eaLnBrk="1" hangingPunct="1">
              <a:buFont typeface="Wingdings" panose="05000000000000000000" pitchFamily="2" charset="2"/>
              <a:buChar char="l"/>
            </a:pPr>
            <a:r>
              <a:rPr lang="zh-CN" altLang="en-US" sz="2400" dirty="0"/>
              <a:t>协议无关多播</a:t>
            </a:r>
            <a:r>
              <a:rPr lang="en-US" altLang="zh-CN" sz="2400" dirty="0"/>
              <a:t>-</a:t>
            </a:r>
            <a:r>
              <a:rPr lang="zh-CN" altLang="en-US" sz="2400" dirty="0"/>
              <a:t>密集方式 </a:t>
            </a:r>
            <a:r>
              <a:rPr lang="en-US" altLang="zh-CN" sz="2400" dirty="0"/>
              <a:t>PIM-DM               (Protocol Independent Multicast-Dense Mode)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5550" y="2371725"/>
            <a:ext cx="600075" cy="65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3" name="Picture 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77238" y="2205038"/>
            <a:ext cx="600075" cy="59531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721954" name="Picture 36"/>
          <p:cNvPicPr>
            <a:picLocks noChangeArrowheads="1"/>
          </p:cNvPicPr>
          <p:nvPr/>
        </p:nvPicPr>
        <p:blipFill>
          <a:blip r:embed="rId4"/>
          <a:srcRect/>
          <a:stretch>
            <a:fillRect/>
          </a:stretch>
        </p:blipFill>
        <p:spPr bwMode="auto">
          <a:xfrm>
            <a:off x="3540125" y="3138488"/>
            <a:ext cx="606425" cy="595312"/>
          </a:xfrm>
          <a:prstGeom prst="rect">
            <a:avLst/>
          </a:prstGeom>
          <a:solidFill>
            <a:schemeClr val="accent2">
              <a:lumMod val="40000"/>
              <a:lumOff val="60000"/>
            </a:schemeClr>
          </a:solidFill>
          <a:ln>
            <a:noFill/>
          </a:ln>
        </p:spPr>
      </p:pic>
      <p:pic>
        <p:nvPicPr>
          <p:cNvPr id="35845"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04013" y="3246438"/>
            <a:ext cx="606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5846" name="Picture 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74075" y="3138488"/>
            <a:ext cx="600075"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77200" y="5591175"/>
            <a:ext cx="6000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5848" name="直接箭头连接符 5"/>
          <p:cNvCxnSpPr>
            <a:cxnSpLocks noChangeShapeType="1"/>
            <a:endCxn id="721954" idx="1"/>
          </p:cNvCxnSpPr>
          <p:nvPr/>
        </p:nvCxnSpPr>
        <p:spPr bwMode="auto">
          <a:xfrm>
            <a:off x="2760663" y="2970213"/>
            <a:ext cx="779462" cy="465137"/>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49" name="直接箭头连接符 104"/>
          <p:cNvCxnSpPr>
            <a:cxnSpLocks noChangeShapeType="1"/>
          </p:cNvCxnSpPr>
          <p:nvPr/>
        </p:nvCxnSpPr>
        <p:spPr bwMode="auto">
          <a:xfrm flipV="1">
            <a:off x="4102100" y="3135313"/>
            <a:ext cx="774700" cy="239712"/>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50" name="直接箭头连接符 109"/>
          <p:cNvCxnSpPr>
            <a:cxnSpLocks noChangeShapeType="1"/>
          </p:cNvCxnSpPr>
          <p:nvPr/>
        </p:nvCxnSpPr>
        <p:spPr bwMode="auto">
          <a:xfrm>
            <a:off x="4098925" y="3506788"/>
            <a:ext cx="877888" cy="396875"/>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51" name="直接箭头连接符 112"/>
          <p:cNvCxnSpPr>
            <a:cxnSpLocks noChangeShapeType="1"/>
          </p:cNvCxnSpPr>
          <p:nvPr/>
        </p:nvCxnSpPr>
        <p:spPr bwMode="auto">
          <a:xfrm flipV="1">
            <a:off x="5411788" y="2624138"/>
            <a:ext cx="1138237" cy="374650"/>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52" name="直接箭头连接符 114"/>
          <p:cNvCxnSpPr>
            <a:cxnSpLocks noChangeShapeType="1"/>
          </p:cNvCxnSpPr>
          <p:nvPr/>
        </p:nvCxnSpPr>
        <p:spPr bwMode="auto">
          <a:xfrm>
            <a:off x="5408613" y="4181475"/>
            <a:ext cx="1141412" cy="795338"/>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53" name="直接箭头连接符 116"/>
          <p:cNvCxnSpPr>
            <a:cxnSpLocks noChangeShapeType="1"/>
          </p:cNvCxnSpPr>
          <p:nvPr/>
        </p:nvCxnSpPr>
        <p:spPr bwMode="auto">
          <a:xfrm>
            <a:off x="5541963" y="4052888"/>
            <a:ext cx="1236662" cy="176212"/>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54" name="直接箭头连接符 118"/>
          <p:cNvCxnSpPr>
            <a:cxnSpLocks noChangeShapeType="1"/>
            <a:endCxn id="35845" idx="1"/>
          </p:cNvCxnSpPr>
          <p:nvPr/>
        </p:nvCxnSpPr>
        <p:spPr bwMode="auto">
          <a:xfrm>
            <a:off x="5527675" y="3246438"/>
            <a:ext cx="1176338" cy="188912"/>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55" name="直接箭头连接符 122"/>
          <p:cNvCxnSpPr>
            <a:cxnSpLocks noChangeShapeType="1"/>
            <a:endCxn id="35859" idx="1"/>
          </p:cNvCxnSpPr>
          <p:nvPr/>
        </p:nvCxnSpPr>
        <p:spPr bwMode="auto">
          <a:xfrm flipV="1">
            <a:off x="6924675" y="2568575"/>
            <a:ext cx="1452563" cy="0"/>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56" name="直接箭头连接符 125"/>
          <p:cNvCxnSpPr>
            <a:cxnSpLocks noChangeShapeType="1"/>
            <a:stCxn id="35845" idx="3"/>
          </p:cNvCxnSpPr>
          <p:nvPr/>
        </p:nvCxnSpPr>
        <p:spPr bwMode="auto">
          <a:xfrm>
            <a:off x="7310438" y="3435350"/>
            <a:ext cx="1198562" cy="71438"/>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57" name="直接箭头连接符 128"/>
          <p:cNvCxnSpPr>
            <a:cxnSpLocks noChangeShapeType="1"/>
          </p:cNvCxnSpPr>
          <p:nvPr/>
        </p:nvCxnSpPr>
        <p:spPr bwMode="auto">
          <a:xfrm>
            <a:off x="7316788" y="4243388"/>
            <a:ext cx="1192212" cy="188912"/>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58" name="直接箭头连接符 131"/>
          <p:cNvCxnSpPr>
            <a:cxnSpLocks noChangeShapeType="1"/>
          </p:cNvCxnSpPr>
          <p:nvPr/>
        </p:nvCxnSpPr>
        <p:spPr bwMode="auto">
          <a:xfrm>
            <a:off x="7007225" y="5354638"/>
            <a:ext cx="1212850" cy="534987"/>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859" name="矩形 721998"/>
          <p:cNvSpPr>
            <a:spLocks noChangeArrowheads="1"/>
          </p:cNvSpPr>
          <p:nvPr/>
        </p:nvSpPr>
        <p:spPr bwMode="auto">
          <a:xfrm>
            <a:off x="8377238" y="2205038"/>
            <a:ext cx="658812"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latin typeface="黑体" panose="02010609060101010101" pitchFamily="49" charset="-122"/>
              <a:ea typeface="黑体" panose="02010609060101010101" pitchFamily="49" charset="-122"/>
            </a:endParaRPr>
          </a:p>
        </p:txBody>
      </p:sp>
      <p:pic>
        <p:nvPicPr>
          <p:cNvPr id="35860" name="Picture 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09000" y="4040188"/>
            <a:ext cx="600075" cy="5953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cxnSp>
        <p:nvCxnSpPr>
          <p:cNvPr id="35861" name="直接箭头连接符 138"/>
          <p:cNvCxnSpPr>
            <a:cxnSpLocks noChangeShapeType="1"/>
          </p:cNvCxnSpPr>
          <p:nvPr/>
        </p:nvCxnSpPr>
        <p:spPr bwMode="auto">
          <a:xfrm>
            <a:off x="7073900" y="5165725"/>
            <a:ext cx="1400175" cy="65088"/>
          </a:xfrm>
          <a:prstGeom prst="straightConnector1">
            <a:avLst/>
          </a:prstGeom>
          <a:noFill/>
          <a:ln w="3810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5862" name="Picture 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09000" y="4932363"/>
            <a:ext cx="600075" cy="5953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5863" name="矩形 2"/>
          <p:cNvSpPr>
            <a:spLocks noChangeArrowheads="1"/>
          </p:cNvSpPr>
          <p:nvPr/>
        </p:nvSpPr>
        <p:spPr bwMode="auto">
          <a:xfrm>
            <a:off x="3540125" y="3138488"/>
            <a:ext cx="558800"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pic>
        <p:nvPicPr>
          <p:cNvPr id="38" name="Picture 36"/>
          <p:cNvPicPr>
            <a:picLocks noChangeArrowheads="1"/>
          </p:cNvPicPr>
          <p:nvPr/>
        </p:nvPicPr>
        <p:blipFill>
          <a:blip r:embed="rId4"/>
          <a:srcRect/>
          <a:stretch>
            <a:fillRect/>
          </a:stretch>
        </p:blipFill>
        <p:spPr bwMode="auto">
          <a:xfrm>
            <a:off x="4876800" y="2778125"/>
            <a:ext cx="606425" cy="595313"/>
          </a:xfrm>
          <a:prstGeom prst="rect">
            <a:avLst/>
          </a:prstGeom>
          <a:solidFill>
            <a:schemeClr val="accent2">
              <a:lumMod val="40000"/>
              <a:lumOff val="60000"/>
            </a:schemeClr>
          </a:solidFill>
          <a:ln>
            <a:noFill/>
          </a:ln>
        </p:spPr>
      </p:pic>
      <p:pic>
        <p:nvPicPr>
          <p:cNvPr id="39" name="Picture 36"/>
          <p:cNvPicPr>
            <a:picLocks noChangeArrowheads="1"/>
          </p:cNvPicPr>
          <p:nvPr/>
        </p:nvPicPr>
        <p:blipFill>
          <a:blip r:embed="rId4"/>
          <a:srcRect/>
          <a:stretch>
            <a:fillRect/>
          </a:stretch>
        </p:blipFill>
        <p:spPr bwMode="auto">
          <a:xfrm>
            <a:off x="4876800" y="3733800"/>
            <a:ext cx="606425" cy="595313"/>
          </a:xfrm>
          <a:prstGeom prst="rect">
            <a:avLst/>
          </a:prstGeom>
          <a:solidFill>
            <a:schemeClr val="accent2">
              <a:lumMod val="40000"/>
              <a:lumOff val="60000"/>
            </a:schemeClr>
          </a:solidFill>
          <a:ln>
            <a:noFill/>
          </a:ln>
        </p:spPr>
      </p:pic>
      <p:pic>
        <p:nvPicPr>
          <p:cNvPr id="40" name="Picture 36"/>
          <p:cNvPicPr>
            <a:picLocks noChangeArrowheads="1"/>
          </p:cNvPicPr>
          <p:nvPr/>
        </p:nvPicPr>
        <p:blipFill>
          <a:blip r:embed="rId4"/>
          <a:srcRect/>
          <a:stretch>
            <a:fillRect/>
          </a:stretch>
        </p:blipFill>
        <p:spPr bwMode="auto">
          <a:xfrm>
            <a:off x="6457950" y="2271713"/>
            <a:ext cx="606425" cy="595312"/>
          </a:xfrm>
          <a:prstGeom prst="rect">
            <a:avLst/>
          </a:prstGeom>
          <a:solidFill>
            <a:schemeClr val="accent2">
              <a:lumMod val="40000"/>
              <a:lumOff val="60000"/>
            </a:schemeClr>
          </a:solidFill>
          <a:ln>
            <a:noFill/>
          </a:ln>
        </p:spPr>
      </p:pic>
      <p:pic>
        <p:nvPicPr>
          <p:cNvPr id="41" name="Picture 36"/>
          <p:cNvPicPr>
            <a:picLocks noChangeArrowheads="1"/>
          </p:cNvPicPr>
          <p:nvPr/>
        </p:nvPicPr>
        <p:blipFill>
          <a:blip r:embed="rId4"/>
          <a:srcRect/>
          <a:stretch>
            <a:fillRect/>
          </a:stretch>
        </p:blipFill>
        <p:spPr bwMode="auto">
          <a:xfrm>
            <a:off x="6704013" y="3870325"/>
            <a:ext cx="606425" cy="595313"/>
          </a:xfrm>
          <a:prstGeom prst="rect">
            <a:avLst/>
          </a:prstGeom>
          <a:solidFill>
            <a:schemeClr val="accent2">
              <a:lumMod val="40000"/>
              <a:lumOff val="60000"/>
            </a:schemeClr>
          </a:solidFill>
          <a:ln>
            <a:noFill/>
          </a:ln>
        </p:spPr>
      </p:pic>
      <p:pic>
        <p:nvPicPr>
          <p:cNvPr id="42" name="Picture 36"/>
          <p:cNvPicPr>
            <a:picLocks noChangeArrowheads="1"/>
          </p:cNvPicPr>
          <p:nvPr/>
        </p:nvPicPr>
        <p:blipFill>
          <a:blip r:embed="rId4"/>
          <a:srcRect/>
          <a:stretch>
            <a:fillRect/>
          </a:stretch>
        </p:blipFill>
        <p:spPr bwMode="auto">
          <a:xfrm>
            <a:off x="6491288" y="4900613"/>
            <a:ext cx="606425" cy="595312"/>
          </a:xfrm>
          <a:prstGeom prst="rect">
            <a:avLst/>
          </a:prstGeom>
          <a:solidFill>
            <a:schemeClr val="accent2">
              <a:lumMod val="40000"/>
              <a:lumOff val="60000"/>
            </a:schemeClr>
          </a:solidFill>
          <a:ln>
            <a:noFill/>
          </a:ln>
        </p:spPr>
      </p:pic>
      <p:cxnSp>
        <p:nvCxnSpPr>
          <p:cNvPr id="35869" name="直接箭头连接符 44"/>
          <p:cNvCxnSpPr>
            <a:cxnSpLocks noChangeShapeType="1"/>
          </p:cNvCxnSpPr>
          <p:nvPr/>
        </p:nvCxnSpPr>
        <p:spPr bwMode="auto">
          <a:xfrm>
            <a:off x="5541963" y="4579938"/>
            <a:ext cx="809625" cy="519112"/>
          </a:xfrm>
          <a:prstGeom prst="straightConnector1">
            <a:avLst/>
          </a:prstGeom>
          <a:noFill/>
          <a:ln w="2222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70" name="直接箭头连接符 46"/>
          <p:cNvCxnSpPr>
            <a:cxnSpLocks noChangeShapeType="1"/>
          </p:cNvCxnSpPr>
          <p:nvPr/>
        </p:nvCxnSpPr>
        <p:spPr bwMode="auto">
          <a:xfrm flipV="1">
            <a:off x="4146550" y="2867025"/>
            <a:ext cx="730250" cy="247650"/>
          </a:xfrm>
          <a:prstGeom prst="straightConnector1">
            <a:avLst/>
          </a:prstGeom>
          <a:noFill/>
          <a:ln w="2222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71" name="直接箭头连接符 49"/>
          <p:cNvCxnSpPr>
            <a:cxnSpLocks noChangeShapeType="1"/>
          </p:cNvCxnSpPr>
          <p:nvPr/>
        </p:nvCxnSpPr>
        <p:spPr bwMode="auto">
          <a:xfrm flipV="1">
            <a:off x="5541963" y="2376488"/>
            <a:ext cx="739775" cy="247650"/>
          </a:xfrm>
          <a:prstGeom prst="straightConnector1">
            <a:avLst/>
          </a:prstGeom>
          <a:noFill/>
          <a:ln w="2222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72" name="直接箭头连接符 51"/>
          <p:cNvCxnSpPr>
            <a:cxnSpLocks noChangeShapeType="1"/>
          </p:cNvCxnSpPr>
          <p:nvPr/>
        </p:nvCxnSpPr>
        <p:spPr bwMode="auto">
          <a:xfrm>
            <a:off x="4146550" y="3870325"/>
            <a:ext cx="620713" cy="271463"/>
          </a:xfrm>
          <a:prstGeom prst="straightConnector1">
            <a:avLst/>
          </a:prstGeom>
          <a:noFill/>
          <a:ln w="2222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73" name="直接箭头连接符 54"/>
          <p:cNvCxnSpPr>
            <a:cxnSpLocks noChangeShapeType="1"/>
            <a:stCxn id="35842" idx="3"/>
          </p:cNvCxnSpPr>
          <p:nvPr/>
        </p:nvCxnSpPr>
        <p:spPr bwMode="auto">
          <a:xfrm>
            <a:off x="3095625" y="2698750"/>
            <a:ext cx="430213" cy="376238"/>
          </a:xfrm>
          <a:prstGeom prst="straightConnector1">
            <a:avLst/>
          </a:prstGeom>
          <a:noFill/>
          <a:ln w="2222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74" name="直接箭头连接符 58"/>
          <p:cNvCxnSpPr>
            <a:cxnSpLocks noChangeShapeType="1"/>
          </p:cNvCxnSpPr>
          <p:nvPr/>
        </p:nvCxnSpPr>
        <p:spPr bwMode="auto">
          <a:xfrm>
            <a:off x="5675313" y="3854450"/>
            <a:ext cx="815975" cy="104775"/>
          </a:xfrm>
          <a:prstGeom prst="straightConnector1">
            <a:avLst/>
          </a:prstGeom>
          <a:noFill/>
          <a:ln w="2222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矩形 18"/>
          <p:cNvSpPr/>
          <p:nvPr/>
        </p:nvSpPr>
        <p:spPr>
          <a:xfrm>
            <a:off x="3035300" y="5024438"/>
            <a:ext cx="2797175" cy="862012"/>
          </a:xfrm>
          <a:prstGeom prst="rect">
            <a:avLst/>
          </a:prstGeom>
        </p:spPr>
        <p:txBody>
          <a:bodyPr>
            <a:spAutoFit/>
          </a:bodyPr>
          <a:lstStyle/>
          <a:p>
            <a:pPr algn="ctr" eaLnBrk="1" hangingPunct="1">
              <a:defRPr/>
            </a:pPr>
            <a:r>
              <a:rPr lang="zh-CN" altLang="en-US" b="1" dirty="0">
                <a:solidFill>
                  <a:srgbClr val="0000FF"/>
                </a:solidFill>
                <a:latin typeface="+mj-ea"/>
                <a:ea typeface="+mj-ea"/>
              </a:rPr>
              <a:t>组播路由器复制组播分组，并转发</a:t>
            </a:r>
          </a:p>
        </p:txBody>
      </p:sp>
      <p:cxnSp>
        <p:nvCxnSpPr>
          <p:cNvPr id="35876" name="直接箭头连接符 63"/>
          <p:cNvCxnSpPr>
            <a:cxnSpLocks noChangeShapeType="1"/>
          </p:cNvCxnSpPr>
          <p:nvPr/>
        </p:nvCxnSpPr>
        <p:spPr bwMode="auto">
          <a:xfrm flipV="1">
            <a:off x="3395663" y="3854450"/>
            <a:ext cx="260350" cy="1077913"/>
          </a:xfrm>
          <a:prstGeom prst="straightConnector1">
            <a:avLst/>
          </a:prstGeom>
          <a:noFill/>
          <a:ln w="22225" algn="ctr">
            <a:solidFill>
              <a:srgbClr val="0000FF"/>
            </a:solidFill>
            <a:prstDash val="sys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77" name="直接箭头连接符 66"/>
          <p:cNvCxnSpPr>
            <a:cxnSpLocks noChangeShapeType="1"/>
          </p:cNvCxnSpPr>
          <p:nvPr/>
        </p:nvCxnSpPr>
        <p:spPr bwMode="auto">
          <a:xfrm flipV="1">
            <a:off x="3819525" y="4329113"/>
            <a:ext cx="1057275" cy="571500"/>
          </a:xfrm>
          <a:prstGeom prst="straightConnector1">
            <a:avLst/>
          </a:prstGeom>
          <a:noFill/>
          <a:ln w="22225" algn="ctr">
            <a:solidFill>
              <a:srgbClr val="0000FF"/>
            </a:solidFill>
            <a:prstDash val="sys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矩形 70"/>
          <p:cNvSpPr/>
          <p:nvPr/>
        </p:nvSpPr>
        <p:spPr>
          <a:xfrm>
            <a:off x="6350" y="-90488"/>
            <a:ext cx="9137650" cy="1816101"/>
          </a:xfrm>
          <a:prstGeom prst="rect">
            <a:avLst/>
          </a:prstGeom>
          <a:solidFill>
            <a:schemeClr val="bg1"/>
          </a:solidFill>
        </p:spPr>
        <p:txBody>
          <a:bodyPr>
            <a:spAutoFit/>
          </a:bodyPr>
          <a:lstStyle/>
          <a:p>
            <a:pPr eaLnBrk="1" hangingPunct="1">
              <a:defRPr/>
            </a:pPr>
            <a:r>
              <a:rPr lang="zh-CN" altLang="en-US" sz="2800" b="1" dirty="0">
                <a:solidFill>
                  <a:srgbClr val="516FA7"/>
                </a:solidFill>
                <a:latin typeface="+mj-ea"/>
                <a:ea typeface="+mj-ea"/>
              </a:rPr>
              <a:t>深色主机属于一个组播组，组播选路可以看成是一颗以发送源为树根，由红色路由器组成的组播转发树，组播数据包从发送源沿着这课转发树传送到组播组中所有的主机。</a:t>
            </a:r>
            <a:endParaRPr lang="en-US" altLang="zh-CN" sz="2800" b="1" dirty="0">
              <a:solidFill>
                <a:srgbClr val="516FA7"/>
              </a:solidFill>
              <a:latin typeface="+mj-ea"/>
              <a:ea typeface="+mj-ea"/>
            </a:endParaRPr>
          </a:p>
          <a:p>
            <a:pPr eaLnBrk="1" hangingPunct="1">
              <a:defRPr/>
            </a:pPr>
            <a:endParaRPr lang="zh-CN" altLang="en-US" sz="2800" b="1" dirty="0">
              <a:solidFill>
                <a:srgbClr val="516FA7"/>
              </a:solidFill>
              <a:latin typeface="+mj-ea"/>
              <a:ea typeface="+mj-ea"/>
            </a:endParaRPr>
          </a:p>
        </p:txBody>
      </p:sp>
      <p:sp>
        <p:nvSpPr>
          <p:cNvPr id="43" name="矩形 42"/>
          <p:cNvSpPr>
            <a:spLocks noChangeArrowheads="1"/>
          </p:cNvSpPr>
          <p:nvPr/>
        </p:nvSpPr>
        <p:spPr bwMode="auto">
          <a:xfrm>
            <a:off x="180976" y="3202781"/>
            <a:ext cx="293211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b="1" dirty="0">
                <a:solidFill>
                  <a:srgbClr val="FF0000"/>
                </a:solidFill>
                <a:latin typeface="黑体" panose="02010609060101010101" pitchFamily="49" charset="-122"/>
                <a:ea typeface="黑体" panose="02010609060101010101" pitchFamily="49" charset="-122"/>
              </a:rPr>
              <a:t>不同的</a:t>
            </a:r>
            <a:r>
              <a:rPr lang="en-US" altLang="zh-CN" sz="2400" b="1" dirty="0">
                <a:solidFill>
                  <a:srgbClr val="FF0000"/>
                </a:solidFill>
                <a:latin typeface="黑体" panose="02010609060101010101" pitchFamily="49" charset="-122"/>
                <a:ea typeface="黑体" panose="02010609060101010101" pitchFamily="49" charset="-122"/>
              </a:rPr>
              <a:t>IP</a:t>
            </a:r>
            <a:r>
              <a:rPr lang="zh-CN" altLang="en-US" sz="2400" b="1" dirty="0">
                <a:solidFill>
                  <a:srgbClr val="FF0000"/>
                </a:solidFill>
                <a:latin typeface="黑体" panose="02010609060101010101" pitchFamily="49" charset="-122"/>
                <a:ea typeface="黑体" panose="02010609060101010101" pitchFamily="49" charset="-122"/>
              </a:rPr>
              <a:t>组播路由协议使用不同的技术构造这些组播扩展树，一旦这个树构造完成，指定组播组的所有的组播流量都将通过它来传播。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000"/>
                                        <p:tgtEl>
                                          <p:spTgt spid="43"/>
                                        </p:tgtEl>
                                      </p:cBhvr>
                                    </p:animEffect>
                                    <p:anim calcmode="lin" valueType="num">
                                      <p:cBhvr>
                                        <p:cTn id="8" dur="1000" fill="hold"/>
                                        <p:tgtEl>
                                          <p:spTgt spid="43"/>
                                        </p:tgtEl>
                                        <p:attrNameLst>
                                          <p:attrName>ppt_x</p:attrName>
                                        </p:attrNameLst>
                                      </p:cBhvr>
                                      <p:tavLst>
                                        <p:tav tm="0">
                                          <p:val>
                                            <p:strVal val="#ppt_x"/>
                                          </p:val>
                                        </p:tav>
                                        <p:tav tm="100000">
                                          <p:val>
                                            <p:strVal val="#ppt_x"/>
                                          </p:val>
                                        </p:tav>
                                      </p:tavLst>
                                    </p:anim>
                                    <p:anim calcmode="lin" valueType="num">
                                      <p:cBhvr>
                                        <p:cTn id="9"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556894" y="1010068"/>
            <a:ext cx="8191570" cy="523220"/>
          </a:xfrm>
          <a:prstGeom prst="rect">
            <a:avLst/>
          </a:prstGeom>
          <a:solidFill>
            <a:schemeClr val="bg1"/>
          </a:solidFill>
        </p:spPr>
        <p:txBody>
          <a:bodyPr wrap="square">
            <a:spAutoFit/>
          </a:bodyPr>
          <a:lstStyle/>
          <a:p>
            <a:pPr eaLnBrk="1" hangingPunct="1">
              <a:defRPr/>
            </a:pPr>
            <a:r>
              <a:rPr lang="zh-CN" altLang="en-US" sz="2800" b="1" dirty="0">
                <a:solidFill>
                  <a:srgbClr val="516FA7"/>
                </a:solidFill>
                <a:latin typeface="+mj-ea"/>
                <a:ea typeface="+mj-ea"/>
              </a:rPr>
              <a:t>组播的实现（</a:t>
            </a:r>
            <a:r>
              <a:rPr lang="en-US" altLang="zh-CN" sz="2800" b="1" dirty="0">
                <a:solidFill>
                  <a:srgbClr val="516FA7"/>
                </a:solidFill>
                <a:latin typeface="+mj-ea"/>
                <a:ea typeface="+mj-ea"/>
              </a:rPr>
              <a:t>IP</a:t>
            </a:r>
            <a:r>
              <a:rPr lang="zh-CN" altLang="en-US" sz="2800" b="1" dirty="0">
                <a:solidFill>
                  <a:srgbClr val="516FA7"/>
                </a:solidFill>
                <a:latin typeface="+mj-ea"/>
                <a:ea typeface="+mj-ea"/>
              </a:rPr>
              <a:t>组播地址到</a:t>
            </a:r>
            <a:r>
              <a:rPr lang="en-US" altLang="zh-CN" sz="2800" b="1" dirty="0">
                <a:solidFill>
                  <a:srgbClr val="516FA7"/>
                </a:solidFill>
                <a:latin typeface="+mj-ea"/>
                <a:ea typeface="+mj-ea"/>
              </a:rPr>
              <a:t>MAC</a:t>
            </a:r>
            <a:r>
              <a:rPr lang="zh-CN" altLang="en-US" sz="2800" b="1" dirty="0">
                <a:solidFill>
                  <a:srgbClr val="516FA7"/>
                </a:solidFill>
                <a:latin typeface="+mj-ea"/>
                <a:ea typeface="+mj-ea"/>
              </a:rPr>
              <a:t>组播地址的映射）</a:t>
            </a:r>
          </a:p>
        </p:txBody>
      </p:sp>
      <p:sp>
        <p:nvSpPr>
          <p:cNvPr id="44" name="矩形 43">
            <a:extLst>
              <a:ext uri="{FF2B5EF4-FFF2-40B4-BE49-F238E27FC236}">
                <a16:creationId xmlns:a16="http://schemas.microsoft.com/office/drawing/2014/main" id="{796899D1-9B10-48DB-B474-6E4E5DEF01ED}"/>
              </a:ext>
            </a:extLst>
          </p:cNvPr>
          <p:cNvSpPr/>
          <p:nvPr/>
        </p:nvSpPr>
        <p:spPr>
          <a:xfrm>
            <a:off x="539552" y="1844824"/>
            <a:ext cx="8400292" cy="2091150"/>
          </a:xfrm>
          <a:prstGeom prst="rect">
            <a:avLst/>
          </a:prstGeom>
          <a:solidFill>
            <a:schemeClr val="bg1"/>
          </a:solidFill>
        </p:spPr>
        <p:txBody>
          <a:bodyPr wrap="square">
            <a:spAutoFit/>
          </a:bodyPr>
          <a:lstStyle/>
          <a:p>
            <a:pPr marL="342900" indent="-342900" eaLnBrk="1" hangingPunct="1">
              <a:lnSpc>
                <a:spcPct val="120000"/>
              </a:lnSpc>
              <a:buFont typeface="Wingdings" panose="05000000000000000000" pitchFamily="2" charset="2"/>
              <a:buChar char="l"/>
              <a:defRPr/>
            </a:pPr>
            <a:r>
              <a:rPr lang="zh-CN" altLang="en-US" sz="2200" dirty="0">
                <a:solidFill>
                  <a:srgbClr val="516FA7"/>
                </a:solidFill>
                <a:latin typeface="微软雅黑" panose="020B0503020204020204" pitchFamily="34" charset="-122"/>
                <a:ea typeface="微软雅黑" panose="020B0503020204020204" pitchFamily="34" charset="-122"/>
              </a:rPr>
              <a:t>当组播报文进入到本地局域网内需要借助</a:t>
            </a:r>
            <a:r>
              <a:rPr lang="en-US" altLang="zh-CN" sz="2200" dirty="0">
                <a:solidFill>
                  <a:srgbClr val="516FA7"/>
                </a:solidFill>
                <a:latin typeface="微软雅黑" panose="020B0503020204020204" pitchFamily="34" charset="-122"/>
                <a:ea typeface="微软雅黑" panose="020B0503020204020204" pitchFamily="34" charset="-122"/>
              </a:rPr>
              <a:t>MAC</a:t>
            </a:r>
            <a:r>
              <a:rPr lang="zh-CN" altLang="en-US" sz="2200" dirty="0">
                <a:solidFill>
                  <a:srgbClr val="516FA7"/>
                </a:solidFill>
                <a:latin typeface="微软雅黑" panose="020B0503020204020204" pitchFamily="34" charset="-122"/>
                <a:ea typeface="微软雅黑" panose="020B0503020204020204" pitchFamily="34" charset="-122"/>
              </a:rPr>
              <a:t>层组播来实现传递到具体的主机上。因此在局域网内传递的数据帧目标</a:t>
            </a:r>
            <a:r>
              <a:rPr lang="en-US" altLang="zh-CN" sz="2200" dirty="0">
                <a:solidFill>
                  <a:srgbClr val="516FA7"/>
                </a:solidFill>
                <a:latin typeface="微软雅黑" panose="020B0503020204020204" pitchFamily="34" charset="-122"/>
                <a:ea typeface="微软雅黑" panose="020B0503020204020204" pitchFamily="34" charset="-122"/>
              </a:rPr>
              <a:t>MAC</a:t>
            </a:r>
            <a:r>
              <a:rPr lang="zh-CN" altLang="en-US" sz="2200" dirty="0">
                <a:solidFill>
                  <a:srgbClr val="516FA7"/>
                </a:solidFill>
                <a:latin typeface="微软雅黑" panose="020B0503020204020204" pitchFamily="34" charset="-122"/>
                <a:ea typeface="微软雅黑" panose="020B0503020204020204" pitchFamily="34" charset="-122"/>
              </a:rPr>
              <a:t>地址应该是组</a:t>
            </a:r>
            <a:r>
              <a:rPr lang="zh-CN" altLang="en-US" sz="2200" b="0" i="0" dirty="0">
                <a:solidFill>
                  <a:srgbClr val="333333"/>
                </a:solidFill>
                <a:effectLst/>
                <a:latin typeface="PingFang SC"/>
              </a:rPr>
              <a:t>播</a:t>
            </a:r>
            <a:r>
              <a:rPr lang="en-US" altLang="zh-CN" sz="2200" dirty="0">
                <a:solidFill>
                  <a:srgbClr val="516FA7"/>
                </a:solidFill>
                <a:latin typeface="微软雅黑" panose="020B0503020204020204" pitchFamily="34" charset="-122"/>
                <a:ea typeface="微软雅黑" panose="020B0503020204020204" pitchFamily="34" charset="-122"/>
              </a:rPr>
              <a:t>MAC</a:t>
            </a:r>
            <a:r>
              <a:rPr lang="zh-CN" altLang="en-US" sz="2200" dirty="0">
                <a:solidFill>
                  <a:srgbClr val="516FA7"/>
                </a:solidFill>
                <a:latin typeface="微软雅黑" panose="020B0503020204020204" pitchFamily="34" charset="-122"/>
                <a:ea typeface="微软雅黑" panose="020B0503020204020204" pitchFamily="34" charset="-122"/>
              </a:rPr>
              <a:t>地址。</a:t>
            </a:r>
            <a:endParaRPr lang="en-US" altLang="zh-CN" sz="2200" dirty="0">
              <a:solidFill>
                <a:srgbClr val="516FA7"/>
              </a:solidFill>
              <a:latin typeface="微软雅黑" panose="020B0503020204020204" pitchFamily="34" charset="-122"/>
              <a:ea typeface="微软雅黑" panose="020B0503020204020204" pitchFamily="34" charset="-122"/>
            </a:endParaRPr>
          </a:p>
          <a:p>
            <a:pPr marL="342900" indent="-342900" eaLnBrk="1" hangingPunct="1">
              <a:lnSpc>
                <a:spcPct val="120000"/>
              </a:lnSpc>
              <a:buFont typeface="Wingdings" panose="05000000000000000000" pitchFamily="2" charset="2"/>
              <a:buChar char="l"/>
              <a:defRPr/>
            </a:pPr>
            <a:r>
              <a:rPr lang="zh-CN" altLang="en-US" sz="2200" b="0" i="0" dirty="0">
                <a:solidFill>
                  <a:srgbClr val="333333"/>
                </a:solidFill>
                <a:effectLst/>
                <a:latin typeface="PingFang SC"/>
              </a:rPr>
              <a:t>组播</a:t>
            </a:r>
            <a:r>
              <a:rPr lang="en-US" altLang="zh-CN" sz="2200" b="0" i="0" dirty="0">
                <a:solidFill>
                  <a:srgbClr val="333333"/>
                </a:solidFill>
                <a:effectLst/>
                <a:latin typeface="PingFang SC"/>
              </a:rPr>
              <a:t>MAC</a:t>
            </a:r>
            <a:r>
              <a:rPr lang="zh-CN" altLang="en-US" sz="2200" b="0" i="0" dirty="0">
                <a:solidFill>
                  <a:srgbClr val="333333"/>
                </a:solidFill>
                <a:effectLst/>
                <a:latin typeface="PingFang SC"/>
              </a:rPr>
              <a:t>地址以十六进制值</a:t>
            </a:r>
            <a:r>
              <a:rPr lang="en-US" altLang="zh-CN" sz="2200" b="0" i="0" dirty="0">
                <a:solidFill>
                  <a:srgbClr val="333333"/>
                </a:solidFill>
                <a:effectLst/>
                <a:latin typeface="PingFang SC"/>
              </a:rPr>
              <a:t>01-00-5E</a:t>
            </a:r>
            <a:r>
              <a:rPr lang="zh-CN" altLang="en-US" sz="2200" b="0" i="0" dirty="0">
                <a:solidFill>
                  <a:srgbClr val="333333"/>
                </a:solidFill>
                <a:effectLst/>
                <a:latin typeface="PingFang SC"/>
              </a:rPr>
              <a:t>打头</a:t>
            </a:r>
            <a:r>
              <a:rPr lang="en-US" altLang="zh-CN" sz="2200" b="0" i="0" dirty="0">
                <a:solidFill>
                  <a:srgbClr val="333333"/>
                </a:solidFill>
                <a:effectLst/>
                <a:latin typeface="PingFang SC"/>
              </a:rPr>
              <a:t>,</a:t>
            </a:r>
            <a:r>
              <a:rPr lang="zh-CN" altLang="en-US" sz="2200" b="0" i="0" dirty="0">
                <a:solidFill>
                  <a:srgbClr val="333333"/>
                </a:solidFill>
                <a:effectLst/>
                <a:latin typeface="PingFang SC"/>
              </a:rPr>
              <a:t>余下的</a:t>
            </a:r>
            <a:r>
              <a:rPr lang="en-US" altLang="zh-CN" sz="2200" b="0" i="0" dirty="0">
                <a:solidFill>
                  <a:srgbClr val="333333"/>
                </a:solidFill>
                <a:effectLst/>
                <a:latin typeface="PingFang SC"/>
              </a:rPr>
              <a:t>6</a:t>
            </a:r>
            <a:r>
              <a:rPr lang="zh-CN" altLang="en-US" sz="2200" b="0" i="0" dirty="0">
                <a:solidFill>
                  <a:srgbClr val="333333"/>
                </a:solidFill>
                <a:effectLst/>
                <a:latin typeface="PingFang SC"/>
              </a:rPr>
              <a:t>个十六进制位是根据</a:t>
            </a:r>
            <a:r>
              <a:rPr lang="en-US" altLang="zh-CN" sz="2200" b="0" i="0" dirty="0">
                <a:solidFill>
                  <a:srgbClr val="333333"/>
                </a:solidFill>
                <a:effectLst/>
                <a:latin typeface="PingFang SC"/>
              </a:rPr>
              <a:t>IP</a:t>
            </a:r>
            <a:r>
              <a:rPr lang="zh-CN" altLang="en-US" sz="2200" b="0" i="0" dirty="0">
                <a:solidFill>
                  <a:srgbClr val="333333"/>
                </a:solidFill>
                <a:effectLst/>
                <a:latin typeface="PingFang SC"/>
              </a:rPr>
              <a:t>组播组地址的最后</a:t>
            </a:r>
            <a:r>
              <a:rPr lang="en-US" altLang="zh-CN" sz="2200" b="0" i="0" dirty="0">
                <a:solidFill>
                  <a:srgbClr val="333333"/>
                </a:solidFill>
                <a:effectLst/>
                <a:latin typeface="PingFang SC"/>
              </a:rPr>
              <a:t>23</a:t>
            </a:r>
            <a:r>
              <a:rPr lang="zh-CN" altLang="en-US" sz="2200" b="0" i="0" dirty="0">
                <a:solidFill>
                  <a:srgbClr val="333333"/>
                </a:solidFill>
                <a:effectLst/>
                <a:latin typeface="PingFang SC"/>
              </a:rPr>
              <a:t>位转换得到的。</a:t>
            </a:r>
            <a:endParaRPr lang="zh-CN" altLang="en-US" sz="2200" dirty="0">
              <a:solidFill>
                <a:srgbClr val="516FA7"/>
              </a:solidFill>
              <a:latin typeface="微软雅黑" panose="020B0503020204020204" pitchFamily="34" charset="-122"/>
              <a:ea typeface="微软雅黑" panose="020B0503020204020204" pitchFamily="34" charset="-122"/>
            </a:endParaRPr>
          </a:p>
        </p:txBody>
      </p:sp>
      <p:pic>
        <p:nvPicPr>
          <p:cNvPr id="15362" name="Picture 2" descr="image-20240315213206286">
            <a:extLst>
              <a:ext uri="{FF2B5EF4-FFF2-40B4-BE49-F238E27FC236}">
                <a16:creationId xmlns:a16="http://schemas.microsoft.com/office/drawing/2014/main" id="{9E06535C-C0BF-4777-840A-8F2397F948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4566" y="4509120"/>
            <a:ext cx="5042173" cy="2315054"/>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a:extLst>
              <a:ext uri="{FF2B5EF4-FFF2-40B4-BE49-F238E27FC236}">
                <a16:creationId xmlns:a16="http://schemas.microsoft.com/office/drawing/2014/main" id="{B87A2460-6340-4360-93CD-EB651CBA5D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3959478"/>
            <a:ext cx="4958265" cy="576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1558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556894" y="1010068"/>
            <a:ext cx="2117378" cy="523220"/>
          </a:xfrm>
          <a:prstGeom prst="rect">
            <a:avLst/>
          </a:prstGeom>
          <a:solidFill>
            <a:schemeClr val="bg1"/>
          </a:solidFill>
        </p:spPr>
        <p:txBody>
          <a:bodyPr wrap="square">
            <a:spAutoFit/>
          </a:bodyPr>
          <a:lstStyle/>
          <a:p>
            <a:pPr eaLnBrk="1" hangingPunct="1">
              <a:defRPr/>
            </a:pPr>
            <a:r>
              <a:rPr lang="zh-CN" altLang="en-US" sz="2800" b="1" dirty="0">
                <a:solidFill>
                  <a:srgbClr val="516FA7"/>
                </a:solidFill>
                <a:latin typeface="+mj-ea"/>
                <a:ea typeface="+mj-ea"/>
              </a:rPr>
              <a:t>组播的实现</a:t>
            </a:r>
          </a:p>
        </p:txBody>
      </p:sp>
      <p:sp>
        <p:nvSpPr>
          <p:cNvPr id="44" name="矩形 43">
            <a:extLst>
              <a:ext uri="{FF2B5EF4-FFF2-40B4-BE49-F238E27FC236}">
                <a16:creationId xmlns:a16="http://schemas.microsoft.com/office/drawing/2014/main" id="{796899D1-9B10-48DB-B474-6E4E5DEF01ED}"/>
              </a:ext>
            </a:extLst>
          </p:cNvPr>
          <p:cNvSpPr/>
          <p:nvPr/>
        </p:nvSpPr>
        <p:spPr>
          <a:xfrm>
            <a:off x="371854" y="1640720"/>
            <a:ext cx="8736650" cy="3323474"/>
          </a:xfrm>
          <a:prstGeom prst="rect">
            <a:avLst/>
          </a:prstGeom>
          <a:solidFill>
            <a:schemeClr val="bg1"/>
          </a:solidFill>
        </p:spPr>
        <p:txBody>
          <a:bodyPr wrap="square">
            <a:spAutoFit/>
          </a:bodyPr>
          <a:lstStyle/>
          <a:p>
            <a:pPr marL="342900" indent="-342900" eaLnBrk="1" hangingPunct="1">
              <a:lnSpc>
                <a:spcPct val="120000"/>
              </a:lnSpc>
              <a:spcBef>
                <a:spcPts val="600"/>
              </a:spcBef>
              <a:buFont typeface="Wingdings" panose="05000000000000000000" pitchFamily="2" charset="2"/>
              <a:buChar char="l"/>
              <a:defRPr/>
            </a:pPr>
            <a:r>
              <a:rPr lang="zh-CN" altLang="en-US" sz="2000" b="0" i="0" dirty="0">
                <a:solidFill>
                  <a:schemeClr val="tx1"/>
                </a:solidFill>
                <a:effectLst/>
                <a:latin typeface="微软雅黑" panose="020B0503020204020204" pitchFamily="34" charset="-122"/>
                <a:ea typeface="微软雅黑" panose="020B0503020204020204" pitchFamily="34" charset="-122"/>
              </a:rPr>
              <a:t>客户端绑定到</a:t>
            </a:r>
            <a:r>
              <a:rPr lang="en-US" altLang="zh-CN" sz="2000" b="0" i="0" dirty="0">
                <a:solidFill>
                  <a:schemeClr val="tx1"/>
                </a:solidFill>
                <a:effectLst/>
                <a:latin typeface="微软雅黑" panose="020B0503020204020204" pitchFamily="34" charset="-122"/>
                <a:ea typeface="微软雅黑" panose="020B0503020204020204" pitchFamily="34" charset="-122"/>
              </a:rPr>
              <a:t>UDP</a:t>
            </a:r>
            <a:r>
              <a:rPr lang="zh-CN" altLang="en-US" sz="2000" b="0" i="0" dirty="0">
                <a:solidFill>
                  <a:schemeClr val="tx1"/>
                </a:solidFill>
                <a:effectLst/>
                <a:latin typeface="微软雅黑" panose="020B0503020204020204" pitchFamily="34" charset="-122"/>
                <a:ea typeface="微软雅黑" panose="020B0503020204020204" pitchFamily="34" charset="-122"/>
              </a:rPr>
              <a:t>协议的组播地址和组播端口号；下层会把该组播地址转换成组播</a:t>
            </a:r>
            <a:r>
              <a:rPr lang="en-US" altLang="zh-CN" sz="2000" b="0" i="0" dirty="0">
                <a:solidFill>
                  <a:schemeClr val="tx1"/>
                </a:solidFill>
                <a:effectLst/>
                <a:latin typeface="微软雅黑" panose="020B0503020204020204" pitchFamily="34" charset="-122"/>
                <a:ea typeface="微软雅黑" panose="020B0503020204020204" pitchFamily="34" charset="-122"/>
              </a:rPr>
              <a:t>MAC</a:t>
            </a:r>
            <a:r>
              <a:rPr lang="zh-CN" altLang="en-US" sz="2000" b="0" i="0" dirty="0">
                <a:solidFill>
                  <a:schemeClr val="tx1"/>
                </a:solidFill>
                <a:effectLst/>
                <a:latin typeface="微软雅黑" panose="020B0503020204020204" pitchFamily="34" charset="-122"/>
                <a:ea typeface="微软雅黑" panose="020B0503020204020204" pitchFamily="34" charset="-122"/>
              </a:rPr>
              <a:t>地址，并将该地址设置到网卡驱动的</a:t>
            </a:r>
            <a:r>
              <a:rPr lang="zh-CN" altLang="en-US" sz="2000" dirty="0">
                <a:solidFill>
                  <a:schemeClr val="tx1"/>
                </a:solidFill>
                <a:latin typeface="微软雅黑" panose="020B0503020204020204" pitchFamily="34" charset="-122"/>
                <a:ea typeface="微软雅黑" panose="020B0503020204020204" pitchFamily="34" charset="-122"/>
              </a:rPr>
              <a:t>组播过滤表中；</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eaLnBrk="1" hangingPunct="1">
              <a:lnSpc>
                <a:spcPct val="120000"/>
              </a:lnSpc>
              <a:spcBef>
                <a:spcPts val="600"/>
              </a:spcBef>
              <a:buFont typeface="Wingdings" panose="05000000000000000000" pitchFamily="2" charset="2"/>
              <a:buChar char="l"/>
              <a:defRPr/>
            </a:pPr>
            <a:r>
              <a:rPr lang="zh-CN" altLang="en-US" sz="2000" dirty="0">
                <a:solidFill>
                  <a:schemeClr val="tx1"/>
                </a:solidFill>
                <a:latin typeface="微软雅黑" panose="020B0503020204020204" pitchFamily="34" charset="-122"/>
                <a:ea typeface="微软雅黑" panose="020B0503020204020204" pitchFamily="34" charset="-122"/>
              </a:rPr>
              <a:t>当局域网的组播路由器接收到一个组播</a:t>
            </a:r>
            <a:r>
              <a:rPr lang="en-US" altLang="zh-CN" sz="2000" dirty="0">
                <a:solidFill>
                  <a:schemeClr val="tx1"/>
                </a:solidFill>
                <a:latin typeface="微软雅黑" panose="020B0503020204020204" pitchFamily="34" charset="-122"/>
                <a:ea typeface="微软雅黑" panose="020B0503020204020204" pitchFamily="34" charset="-122"/>
              </a:rPr>
              <a:t>IP</a:t>
            </a:r>
            <a:r>
              <a:rPr lang="zh-CN" altLang="en-US" sz="2000" dirty="0">
                <a:solidFill>
                  <a:schemeClr val="tx1"/>
                </a:solidFill>
                <a:latin typeface="微软雅黑" panose="020B0503020204020204" pitchFamily="34" charset="-122"/>
                <a:ea typeface="微软雅黑" panose="020B0503020204020204" pitchFamily="34" charset="-122"/>
              </a:rPr>
              <a:t>报文需要向局域网转发时，构建数据帧，数据帧目标地址为变换后的组播</a:t>
            </a:r>
            <a:r>
              <a:rPr lang="en-US" altLang="zh-CN" sz="2000" dirty="0">
                <a:solidFill>
                  <a:schemeClr val="tx1"/>
                </a:solidFill>
                <a:latin typeface="微软雅黑" panose="020B0503020204020204" pitchFamily="34" charset="-122"/>
                <a:ea typeface="微软雅黑" panose="020B0503020204020204" pitchFamily="34" charset="-122"/>
              </a:rPr>
              <a:t>MAC</a:t>
            </a:r>
            <a:r>
              <a:rPr lang="zh-CN" altLang="en-US" sz="2000" dirty="0">
                <a:solidFill>
                  <a:schemeClr val="tx1"/>
                </a:solidFill>
                <a:latin typeface="微软雅黑" panose="020B0503020204020204" pitchFamily="34" charset="-122"/>
                <a:ea typeface="微软雅黑" panose="020B0503020204020204" pitchFamily="34" charset="-122"/>
              </a:rPr>
              <a:t>地址，然后转发；</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eaLnBrk="1" hangingPunct="1">
              <a:lnSpc>
                <a:spcPct val="120000"/>
              </a:lnSpc>
              <a:spcBef>
                <a:spcPts val="600"/>
              </a:spcBef>
              <a:buFont typeface="Wingdings" panose="05000000000000000000" pitchFamily="2" charset="2"/>
              <a:buChar char="l"/>
              <a:defRPr/>
            </a:pPr>
            <a:r>
              <a:rPr lang="zh-CN" altLang="en-US" sz="2000" dirty="0">
                <a:solidFill>
                  <a:schemeClr val="tx1"/>
                </a:solidFill>
                <a:latin typeface="微软雅黑" panose="020B0503020204020204" pitchFamily="34" charset="-122"/>
                <a:ea typeface="微软雅黑" panose="020B0503020204020204" pitchFamily="34" charset="-122"/>
              </a:rPr>
              <a:t>网卡收到后，根据自己是否属于该组决定是否接收；</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eaLnBrk="1" hangingPunct="1">
              <a:lnSpc>
                <a:spcPct val="120000"/>
              </a:lnSpc>
              <a:spcBef>
                <a:spcPts val="600"/>
              </a:spcBef>
              <a:buFont typeface="Wingdings" panose="05000000000000000000" pitchFamily="2" charset="2"/>
              <a:buChar char="l"/>
              <a:defRPr/>
            </a:pPr>
            <a:r>
              <a:rPr lang="zh-CN" altLang="en-US" sz="2000" dirty="0">
                <a:solidFill>
                  <a:schemeClr val="tx1"/>
                </a:solidFill>
                <a:latin typeface="微软雅黑" panose="020B0503020204020204" pitchFamily="34" charset="-122"/>
                <a:ea typeface="微软雅黑" panose="020B0503020204020204" pitchFamily="34" charset="-122"/>
              </a:rPr>
              <a:t>向上层提交给</a:t>
            </a:r>
            <a:r>
              <a:rPr lang="en-US" altLang="zh-CN" sz="2000" dirty="0">
                <a:solidFill>
                  <a:schemeClr val="tx1"/>
                </a:solidFill>
                <a:latin typeface="微软雅黑" panose="020B0503020204020204" pitchFamily="34" charset="-122"/>
                <a:ea typeface="微软雅黑" panose="020B0503020204020204" pitchFamily="34" charset="-122"/>
              </a:rPr>
              <a:t>IP</a:t>
            </a:r>
            <a:r>
              <a:rPr lang="zh-CN" altLang="en-US" sz="2000" dirty="0">
                <a:solidFill>
                  <a:schemeClr val="tx1"/>
                </a:solidFill>
                <a:latin typeface="微软雅黑" panose="020B0503020204020204" pitchFamily="34" charset="-122"/>
                <a:ea typeface="微软雅黑" panose="020B0503020204020204" pitchFamily="34" charset="-122"/>
              </a:rPr>
              <a:t>层，传输层的</a:t>
            </a:r>
            <a:r>
              <a:rPr lang="en-US" altLang="zh-CN" sz="2000" dirty="0">
                <a:solidFill>
                  <a:schemeClr val="tx1"/>
                </a:solidFill>
                <a:latin typeface="微软雅黑" panose="020B0503020204020204" pitchFamily="34" charset="-122"/>
                <a:ea typeface="微软雅黑" panose="020B0503020204020204" pitchFamily="34" charset="-122"/>
              </a:rPr>
              <a:t>UDP;</a:t>
            </a:r>
          </a:p>
          <a:p>
            <a:pPr marL="342900" indent="-342900" eaLnBrk="1" hangingPunct="1">
              <a:lnSpc>
                <a:spcPct val="120000"/>
              </a:lnSpc>
              <a:spcBef>
                <a:spcPts val="600"/>
              </a:spcBef>
              <a:buFont typeface="Wingdings" panose="05000000000000000000" pitchFamily="2" charset="2"/>
              <a:buChar char="l"/>
              <a:defRPr/>
            </a:pPr>
            <a:r>
              <a:rPr lang="zh-CN" altLang="en-US" sz="2000" dirty="0">
                <a:solidFill>
                  <a:schemeClr val="tx1"/>
                </a:solidFill>
                <a:latin typeface="微软雅黑" panose="020B0503020204020204" pitchFamily="34" charset="-122"/>
                <a:ea typeface="微软雅黑" panose="020B0503020204020204" pitchFamily="34" charset="-122"/>
              </a:rPr>
              <a:t>由于存储</a:t>
            </a:r>
            <a:r>
              <a:rPr lang="en-US" altLang="zh-CN" sz="2000" dirty="0">
                <a:solidFill>
                  <a:schemeClr val="tx1"/>
                </a:solidFill>
                <a:latin typeface="微软雅黑" panose="020B0503020204020204" pitchFamily="34" charset="-122"/>
                <a:ea typeface="微软雅黑" panose="020B0503020204020204" pitchFamily="34" charset="-122"/>
              </a:rPr>
              <a:t>5</a:t>
            </a:r>
            <a:r>
              <a:rPr lang="zh-CN" altLang="en-US" sz="2000" dirty="0">
                <a:solidFill>
                  <a:schemeClr val="tx1"/>
                </a:solidFill>
                <a:latin typeface="微软雅黑" panose="020B0503020204020204" pitchFamily="34" charset="-122"/>
                <a:ea typeface="微软雅黑" panose="020B0503020204020204" pitchFamily="34" charset="-122"/>
              </a:rPr>
              <a:t>为没有映射，因此在</a:t>
            </a:r>
            <a:r>
              <a:rPr lang="en-US" altLang="zh-CN" sz="2000" dirty="0">
                <a:solidFill>
                  <a:schemeClr val="tx1"/>
                </a:solidFill>
                <a:latin typeface="微软雅黑" panose="020B0503020204020204" pitchFamily="34" charset="-122"/>
                <a:ea typeface="微软雅黑" panose="020B0503020204020204" pitchFamily="34" charset="-122"/>
              </a:rPr>
              <a:t>IP</a:t>
            </a:r>
            <a:r>
              <a:rPr lang="zh-CN" altLang="en-US" sz="2000" dirty="0">
                <a:solidFill>
                  <a:schemeClr val="tx1"/>
                </a:solidFill>
                <a:latin typeface="微软雅黑" panose="020B0503020204020204" pitchFamily="34" charset="-122"/>
                <a:ea typeface="微软雅黑" panose="020B0503020204020204" pitchFamily="34" charset="-122"/>
              </a:rPr>
              <a:t>层一般还需要做一些过滤，过滤掉不是本主机要接收的数据报。</a:t>
            </a:r>
          </a:p>
        </p:txBody>
      </p:sp>
      <p:pic>
        <p:nvPicPr>
          <p:cNvPr id="15362" name="Picture 2" descr="image-20240315213206286">
            <a:extLst>
              <a:ext uri="{FF2B5EF4-FFF2-40B4-BE49-F238E27FC236}">
                <a16:creationId xmlns:a16="http://schemas.microsoft.com/office/drawing/2014/main" id="{9E06535C-C0BF-4777-840A-8F2397F948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4624552"/>
            <a:ext cx="4790763" cy="2199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9525580"/>
      </p:ext>
    </p:extLst>
  </p:cSld>
  <p:clrMapOvr>
    <a:masterClrMapping/>
  </p:clrMapOvr>
</p:sld>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6343</TotalTime>
  <Words>1154</Words>
  <Application>Microsoft Office PowerPoint</Application>
  <PresentationFormat>全屏显示(4:3)</PresentationFormat>
  <Paragraphs>126</Paragraphs>
  <Slides>15</Slides>
  <Notes>15</Notes>
  <HiddenSlides>0</HiddenSlides>
  <MMClips>0</MMClips>
  <ScaleCrop>false</ScaleCrop>
  <HeadingPairs>
    <vt:vector size="8" baseType="variant">
      <vt:variant>
        <vt:lpstr>已用的字体</vt:lpstr>
      </vt:variant>
      <vt:variant>
        <vt:i4>8</vt:i4>
      </vt:variant>
      <vt:variant>
        <vt:lpstr>主题</vt:lpstr>
      </vt:variant>
      <vt:variant>
        <vt:i4>3</vt:i4>
      </vt:variant>
      <vt:variant>
        <vt:lpstr>嵌入 OLE 服务器</vt:lpstr>
      </vt:variant>
      <vt:variant>
        <vt:i4>1</vt:i4>
      </vt:variant>
      <vt:variant>
        <vt:lpstr>幻灯片标题</vt:lpstr>
      </vt:variant>
      <vt:variant>
        <vt:i4>15</vt:i4>
      </vt:variant>
    </vt:vector>
  </HeadingPairs>
  <TitlesOfParts>
    <vt:vector size="27" baseType="lpstr">
      <vt:lpstr>PingFang SC</vt:lpstr>
      <vt:lpstr>黑体</vt:lpstr>
      <vt:lpstr>宋体</vt:lpstr>
      <vt:lpstr>微软雅黑</vt:lpstr>
      <vt:lpstr>Arial</vt:lpstr>
      <vt:lpstr>Times New Roman</vt:lpstr>
      <vt:lpstr>Verdana</vt:lpstr>
      <vt:lpstr>Wingdings</vt:lpstr>
      <vt:lpstr>自定义设计方案</vt:lpstr>
      <vt:lpstr>1_自定义设计方案</vt:lpstr>
      <vt:lpstr>Profile</vt:lpstr>
      <vt:lpstr>Microsoft ClipArt Gallery</vt:lpstr>
      <vt:lpstr>PowerPoint 演示文稿</vt:lpstr>
      <vt:lpstr> IP 组播</vt:lpstr>
      <vt:lpstr>组播可明显减少网络中资源的消耗，提高数据传送效率</vt:lpstr>
      <vt:lpstr>IP 组播的一些特点 </vt:lpstr>
      <vt:lpstr>网际组管理协议 IGMP和多播路由选择协议</vt:lpstr>
      <vt:lpstr>网际组管理协议 IGMP</vt:lpstr>
      <vt:lpstr>IGMP 使组播路由器知道组播组成员信息 </vt:lpstr>
      <vt:lpstr>IGMP 的本地使用范围 </vt:lpstr>
      <vt:lpstr>IGMP 可分为两个阶段 </vt:lpstr>
      <vt:lpstr>多播路由选择协议</vt:lpstr>
      <vt:lpstr>多播路由选择</vt:lpstr>
      <vt:lpstr>几种组播路由选择协议 </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wangjimin</cp:lastModifiedBy>
  <cp:revision>1177</cp:revision>
  <dcterms:created xsi:type="dcterms:W3CDTF">1601-01-01T00:00:00Z</dcterms:created>
  <dcterms:modified xsi:type="dcterms:W3CDTF">2025-02-25T00:55:31Z</dcterms:modified>
</cp:coreProperties>
</file>