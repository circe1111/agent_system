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1" r:id="rId1"/>
    <p:sldMasterId id="2147483733" r:id="rId2"/>
  </p:sldMasterIdLst>
  <p:notesMasterIdLst>
    <p:notesMasterId r:id="rId4"/>
  </p:notesMasterIdLst>
  <p:handoutMasterIdLst>
    <p:handoutMasterId r:id="rId5"/>
  </p:handoutMasterIdLst>
  <p:sldIdLst>
    <p:sldId id="258" r:id="rId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10E8"/>
    <a:srgbClr val="CC0000"/>
    <a:srgbClr val="FF9933"/>
    <a:srgbClr val="FFCC00"/>
    <a:srgbClr val="516FA7"/>
    <a:srgbClr val="F7F7F7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21" autoAdjust="0"/>
    <p:restoredTop sz="89708" autoAdjust="0"/>
  </p:normalViewPr>
  <p:slideViewPr>
    <p:cSldViewPr>
      <p:cViewPr varScale="1">
        <p:scale>
          <a:sx n="96" d="100"/>
          <a:sy n="96" d="100"/>
        </p:scale>
        <p:origin x="1011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8A5CE94A-D3C8-42EE-B379-C7D0E4476345}" type="datetime1">
              <a:rPr lang="zh-CN" altLang="en-US"/>
              <a:pPr>
                <a:defRPr/>
              </a:pPr>
              <a:t>2026/1/6</a:t>
            </a:fld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552274F-6FE6-40E9-BF3D-5E66C98D10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1202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9CF37872-B497-4D05-9C56-49CCB20B57F3}" type="datetime1">
              <a:rPr lang="zh-CN" altLang="en-US"/>
              <a:pPr>
                <a:defRPr/>
              </a:pPr>
              <a:t>2026/1/6</a:t>
            </a:fld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5992232-FAA3-4EDF-8D86-40B3045221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085649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36BD0D-C7E1-4480-BED4-101519D4B36A}" type="datetime1">
              <a:rPr lang="zh-CN" altLang="en-US" smtClean="0"/>
              <a:pPr>
                <a:spcBef>
                  <a:spcPct val="0"/>
                </a:spcBef>
              </a:pPr>
              <a:t>2026/1/6</a:t>
            </a:fld>
            <a:endParaRPr lang="en-US" altLang="zh-CN"/>
          </a:p>
        </p:txBody>
      </p:sp>
      <p:sp>
        <p:nvSpPr>
          <p:cNvPr id="71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81459F-BC21-4BF4-B872-915473B37EAA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7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2689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13"/>
          <p:cNvSpPr txBox="1">
            <a:spLocks noChangeArrowheads="1"/>
          </p:cNvSpPr>
          <p:nvPr/>
        </p:nvSpPr>
        <p:spPr bwMode="auto">
          <a:xfrm>
            <a:off x="2627313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F7F7F7"/>
                </a:solidFill>
                <a:ea typeface="楷体_GB2312" pitchFamily="49" charset="-122"/>
              </a:rPr>
              <a:t>计算机与信息学院</a:t>
            </a:r>
          </a:p>
        </p:txBody>
      </p:sp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0" y="6640513"/>
            <a:ext cx="9144000" cy="2444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000">
                <a:solidFill>
                  <a:schemeClr val="bg1"/>
                </a:solidFill>
                <a:latin typeface="Times New Roman" pitchFamily="18" charset="0"/>
              </a:rPr>
              <a:t>河海大学计算机与信息学院计算机科学与技术系</a:t>
            </a:r>
            <a:endParaRPr kumimoji="1" lang="en-US" altLang="zh-CN" sz="1000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8" name="Picture 15" descr="邓体字徽（白色透明）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41450018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5669626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95940305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542065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317087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0631004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993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06060787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2339863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7236257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024903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7199889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3719336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51DE1-9CC6-414C-9C9E-0ED20B374263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BE5EC-D87F-4E6A-B24D-A634D2F4E21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42041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1029C-BAB1-4165-8F4A-81F1094EEF82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4FCCD-DE05-47B4-82E2-59B6EAA0B8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2353197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94BAF-75B6-45BF-8D96-A2B791AF5220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188FEE-4F88-4327-AEDD-D86CF7A035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3367686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1D35A-B8BD-42D7-8D2B-E9C336BC1531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F1F47C-3F9B-42A9-B0FD-91A999740A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344735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A9D71-5EC2-4C23-9FFE-57BE85536556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8601B-A26F-4C4B-B07C-9ED001C7CE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313731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43CFF-A368-47DD-ABD9-B3B318F2C38C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BB4E8-0E61-4155-8076-C5C1E7EFFB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266529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58D1C-75C2-415E-A30E-C633EB8DACFF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6D8B1-5536-4BA0-87FD-071E96D34EA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401895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84E80-374A-4EC7-992E-605220B414B0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0E6F3-F0DF-4FCA-A6CE-684B6FD380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1455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FD242-75C5-40AC-BA09-230E72FD108A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199E1-A5A8-4D20-8803-E97ABB0281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72042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FAB70-0999-4746-8A8F-45E386135005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CF27C-B5C2-4D6E-889D-E9F6CC4CC9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75590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6B26F-B6D1-4488-B46E-AF104EF4B37F}" type="datetime11">
              <a:rPr lang="zh-CN" altLang="en-US"/>
              <a:pPr>
                <a:defRPr/>
              </a:pPr>
              <a:t>08:52:43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73DBF-862F-45C7-8117-6121B57BC4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147353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Text Box 11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000">
                <a:solidFill>
                  <a:schemeClr val="bg1"/>
                </a:solidFill>
                <a:latin typeface="Times New Roman" pitchFamily="18" charset="0"/>
              </a:rPr>
              <a:t>河海大学计算机与信息学院计算机科学与技术系 </a:t>
            </a:r>
            <a:endParaRPr kumimoji="1" lang="en-US" altLang="zh-CN" sz="1000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1030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4"/>
          <p:cNvSpPr txBox="1">
            <a:spLocks noChangeArrowheads="1"/>
          </p:cNvSpPr>
          <p:nvPr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>
                <a:solidFill>
                  <a:srgbClr val="F7F7F7"/>
                </a:solidFill>
                <a:ea typeface="楷体_GB2312" pitchFamily="49" charset="-122"/>
              </a:rPr>
              <a:t>计算机与信息学院</a:t>
            </a:r>
          </a:p>
        </p:txBody>
      </p:sp>
      <p:pic>
        <p:nvPicPr>
          <p:cNvPr id="1032" name="Picture 15" descr="邓体字徽（白色透明）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  <p:sldLayoutId id="2147484218" r:id="rId12"/>
    <p:sldLayoutId id="2147484219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fld id="{74BE2251-F7D0-41B1-8EB3-CD52806284E0}" type="datetime11">
              <a:rPr lang="zh-CN" altLang="en-US"/>
              <a:pPr>
                <a:defRPr/>
              </a:pPr>
              <a:t>08:52:42</a:t>
            </a:fld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70B5D3D-571F-4314-B5E1-1A09557804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2" r:id="rId3"/>
    <p:sldLayoutId id="2147484223" r:id="rId4"/>
    <p:sldLayoutId id="2147484224" r:id="rId5"/>
    <p:sldLayoutId id="2147484225" r:id="rId6"/>
    <p:sldLayoutId id="2147484226" r:id="rId7"/>
    <p:sldLayoutId id="2147484227" r:id="rId8"/>
    <p:sldLayoutId id="2147484228" r:id="rId9"/>
    <p:sldLayoutId id="2147484229" r:id="rId10"/>
    <p:sldLayoutId id="2147484230" r:id="rId11"/>
  </p:sldLayoutIdLst>
  <p:transition spd="slow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ext Box 12"/>
          <p:cNvSpPr txBox="1">
            <a:spLocks noChangeArrowheads="1"/>
          </p:cNvSpPr>
          <p:nvPr/>
        </p:nvSpPr>
        <p:spPr bwMode="auto">
          <a:xfrm>
            <a:off x="2627313" y="5157788"/>
            <a:ext cx="45370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ea typeface="黑体" panose="02010609060101010101" pitchFamily="49" charset="-122"/>
              </a:rPr>
              <a:t>河海大学计算机与信息学院</a:t>
            </a:r>
          </a:p>
        </p:txBody>
      </p:sp>
      <p:sp>
        <p:nvSpPr>
          <p:cNvPr id="6147" name="Text Box 14"/>
          <p:cNvSpPr txBox="1">
            <a:spLocks noChangeArrowheads="1"/>
          </p:cNvSpPr>
          <p:nvPr/>
        </p:nvSpPr>
        <p:spPr bwMode="auto">
          <a:xfrm>
            <a:off x="3492500" y="5734050"/>
            <a:ext cx="288131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fld id="{2B8697FE-7DC0-474E-A166-D568F6E7D851}" type="datetime3">
              <a:rPr lang="zh-CN" altLang="en-US" sz="1800" b="1">
                <a:latin typeface="黑体" panose="02010609060101010101" pitchFamily="49" charset="-122"/>
                <a:ea typeface="黑体" panose="02010609060101010101" pitchFamily="49" charset="-122"/>
              </a:rPr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t>2026年1月6日星期二</a:t>
            </a:fld>
            <a:endParaRPr lang="en-US" altLang="zh-CN" sz="1800" b="1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6148" name="Text Box 15"/>
          <p:cNvSpPr txBox="1">
            <a:spLocks noChangeArrowheads="1"/>
          </p:cNvSpPr>
          <p:nvPr/>
        </p:nvSpPr>
        <p:spPr bwMode="auto">
          <a:xfrm>
            <a:off x="611188" y="3500438"/>
            <a:ext cx="8208962" cy="6286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计算机网络</a:t>
            </a:r>
          </a:p>
        </p:txBody>
      </p:sp>
      <p:sp>
        <p:nvSpPr>
          <p:cNvPr id="6149" name="Text Box 16"/>
          <p:cNvSpPr txBox="1">
            <a:spLocks noChangeArrowheads="1"/>
          </p:cNvSpPr>
          <p:nvPr/>
        </p:nvSpPr>
        <p:spPr bwMode="auto">
          <a:xfrm>
            <a:off x="971550" y="1773238"/>
            <a:ext cx="4033838" cy="48260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3200" b="1">
                <a:solidFill>
                  <a:srgbClr val="CC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计算机专业课程</a:t>
            </a:r>
            <a:endParaRPr kumimoji="1" lang="en-US" altLang="zh-CN" sz="3200" b="1">
              <a:solidFill>
                <a:srgbClr val="CC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5047</TotalTime>
  <Words>12</Words>
  <Application>Microsoft Office PowerPoint</Application>
  <PresentationFormat>全屏显示(4:3)</PresentationFormat>
  <Paragraphs>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Arial</vt:lpstr>
      <vt:lpstr>Times New Roman</vt:lpstr>
      <vt:lpstr>Verdana</vt:lpstr>
      <vt:lpstr>Wingdings</vt:lpstr>
      <vt:lpstr>Profile</vt:lpstr>
      <vt:lpstr>自定义设计方案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wangjimin</cp:lastModifiedBy>
  <cp:revision>772</cp:revision>
  <dcterms:created xsi:type="dcterms:W3CDTF">1601-01-01T00:00:00Z</dcterms:created>
  <dcterms:modified xsi:type="dcterms:W3CDTF">2026-01-06T00:53:03Z</dcterms:modified>
</cp:coreProperties>
</file>